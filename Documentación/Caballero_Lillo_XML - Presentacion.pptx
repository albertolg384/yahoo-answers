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6" r:id="rId1"/>
  </p:sldMasterIdLst>
  <p:notesMasterIdLst>
    <p:notesMasterId r:id="rId35"/>
  </p:notesMasterIdLst>
  <p:sldIdLst>
    <p:sldId id="256" r:id="rId2"/>
    <p:sldId id="258" r:id="rId3"/>
    <p:sldId id="260" r:id="rId4"/>
    <p:sldId id="307" r:id="rId5"/>
    <p:sldId id="301" r:id="rId6"/>
    <p:sldId id="308" r:id="rId7"/>
    <p:sldId id="309" r:id="rId8"/>
    <p:sldId id="302" r:id="rId9"/>
    <p:sldId id="310" r:id="rId10"/>
    <p:sldId id="311" r:id="rId11"/>
    <p:sldId id="303" r:id="rId12"/>
    <p:sldId id="312" r:id="rId13"/>
    <p:sldId id="313" r:id="rId14"/>
    <p:sldId id="304" r:id="rId15"/>
    <p:sldId id="314" r:id="rId16"/>
    <p:sldId id="315" r:id="rId17"/>
    <p:sldId id="316" r:id="rId18"/>
    <p:sldId id="319" r:id="rId19"/>
    <p:sldId id="317" r:id="rId20"/>
    <p:sldId id="318" r:id="rId21"/>
    <p:sldId id="305" r:id="rId22"/>
    <p:sldId id="320" r:id="rId23"/>
    <p:sldId id="321" r:id="rId24"/>
    <p:sldId id="306" r:id="rId25"/>
    <p:sldId id="322" r:id="rId26"/>
    <p:sldId id="323" r:id="rId27"/>
    <p:sldId id="324" r:id="rId28"/>
    <p:sldId id="325" r:id="rId29"/>
    <p:sldId id="327" r:id="rId30"/>
    <p:sldId id="328" r:id="rId31"/>
    <p:sldId id="326" r:id="rId32"/>
    <p:sldId id="259" r:id="rId33"/>
    <p:sldId id="269" r:id="rId34"/>
  </p:sldIdLst>
  <p:sldSz cx="9144000" cy="5143500" type="screen16x9"/>
  <p:notesSz cx="6858000" cy="9144000"/>
  <p:embeddedFontLst>
    <p:embeddedFont>
      <p:font typeface="Archivo" panose="020B0604020202020204" charset="0"/>
      <p:regular r:id="rId36"/>
      <p:bold r:id="rId37"/>
      <p:italic r:id="rId38"/>
      <p:boldItalic r:id="rId39"/>
    </p:embeddedFont>
    <p:embeddedFont>
      <p:font typeface="Space Grotesk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BA31"/>
    <a:srgbClr val="D0CBED"/>
    <a:srgbClr val="504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16466-F487-4B23-86F3-7C80B10F652A}" v="245" dt="2026-03-25T12:20:37.705"/>
    <p1510:client id="{EBBCC670-0929-41B9-AFFF-12195700C24E}" v="212" dt="2026-03-25T04:07:49.449"/>
  </p1510:revLst>
</p1510:revInfo>
</file>

<file path=ppt/tableStyles.xml><?xml version="1.0" encoding="utf-8"?>
<a:tblStyleLst xmlns:a="http://schemas.openxmlformats.org/drawingml/2006/main" def="{AD0BBBC3-8AE5-42CD-A468-7D1AE799D70B}">
  <a:tblStyle styleId="{AD0BBBC3-8AE5-42CD-A468-7D1AE799D7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16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LILLO GARCÍA" userId="0d3015df-96a3-45b4-9caa-dceca3e4f515" providerId="ADAL" clId="{309F7ADB-F108-4CA9-857E-5E446C371D39}"/>
    <pc:docChg chg="undo custSel addSld delSld modSld sldOrd">
      <pc:chgData name="ALBERTO LILLO GARCÍA" userId="0d3015df-96a3-45b4-9caa-dceca3e4f515" providerId="ADAL" clId="{309F7ADB-F108-4CA9-857E-5E446C371D39}" dt="2026-03-25T12:20:37.705" v="795"/>
      <pc:docMkLst>
        <pc:docMk/>
      </pc:docMkLst>
      <pc:sldChg chg="modSp mod">
        <pc:chgData name="ALBERTO LILLO GARCÍA" userId="0d3015df-96a3-45b4-9caa-dceca3e4f515" providerId="ADAL" clId="{309F7ADB-F108-4CA9-857E-5E446C371D39}" dt="2026-03-25T11:42:14.757" v="759" actId="1076"/>
        <pc:sldMkLst>
          <pc:docMk/>
          <pc:sldMk cId="0" sldId="258"/>
        </pc:sldMkLst>
        <pc:spChg chg="mod">
          <ac:chgData name="ALBERTO LILLO GARCÍA" userId="0d3015df-96a3-45b4-9caa-dceca3e4f515" providerId="ADAL" clId="{309F7ADB-F108-4CA9-857E-5E446C371D39}" dt="2026-03-25T11:42:14.757" v="759" actId="1076"/>
          <ac:spMkLst>
            <pc:docMk/>
            <pc:sldMk cId="0" sldId="258"/>
            <ac:spMk id="289" creationId="{64A19E48-53B4-EBB0-4FED-07894C9CB367}"/>
          </ac:spMkLst>
        </pc:spChg>
      </pc:sldChg>
      <pc:sldChg chg="addSp delSp modSp mod ord modAnim">
        <pc:chgData name="ALBERTO LILLO GARCÍA" userId="0d3015df-96a3-45b4-9caa-dceca3e4f515" providerId="ADAL" clId="{309F7ADB-F108-4CA9-857E-5E446C371D39}" dt="2026-03-25T12:20:37.705" v="795"/>
        <pc:sldMkLst>
          <pc:docMk/>
          <pc:sldMk cId="0" sldId="259"/>
        </pc:sldMkLst>
        <pc:spChg chg="add del mod">
          <ac:chgData name="ALBERTO LILLO GARCÍA" userId="0d3015df-96a3-45b4-9caa-dceca3e4f515" providerId="ADAL" clId="{309F7ADB-F108-4CA9-857E-5E446C371D39}" dt="2026-03-25T12:16:47.698" v="768" actId="478"/>
          <ac:spMkLst>
            <pc:docMk/>
            <pc:sldMk cId="0" sldId="259"/>
            <ac:spMk id="4" creationId="{4F71DD0C-5BE1-05C4-766D-DD254388155B}"/>
          </ac:spMkLst>
        </pc:spChg>
        <pc:spChg chg="add del mod">
          <ac:chgData name="ALBERTO LILLO GARCÍA" userId="0d3015df-96a3-45b4-9caa-dceca3e4f515" providerId="ADAL" clId="{309F7ADB-F108-4CA9-857E-5E446C371D39}" dt="2026-03-25T12:16:43.604" v="766" actId="1076"/>
          <ac:spMkLst>
            <pc:docMk/>
            <pc:sldMk cId="0" sldId="259"/>
            <ac:spMk id="345" creationId="{00000000-0000-0000-0000-000000000000}"/>
          </ac:spMkLst>
        </pc:spChg>
        <pc:spChg chg="mod">
          <ac:chgData name="ALBERTO LILLO GARCÍA" userId="0d3015df-96a3-45b4-9caa-dceca3e4f515" providerId="ADAL" clId="{309F7ADB-F108-4CA9-857E-5E446C371D39}" dt="2026-03-25T12:17:00.301" v="771" actId="1076"/>
          <ac:spMkLst>
            <pc:docMk/>
            <pc:sldMk cId="0" sldId="259"/>
            <ac:spMk id="347" creationId="{00000000-0000-0000-0000-000000000000}"/>
          </ac:spMkLst>
        </pc:spChg>
        <pc:spChg chg="del mod">
          <ac:chgData name="ALBERTO LILLO GARCÍA" userId="0d3015df-96a3-45b4-9caa-dceca3e4f515" providerId="ADAL" clId="{309F7ADB-F108-4CA9-857E-5E446C371D39}" dt="2026-03-25T12:16:28.415" v="761" actId="478"/>
          <ac:spMkLst>
            <pc:docMk/>
            <pc:sldMk cId="0" sldId="259"/>
            <ac:spMk id="348" creationId="{00000000-0000-0000-0000-000000000000}"/>
          </ac:spMkLst>
        </pc:spChg>
        <pc:picChg chg="add mod">
          <ac:chgData name="ALBERTO LILLO GARCÍA" userId="0d3015df-96a3-45b4-9caa-dceca3e4f515" providerId="ADAL" clId="{309F7ADB-F108-4CA9-857E-5E446C371D39}" dt="2026-03-25T12:19:05.012" v="785" actId="1076"/>
          <ac:picMkLst>
            <pc:docMk/>
            <pc:sldMk cId="0" sldId="259"/>
            <ac:picMk id="6" creationId="{EE4B7471-5EEB-3ED1-C55F-E0782227AC0F}"/>
          </ac:picMkLst>
        </pc:picChg>
        <pc:picChg chg="add mod">
          <ac:chgData name="ALBERTO LILLO GARCÍA" userId="0d3015df-96a3-45b4-9caa-dceca3e4f515" providerId="ADAL" clId="{309F7ADB-F108-4CA9-857E-5E446C371D39}" dt="2026-03-25T12:18:58.252" v="783" actId="1076"/>
          <ac:picMkLst>
            <pc:docMk/>
            <pc:sldMk cId="0" sldId="259"/>
            <ac:picMk id="1026" creationId="{60596286-53B4-CA40-5FE1-FFF5056F0CA0}"/>
          </ac:picMkLst>
        </pc:picChg>
      </pc:sldChg>
      <pc:sldChg chg="modSp mod">
        <pc:chgData name="ALBERTO LILLO GARCÍA" userId="0d3015df-96a3-45b4-9caa-dceca3e4f515" providerId="ADAL" clId="{309F7ADB-F108-4CA9-857E-5E446C371D39}" dt="2026-03-24T17:46:50.924" v="506" actId="1076"/>
        <pc:sldMkLst>
          <pc:docMk/>
          <pc:sldMk cId="0" sldId="261"/>
        </pc:sldMkLst>
        <pc:spChg chg="mod">
          <ac:chgData name="ALBERTO LILLO GARCÍA" userId="0d3015df-96a3-45b4-9caa-dceca3e4f515" providerId="ADAL" clId="{309F7ADB-F108-4CA9-857E-5E446C371D39}" dt="2026-03-24T17:46:50.924" v="506" actId="1076"/>
          <ac:spMkLst>
            <pc:docMk/>
            <pc:sldMk cId="0" sldId="261"/>
            <ac:spMk id="771" creationId="{00000000-0000-0000-0000-000000000000}"/>
          </ac:spMkLst>
        </pc:spChg>
      </pc:sldChg>
      <pc:sldChg chg="modSp mod">
        <pc:chgData name="ALBERTO LILLO GARCÍA" userId="0d3015df-96a3-45b4-9caa-dceca3e4f515" providerId="ADAL" clId="{309F7ADB-F108-4CA9-857E-5E446C371D39}" dt="2026-03-24T17:58:52.390" v="542" actId="1076"/>
        <pc:sldMkLst>
          <pc:docMk/>
          <pc:sldMk cId="0" sldId="262"/>
        </pc:sldMkLst>
        <pc:spChg chg="mod">
          <ac:chgData name="ALBERTO LILLO GARCÍA" userId="0d3015df-96a3-45b4-9caa-dceca3e4f515" providerId="ADAL" clId="{309F7ADB-F108-4CA9-857E-5E446C371D39}" dt="2026-03-24T17:58:52.390" v="542" actId="1076"/>
          <ac:spMkLst>
            <pc:docMk/>
            <pc:sldMk cId="0" sldId="262"/>
            <ac:spMk id="964" creationId="{00000000-0000-0000-0000-000000000000}"/>
          </ac:spMkLst>
        </pc:spChg>
      </pc:sldChg>
      <pc:sldChg chg="addSp modSp">
        <pc:chgData name="ALBERTO LILLO GARCÍA" userId="0d3015df-96a3-45b4-9caa-dceca3e4f515" providerId="ADAL" clId="{309F7ADB-F108-4CA9-857E-5E446C371D39}" dt="2026-03-24T17:48:00.101" v="507"/>
        <pc:sldMkLst>
          <pc:docMk/>
          <pc:sldMk cId="0" sldId="274"/>
        </pc:sldMkLst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0" creationId="{8253DC1E-8378-66EA-6795-B9EDC788E4EF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29" creationId="{FFC37D1E-FC6D-A623-D9C1-ADB1A6E8C170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792" creationId="{710701D2-BB2C-2BE4-CB4D-D9530ABCE4BB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841" creationId="{F62E3AA3-2C9E-0879-D416-DF35E8851113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853" creationId="{26A266FC-CAF7-8F49-BB77-A508374CE1D6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863" creationId="{F1BE74FD-2FEC-B4CD-5E9B-B01B01864364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883" creationId="{84DD3473-171F-2DA4-BDFC-2C62A2077423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937" creationId="{5F6AEE06-41A2-68DB-E753-F577BB054E99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940" creationId="{A4D62315-A48E-9227-D199-01B5CE704C1D}"/>
          </ac:spMkLst>
        </pc:spChg>
        <pc:spChg chg="mod">
          <ac:chgData name="ALBERTO LILLO GARCÍA" userId="0d3015df-96a3-45b4-9caa-dceca3e4f515" providerId="ADAL" clId="{309F7ADB-F108-4CA9-857E-5E446C371D39}" dt="2026-03-24T17:48:00.101" v="507"/>
          <ac:spMkLst>
            <pc:docMk/>
            <pc:sldMk cId="0" sldId="274"/>
            <ac:spMk id="1951" creationId="{11A42061-8A6A-6515-B778-78C3B0F77DFF}"/>
          </ac:spMkLst>
        </pc:spChg>
      </pc:sldChg>
      <pc:sldChg chg="modSp mod">
        <pc:chgData name="ALBERTO LILLO GARCÍA" userId="0d3015df-96a3-45b4-9caa-dceca3e4f515" providerId="ADAL" clId="{309F7ADB-F108-4CA9-857E-5E446C371D39}" dt="2026-03-24T06:31:43.883" v="32" actId="1076"/>
        <pc:sldMkLst>
          <pc:docMk/>
          <pc:sldMk cId="0" sldId="275"/>
        </pc:sldMkLst>
        <pc:spChg chg="mod">
          <ac:chgData name="ALBERTO LILLO GARCÍA" userId="0d3015df-96a3-45b4-9caa-dceca3e4f515" providerId="ADAL" clId="{309F7ADB-F108-4CA9-857E-5E446C371D39}" dt="2026-03-24T06:31:43.883" v="32" actId="1076"/>
          <ac:spMkLst>
            <pc:docMk/>
            <pc:sldMk cId="0" sldId="275"/>
            <ac:spMk id="1826" creationId="{00000000-0000-0000-0000-000000000000}"/>
          </ac:spMkLst>
        </pc:spChg>
      </pc:sldChg>
      <pc:sldChg chg="addSp delSp modSp mod">
        <pc:chgData name="ALBERTO LILLO GARCÍA" userId="0d3015df-96a3-45b4-9caa-dceca3e4f515" providerId="ADAL" clId="{309F7ADB-F108-4CA9-857E-5E446C371D39}" dt="2026-03-24T06:32:10.786" v="37" actId="22"/>
        <pc:sldMkLst>
          <pc:docMk/>
          <pc:sldMk cId="3439859574" sldId="308"/>
        </pc:sldMkLst>
        <pc:grpChg chg="mod">
          <ac:chgData name="ALBERTO LILLO GARCÍA" userId="0d3015df-96a3-45b4-9caa-dceca3e4f515" providerId="ADAL" clId="{309F7ADB-F108-4CA9-857E-5E446C371D39}" dt="2026-03-24T06:28:51.484" v="27" actId="1076"/>
          <ac:grpSpMkLst>
            <pc:docMk/>
            <pc:sldMk cId="3439859574" sldId="308"/>
            <ac:grpSpMk id="791" creationId="{112C87E1-516F-9016-D970-D30ED338550A}"/>
          </ac:grpSpMkLst>
        </pc:grpChg>
        <pc:picChg chg="add mod modCrop">
          <ac:chgData name="ALBERTO LILLO GARCÍA" userId="0d3015df-96a3-45b4-9caa-dceca3e4f515" providerId="ADAL" clId="{309F7ADB-F108-4CA9-857E-5E446C371D39}" dt="2026-03-24T06:27:33.556" v="13" actId="1076"/>
          <ac:picMkLst>
            <pc:docMk/>
            <pc:sldMk cId="3439859574" sldId="308"/>
            <ac:picMk id="4" creationId="{A2CA5B4D-C06A-4DC4-1F56-F4296AC1F709}"/>
          </ac:picMkLst>
        </pc:picChg>
        <pc:picChg chg="add mod modCrop">
          <ac:chgData name="ALBERTO LILLO GARCÍA" userId="0d3015df-96a3-45b4-9caa-dceca3e4f515" providerId="ADAL" clId="{309F7ADB-F108-4CA9-857E-5E446C371D39}" dt="2026-03-24T06:28:56.107" v="28" actId="14100"/>
          <ac:picMkLst>
            <pc:docMk/>
            <pc:sldMk cId="3439859574" sldId="308"/>
            <ac:picMk id="6" creationId="{E1C763A2-B880-AC5A-308C-BBB469E088EE}"/>
          </ac:picMkLst>
        </pc:picChg>
        <pc:picChg chg="add del">
          <ac:chgData name="ALBERTO LILLO GARCÍA" userId="0d3015df-96a3-45b4-9caa-dceca3e4f515" providerId="ADAL" clId="{309F7ADB-F108-4CA9-857E-5E446C371D39}" dt="2026-03-24T06:32:05.789" v="35" actId="22"/>
          <ac:picMkLst>
            <pc:docMk/>
            <pc:sldMk cId="3439859574" sldId="308"/>
            <ac:picMk id="8" creationId="{67A19A09-283E-16AC-5182-B7D69309737F}"/>
          </ac:picMkLst>
        </pc:picChg>
        <pc:picChg chg="add del">
          <ac:chgData name="ALBERTO LILLO GARCÍA" userId="0d3015df-96a3-45b4-9caa-dceca3e4f515" providerId="ADAL" clId="{309F7ADB-F108-4CA9-857E-5E446C371D39}" dt="2026-03-24T06:32:10.786" v="37" actId="22"/>
          <ac:picMkLst>
            <pc:docMk/>
            <pc:sldMk cId="3439859574" sldId="308"/>
            <ac:picMk id="10" creationId="{FA07A837-5E2C-8FAB-9050-F5094AFF9E75}"/>
          </ac:picMkLst>
        </pc:picChg>
      </pc:sldChg>
      <pc:sldChg chg="addSp delSp modSp add mod">
        <pc:chgData name="ALBERTO LILLO GARCÍA" userId="0d3015df-96a3-45b4-9caa-dceca3e4f515" providerId="ADAL" clId="{309F7ADB-F108-4CA9-857E-5E446C371D39}" dt="2026-03-24T06:36:23.140" v="74" actId="1076"/>
        <pc:sldMkLst>
          <pc:docMk/>
          <pc:sldMk cId="2161114822" sldId="309"/>
        </pc:sldMkLst>
        <pc:spChg chg="add del mod">
          <ac:chgData name="ALBERTO LILLO GARCÍA" userId="0d3015df-96a3-45b4-9caa-dceca3e4f515" providerId="ADAL" clId="{309F7ADB-F108-4CA9-857E-5E446C371D39}" dt="2026-03-24T06:32:30.468" v="40" actId="478"/>
          <ac:spMkLst>
            <pc:docMk/>
            <pc:sldMk cId="2161114822" sldId="309"/>
            <ac:spMk id="4" creationId="{212D6F5D-AF48-98E9-3B24-89C32DD17706}"/>
          </ac:spMkLst>
        </pc:spChg>
        <pc:spChg chg="add del mod">
          <ac:chgData name="ALBERTO LILLO GARCÍA" userId="0d3015df-96a3-45b4-9caa-dceca3e4f515" providerId="ADAL" clId="{309F7ADB-F108-4CA9-857E-5E446C371D39}" dt="2026-03-24T06:32:37.258" v="42" actId="478"/>
          <ac:spMkLst>
            <pc:docMk/>
            <pc:sldMk cId="2161114822" sldId="309"/>
            <ac:spMk id="6" creationId="{DCA0FF30-6F68-ECAF-4B7C-DBEF1F9A7BDF}"/>
          </ac:spMkLst>
        </pc:spChg>
        <pc:spChg chg="del">
          <ac:chgData name="ALBERTO LILLO GARCÍA" userId="0d3015df-96a3-45b4-9caa-dceca3e4f515" providerId="ADAL" clId="{309F7ADB-F108-4CA9-857E-5E446C371D39}" dt="2026-03-24T06:32:34.352" v="41" actId="478"/>
          <ac:spMkLst>
            <pc:docMk/>
            <pc:sldMk cId="2161114822" sldId="309"/>
            <ac:spMk id="1826" creationId="{6F1DE890-60E6-FBFB-D469-A92B42EAE222}"/>
          </ac:spMkLst>
        </pc:spChg>
        <pc:spChg chg="del">
          <ac:chgData name="ALBERTO LILLO GARCÍA" userId="0d3015df-96a3-45b4-9caa-dceca3e4f515" providerId="ADAL" clId="{309F7ADB-F108-4CA9-857E-5E446C371D39}" dt="2026-03-24T06:32:34.352" v="41" actId="478"/>
          <ac:spMkLst>
            <pc:docMk/>
            <pc:sldMk cId="2161114822" sldId="309"/>
            <ac:spMk id="1827" creationId="{9618C203-E319-15EF-2ABB-4F6AA9AC0B88}"/>
          </ac:spMkLst>
        </pc:spChg>
        <pc:spChg chg="del">
          <ac:chgData name="ALBERTO LILLO GARCÍA" userId="0d3015df-96a3-45b4-9caa-dceca3e4f515" providerId="ADAL" clId="{309F7ADB-F108-4CA9-857E-5E446C371D39}" dt="2026-03-24T06:32:34.352" v="41" actId="478"/>
          <ac:spMkLst>
            <pc:docMk/>
            <pc:sldMk cId="2161114822" sldId="309"/>
            <ac:spMk id="1828" creationId="{BF315F7A-94C0-AD6D-D65C-FE930058AA58}"/>
          </ac:spMkLst>
        </pc:spChg>
        <pc:spChg chg="del">
          <ac:chgData name="ALBERTO LILLO GARCÍA" userId="0d3015df-96a3-45b4-9caa-dceca3e4f515" providerId="ADAL" clId="{309F7ADB-F108-4CA9-857E-5E446C371D39}" dt="2026-03-24T06:32:27.934" v="39" actId="478"/>
          <ac:spMkLst>
            <pc:docMk/>
            <pc:sldMk cId="2161114822" sldId="309"/>
            <ac:spMk id="1829" creationId="{0D07711A-BBCD-9E0B-9AEE-95C24A6ADD06}"/>
          </ac:spMkLst>
        </pc:spChg>
        <pc:picChg chg="add del mod">
          <ac:chgData name="ALBERTO LILLO GARCÍA" userId="0d3015df-96a3-45b4-9caa-dceca3e4f515" providerId="ADAL" clId="{309F7ADB-F108-4CA9-857E-5E446C371D39}" dt="2026-03-24T06:33:46.036" v="51" actId="478"/>
          <ac:picMkLst>
            <pc:docMk/>
            <pc:sldMk cId="2161114822" sldId="309"/>
            <ac:picMk id="8" creationId="{BBE7DD32-1C02-E67A-0509-5F343396EFD8}"/>
          </ac:picMkLst>
        </pc:picChg>
        <pc:picChg chg="add mod">
          <ac:chgData name="ALBERTO LILLO GARCÍA" userId="0d3015df-96a3-45b4-9caa-dceca3e4f515" providerId="ADAL" clId="{309F7ADB-F108-4CA9-857E-5E446C371D39}" dt="2026-03-24T06:36:20.814" v="73" actId="1076"/>
          <ac:picMkLst>
            <pc:docMk/>
            <pc:sldMk cId="2161114822" sldId="309"/>
            <ac:picMk id="10" creationId="{1222F308-1C7D-566B-E2A4-7D5263E75237}"/>
          </ac:picMkLst>
        </pc:picChg>
        <pc:picChg chg="add mod">
          <ac:chgData name="ALBERTO LILLO GARCÍA" userId="0d3015df-96a3-45b4-9caa-dceca3e4f515" providerId="ADAL" clId="{309F7ADB-F108-4CA9-857E-5E446C371D39}" dt="2026-03-24T06:33:01.179" v="45" actId="1076"/>
          <ac:picMkLst>
            <pc:docMk/>
            <pc:sldMk cId="2161114822" sldId="309"/>
            <ac:picMk id="1026" creationId="{277B7D60-C305-C4A9-E810-53F449FBEFB1}"/>
          </ac:picMkLst>
        </pc:picChg>
        <pc:picChg chg="add mod">
          <ac:chgData name="ALBERTO LILLO GARCÍA" userId="0d3015df-96a3-45b4-9caa-dceca3e4f515" providerId="ADAL" clId="{309F7ADB-F108-4CA9-857E-5E446C371D39}" dt="2026-03-24T06:34:34.394" v="58" actId="1076"/>
          <ac:picMkLst>
            <pc:docMk/>
            <pc:sldMk cId="2161114822" sldId="309"/>
            <ac:picMk id="1028" creationId="{E3EAB399-2E44-EE79-84AF-1809DF93CE87}"/>
          </ac:picMkLst>
        </pc:picChg>
        <pc:picChg chg="add mod">
          <ac:chgData name="ALBERTO LILLO GARCÍA" userId="0d3015df-96a3-45b4-9caa-dceca3e4f515" providerId="ADAL" clId="{309F7ADB-F108-4CA9-857E-5E446C371D39}" dt="2026-03-24T06:36:23.140" v="74" actId="1076"/>
          <ac:picMkLst>
            <pc:docMk/>
            <pc:sldMk cId="2161114822" sldId="309"/>
            <ac:picMk id="1030" creationId="{67BB2E8A-6BF0-40B0-A8E3-383983369504}"/>
          </ac:picMkLst>
        </pc:picChg>
        <pc:picChg chg="add del mod">
          <ac:chgData name="ALBERTO LILLO GARCÍA" userId="0d3015df-96a3-45b4-9caa-dceca3e4f515" providerId="ADAL" clId="{309F7ADB-F108-4CA9-857E-5E446C371D39}" dt="2026-03-24T06:35:26.352" v="67" actId="478"/>
          <ac:picMkLst>
            <pc:docMk/>
            <pc:sldMk cId="2161114822" sldId="309"/>
            <ac:picMk id="1032" creationId="{5542124E-6ED0-8AFB-7B25-FB312235E73F}"/>
          </ac:picMkLst>
        </pc:picChg>
      </pc:sldChg>
      <pc:sldChg chg="delSp new del mod">
        <pc:chgData name="ALBERTO LILLO GARCÍA" userId="0d3015df-96a3-45b4-9caa-dceca3e4f515" providerId="ADAL" clId="{309F7ADB-F108-4CA9-857E-5E446C371D39}" dt="2026-03-24T06:32:00.898" v="33" actId="47"/>
        <pc:sldMkLst>
          <pc:docMk/>
          <pc:sldMk cId="3110370895" sldId="309"/>
        </pc:sldMkLst>
        <pc:spChg chg="del">
          <ac:chgData name="ALBERTO LILLO GARCÍA" userId="0d3015df-96a3-45b4-9caa-dceca3e4f515" providerId="ADAL" clId="{309F7ADB-F108-4CA9-857E-5E446C371D39}" dt="2026-03-24T06:31:13.522" v="30" actId="478"/>
          <ac:spMkLst>
            <pc:docMk/>
            <pc:sldMk cId="3110370895" sldId="309"/>
            <ac:spMk id="4" creationId="{00CFAD00-83CF-C53D-42B8-C6661803B1F5}"/>
          </ac:spMkLst>
        </pc:spChg>
      </pc:sldChg>
      <pc:sldChg chg="addSp delSp modSp add mod modClrScheme chgLayout">
        <pc:chgData name="ALBERTO LILLO GARCÍA" userId="0d3015df-96a3-45b4-9caa-dceca3e4f515" providerId="ADAL" clId="{309F7ADB-F108-4CA9-857E-5E446C371D39}" dt="2026-03-24T17:58:22.410" v="538" actId="1076"/>
        <pc:sldMkLst>
          <pc:docMk/>
          <pc:sldMk cId="835045634" sldId="310"/>
        </pc:sldMkLst>
        <pc:spChg chg="mod">
          <ac:chgData name="ALBERTO LILLO GARCÍA" userId="0d3015df-96a3-45b4-9caa-dceca3e4f515" providerId="ADAL" clId="{309F7ADB-F108-4CA9-857E-5E446C371D39}" dt="2026-03-24T07:12:34.570" v="85" actId="26606"/>
          <ac:spMkLst>
            <pc:docMk/>
            <pc:sldMk cId="835045634" sldId="310"/>
            <ac:spMk id="2" creationId="{6C7B89E6-9D30-B16B-54D6-9C55630F8BAB}"/>
          </ac:spMkLst>
        </pc:spChg>
        <pc:spChg chg="add mod">
          <ac:chgData name="ALBERTO LILLO GARCÍA" userId="0d3015df-96a3-45b4-9caa-dceca3e4f515" providerId="ADAL" clId="{309F7ADB-F108-4CA9-857E-5E446C371D39}" dt="2026-03-24T07:15:09.582" v="124" actId="14100"/>
          <ac:spMkLst>
            <pc:docMk/>
            <pc:sldMk cId="835045634" sldId="310"/>
            <ac:spMk id="3" creationId="{48A4C60E-6A4F-D882-A9ED-E58AA8846731}"/>
          </ac:spMkLst>
        </pc:spChg>
        <pc:spChg chg="add mod">
          <ac:chgData name="ALBERTO LILLO GARCÍA" userId="0d3015df-96a3-45b4-9caa-dceca3e4f515" providerId="ADAL" clId="{309F7ADB-F108-4CA9-857E-5E446C371D39}" dt="2026-03-24T07:15:48.820" v="131" actId="1076"/>
          <ac:spMkLst>
            <pc:docMk/>
            <pc:sldMk cId="835045634" sldId="310"/>
            <ac:spMk id="7" creationId="{F3CABFC3-84DC-EB8B-7F98-DAE78123302F}"/>
          </ac:spMkLst>
        </pc:spChg>
        <pc:spChg chg="add del">
          <ac:chgData name="ALBERTO LILLO GARCÍA" userId="0d3015df-96a3-45b4-9caa-dceca3e4f515" providerId="ADAL" clId="{309F7ADB-F108-4CA9-857E-5E446C371D39}" dt="2026-03-24T07:15:55.949" v="133" actId="22"/>
          <ac:spMkLst>
            <pc:docMk/>
            <pc:sldMk cId="835045634" sldId="310"/>
            <ac:spMk id="9" creationId="{4EA183AD-9EAC-80B0-FCC8-01E6FF9604D0}"/>
          </ac:spMkLst>
        </pc:spChg>
        <pc:spChg chg="add mod">
          <ac:chgData name="ALBERTO LILLO GARCÍA" userId="0d3015df-96a3-45b4-9caa-dceca3e4f515" providerId="ADAL" clId="{309F7ADB-F108-4CA9-857E-5E446C371D39}" dt="2026-03-24T07:16:04.173" v="135" actId="1076"/>
          <ac:spMkLst>
            <pc:docMk/>
            <pc:sldMk cId="835045634" sldId="310"/>
            <ac:spMk id="10" creationId="{19AA7D25-2194-A493-0329-9F42D97817BA}"/>
          </ac:spMkLst>
        </pc:spChg>
        <pc:spChg chg="add mod">
          <ac:chgData name="ALBERTO LILLO GARCÍA" userId="0d3015df-96a3-45b4-9caa-dceca3e4f515" providerId="ADAL" clId="{309F7ADB-F108-4CA9-857E-5E446C371D39}" dt="2026-03-24T07:16:11.694" v="137" actId="1076"/>
          <ac:spMkLst>
            <pc:docMk/>
            <pc:sldMk cId="835045634" sldId="310"/>
            <ac:spMk id="11" creationId="{C74DE50B-7B39-02A6-A4C2-C4971F298F79}"/>
          </ac:spMkLst>
        </pc:spChg>
        <pc:spChg chg="add mod">
          <ac:chgData name="ALBERTO LILLO GARCÍA" userId="0d3015df-96a3-45b4-9caa-dceca3e4f515" providerId="ADAL" clId="{309F7ADB-F108-4CA9-857E-5E446C371D39}" dt="2026-03-24T07:21:51.824" v="177" actId="1076"/>
          <ac:spMkLst>
            <pc:docMk/>
            <pc:sldMk cId="835045634" sldId="310"/>
            <ac:spMk id="18" creationId="{FC3F9A8F-3ACE-5056-B5E0-3363EB9E4F00}"/>
          </ac:spMkLst>
        </pc:spChg>
        <pc:spChg chg="mod">
          <ac:chgData name="ALBERTO LILLO GARCÍA" userId="0d3015df-96a3-45b4-9caa-dceca3e4f515" providerId="ADAL" clId="{309F7ADB-F108-4CA9-857E-5E446C371D39}" dt="2026-03-24T17:58:22.410" v="538" actId="1076"/>
          <ac:spMkLst>
            <pc:docMk/>
            <pc:sldMk cId="835045634" sldId="310"/>
            <ac:spMk id="771" creationId="{3906F66B-D032-77EF-571A-64A0F4F0C330}"/>
          </ac:spMkLst>
        </pc:spChg>
        <pc:grpChg chg="add mod ord">
          <ac:chgData name="ALBERTO LILLO GARCÍA" userId="0d3015df-96a3-45b4-9caa-dceca3e4f515" providerId="ADAL" clId="{309F7ADB-F108-4CA9-857E-5E446C371D39}" dt="2026-03-24T07:13:01.925" v="90" actId="1076"/>
          <ac:grpSpMkLst>
            <pc:docMk/>
            <pc:sldMk cId="835045634" sldId="310"/>
            <ac:grpSpMk id="791" creationId="{33BD0199-049D-F6B4-4892-1E1E3D2E9E68}"/>
          </ac:grpSpMkLst>
        </pc:grpChg>
        <pc:picChg chg="del">
          <ac:chgData name="ALBERTO LILLO GARCÍA" userId="0d3015df-96a3-45b4-9caa-dceca3e4f515" providerId="ADAL" clId="{309F7ADB-F108-4CA9-857E-5E446C371D39}" dt="2026-03-24T07:12:24.507" v="81" actId="478"/>
          <ac:picMkLst>
            <pc:docMk/>
            <pc:sldMk cId="835045634" sldId="310"/>
            <ac:picMk id="4" creationId="{6AB1D1E9-53C0-BDD1-C31A-70C5A255A4AB}"/>
          </ac:picMkLst>
        </pc:picChg>
        <pc:picChg chg="del">
          <ac:chgData name="ALBERTO LILLO GARCÍA" userId="0d3015df-96a3-45b4-9caa-dceca3e4f515" providerId="ADAL" clId="{309F7ADB-F108-4CA9-857E-5E446C371D39}" dt="2026-03-24T07:12:25.234" v="82" actId="478"/>
          <ac:picMkLst>
            <pc:docMk/>
            <pc:sldMk cId="835045634" sldId="310"/>
            <ac:picMk id="6" creationId="{FEEE8A5F-A548-BB90-F611-C2768D352219}"/>
          </ac:picMkLst>
        </pc:picChg>
        <pc:picChg chg="add mod">
          <ac:chgData name="ALBERTO LILLO GARCÍA" userId="0d3015df-96a3-45b4-9caa-dceca3e4f515" providerId="ADAL" clId="{309F7ADB-F108-4CA9-857E-5E446C371D39}" dt="2026-03-24T07:23:01.769" v="187"/>
          <ac:picMkLst>
            <pc:docMk/>
            <pc:sldMk cId="835045634" sldId="310"/>
            <ac:picMk id="30" creationId="{FC141BDD-434C-8C43-D087-6603F8E835BA}"/>
          </ac:picMkLst>
        </pc:picChg>
        <pc:picChg chg="add mod">
          <ac:chgData name="ALBERTO LILLO GARCÍA" userId="0d3015df-96a3-45b4-9caa-dceca3e4f515" providerId="ADAL" clId="{309F7ADB-F108-4CA9-857E-5E446C371D39}" dt="2026-03-24T07:23:05.878" v="188"/>
          <ac:picMkLst>
            <pc:docMk/>
            <pc:sldMk cId="835045634" sldId="310"/>
            <ac:picMk id="31" creationId="{A15D93C9-F195-034A-6061-1C8F8C186FB2}"/>
          </ac:picMkLst>
        </pc:picChg>
        <pc:picChg chg="add mod">
          <ac:chgData name="ALBERTO LILLO GARCÍA" userId="0d3015df-96a3-45b4-9caa-dceca3e4f515" providerId="ADAL" clId="{309F7ADB-F108-4CA9-857E-5E446C371D39}" dt="2026-03-24T07:23:08.648" v="189"/>
          <ac:picMkLst>
            <pc:docMk/>
            <pc:sldMk cId="835045634" sldId="310"/>
            <ac:picMk id="32" creationId="{12DF809F-57B4-AF36-0A88-277023A380EB}"/>
          </ac:picMkLst>
        </pc:picChg>
        <pc:picChg chg="add mod">
          <ac:chgData name="ALBERTO LILLO GARCÍA" userId="0d3015df-96a3-45b4-9caa-dceca3e4f515" providerId="ADAL" clId="{309F7ADB-F108-4CA9-857E-5E446C371D39}" dt="2026-03-24T07:15:09.582" v="124" actId="14100"/>
          <ac:picMkLst>
            <pc:docMk/>
            <pc:sldMk cId="835045634" sldId="310"/>
            <ac:picMk id="2050" creationId="{B7A01A7E-287D-4263-7ADF-FA01603AFCE2}"/>
          </ac:picMkLst>
        </pc:picChg>
        <pc:picChg chg="add del mod">
          <ac:chgData name="ALBERTO LILLO GARCÍA" userId="0d3015df-96a3-45b4-9caa-dceca3e4f515" providerId="ADAL" clId="{309F7ADB-F108-4CA9-857E-5E446C371D39}" dt="2026-03-24T07:21:04.067" v="168" actId="1076"/>
          <ac:picMkLst>
            <pc:docMk/>
            <pc:sldMk cId="835045634" sldId="310"/>
            <ac:picMk id="2052" creationId="{FC141BDD-434C-8C43-D087-6603F8E835BA}"/>
          </ac:picMkLst>
        </pc:picChg>
        <pc:picChg chg="add mod">
          <ac:chgData name="ALBERTO LILLO GARCÍA" userId="0d3015df-96a3-45b4-9caa-dceca3e4f515" providerId="ADAL" clId="{309F7ADB-F108-4CA9-857E-5E446C371D39}" dt="2026-03-24T07:22:40.274" v="186" actId="732"/>
          <ac:picMkLst>
            <pc:docMk/>
            <pc:sldMk cId="835045634" sldId="310"/>
            <ac:picMk id="2054" creationId="{E2417648-90C5-60AD-B528-44BD0803FD51}"/>
          </ac:picMkLst>
        </pc:picChg>
        <pc:cxnChg chg="add mod">
          <ac:chgData name="ALBERTO LILLO GARCÍA" userId="0d3015df-96a3-45b4-9caa-dceca3e4f515" providerId="ADAL" clId="{309F7ADB-F108-4CA9-857E-5E446C371D39}" dt="2026-03-24T07:21:57.430" v="178" actId="14100"/>
          <ac:cxnSpMkLst>
            <pc:docMk/>
            <pc:sldMk cId="835045634" sldId="310"/>
            <ac:cxnSpMk id="13" creationId="{12F96F1E-60E7-D87E-F10C-617F19BE20F1}"/>
          </ac:cxnSpMkLst>
        </pc:cxnChg>
        <pc:cxnChg chg="add mod">
          <ac:chgData name="ALBERTO LILLO GARCÍA" userId="0d3015df-96a3-45b4-9caa-dceca3e4f515" providerId="ADAL" clId="{309F7ADB-F108-4CA9-857E-5E446C371D39}" dt="2026-03-24T07:22:40.274" v="186" actId="732"/>
          <ac:cxnSpMkLst>
            <pc:docMk/>
            <pc:sldMk cId="835045634" sldId="310"/>
            <ac:cxnSpMk id="21" creationId="{FE4C6075-5EF0-E182-63F9-19BF9A2BC8AC}"/>
          </ac:cxnSpMkLst>
        </pc:cxnChg>
      </pc:sldChg>
      <pc:sldChg chg="addSp delSp modSp add mod">
        <pc:chgData name="ALBERTO LILLO GARCÍA" userId="0d3015df-96a3-45b4-9caa-dceca3e4f515" providerId="ADAL" clId="{309F7ADB-F108-4CA9-857E-5E446C371D39}" dt="2026-03-24T17:58:17.938" v="536" actId="1076"/>
        <pc:sldMkLst>
          <pc:docMk/>
          <pc:sldMk cId="3800071900" sldId="311"/>
        </pc:sldMkLst>
        <pc:spChg chg="del">
          <ac:chgData name="ALBERTO LILLO GARCÍA" userId="0d3015df-96a3-45b4-9caa-dceca3e4f515" providerId="ADAL" clId="{309F7ADB-F108-4CA9-857E-5E446C371D39}" dt="2026-03-24T07:24:29.894" v="198" actId="478"/>
          <ac:spMkLst>
            <pc:docMk/>
            <pc:sldMk cId="3800071900" sldId="311"/>
            <ac:spMk id="3" creationId="{7E5C16AB-542D-59B4-2FB6-B19B06F74E1B}"/>
          </ac:spMkLst>
        </pc:spChg>
        <pc:spChg chg="del">
          <ac:chgData name="ALBERTO LILLO GARCÍA" userId="0d3015df-96a3-45b4-9caa-dceca3e4f515" providerId="ADAL" clId="{309F7ADB-F108-4CA9-857E-5E446C371D39}" dt="2026-03-24T07:24:20.885" v="196" actId="478"/>
          <ac:spMkLst>
            <pc:docMk/>
            <pc:sldMk cId="3800071900" sldId="311"/>
            <ac:spMk id="7" creationId="{E0643899-00C6-9B0F-055D-BB026A65B94A}"/>
          </ac:spMkLst>
        </pc:spChg>
        <pc:spChg chg="del">
          <ac:chgData name="ALBERTO LILLO GARCÍA" userId="0d3015df-96a3-45b4-9caa-dceca3e4f515" providerId="ADAL" clId="{309F7ADB-F108-4CA9-857E-5E446C371D39}" dt="2026-03-24T07:24:20.885" v="196" actId="478"/>
          <ac:spMkLst>
            <pc:docMk/>
            <pc:sldMk cId="3800071900" sldId="311"/>
            <ac:spMk id="10" creationId="{1526A0FC-F97C-EBC0-7A82-994C63B785B6}"/>
          </ac:spMkLst>
        </pc:spChg>
        <pc:spChg chg="del">
          <ac:chgData name="ALBERTO LILLO GARCÍA" userId="0d3015df-96a3-45b4-9caa-dceca3e4f515" providerId="ADAL" clId="{309F7ADB-F108-4CA9-857E-5E446C371D39}" dt="2026-03-24T07:24:20.885" v="196" actId="478"/>
          <ac:spMkLst>
            <pc:docMk/>
            <pc:sldMk cId="3800071900" sldId="311"/>
            <ac:spMk id="11" creationId="{358F75DC-10E0-CEE7-43FA-E949444F0BC2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14" creationId="{7F4FAFD9-491E-28E7-275F-1406A39E695A}"/>
          </ac:spMkLst>
        </pc:spChg>
        <pc:spChg chg="del">
          <ac:chgData name="ALBERTO LILLO GARCÍA" userId="0d3015df-96a3-45b4-9caa-dceca3e4f515" providerId="ADAL" clId="{309F7ADB-F108-4CA9-857E-5E446C371D39}" dt="2026-03-24T07:24:20.885" v="196" actId="478"/>
          <ac:spMkLst>
            <pc:docMk/>
            <pc:sldMk cId="3800071900" sldId="311"/>
            <ac:spMk id="18" creationId="{FEE1133A-947E-AE68-B93E-DF8581ADFB6C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20" creationId="{19799120-1732-4493-10D4-B9C0A8092655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29" creationId="{0CEA62C1-DBD6-CF06-E54F-29E360DE980E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37" creationId="{115855EA-A24E-BA5E-5492-F4A4D2C24616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43" creationId="{AA32DE0F-90D3-0650-4DBD-EE7053EC7467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49" creationId="{F85B721F-9699-43D0-E6A6-449D6D29024A}"/>
          </ac:spMkLst>
        </pc:spChg>
        <pc:spChg chg="mod">
          <ac:chgData name="ALBERTO LILLO GARCÍA" userId="0d3015df-96a3-45b4-9caa-dceca3e4f515" providerId="ADAL" clId="{309F7ADB-F108-4CA9-857E-5E446C371D39}" dt="2026-03-24T17:58:17.938" v="536" actId="1076"/>
          <ac:spMkLst>
            <pc:docMk/>
            <pc:sldMk cId="3800071900" sldId="311"/>
            <ac:spMk id="771" creationId="{8265503C-C800-3B88-2D91-75942BDB0D61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2059" creationId="{B103B03E-12E9-3AB6-EB92-D2635215DCAD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2065" creationId="{97CEC2C8-D4DB-E2EC-396D-1544250F70BA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2067" creationId="{C6ED07A4-6598-6340-C063-FAEEB4C81181}"/>
          </ac:spMkLst>
        </pc:spChg>
        <pc:spChg chg="mod">
          <ac:chgData name="ALBERTO LILLO GARCÍA" userId="0d3015df-96a3-45b4-9caa-dceca3e4f515" providerId="ADAL" clId="{309F7ADB-F108-4CA9-857E-5E446C371D39}" dt="2026-03-24T07:24:30.323" v="199"/>
          <ac:spMkLst>
            <pc:docMk/>
            <pc:sldMk cId="3800071900" sldId="311"/>
            <ac:spMk id="2068" creationId="{5023AF6B-B861-5D68-505A-D4CEBC41D874}"/>
          </ac:spMkLst>
        </pc:spChg>
        <pc:spChg chg="add mod">
          <ac:chgData name="ALBERTO LILLO GARCÍA" userId="0d3015df-96a3-45b4-9caa-dceca3e4f515" providerId="ADAL" clId="{309F7ADB-F108-4CA9-857E-5E446C371D39}" dt="2026-03-24T07:42:13.187" v="272" actId="1076"/>
          <ac:spMkLst>
            <pc:docMk/>
            <pc:sldMk cId="3800071900" sldId="311"/>
            <ac:spMk id="2082" creationId="{D011E498-553C-3D2C-821B-9E6A23ED828F}"/>
          </ac:spMkLst>
        </pc:spChg>
        <pc:spChg chg="add mod">
          <ac:chgData name="ALBERTO LILLO GARCÍA" userId="0d3015df-96a3-45b4-9caa-dceca3e4f515" providerId="ADAL" clId="{309F7ADB-F108-4CA9-857E-5E446C371D39}" dt="2026-03-24T07:42:10.791" v="271" actId="1076"/>
          <ac:spMkLst>
            <pc:docMk/>
            <pc:sldMk cId="3800071900" sldId="311"/>
            <ac:spMk id="2083" creationId="{05D664CB-F41C-67DF-95B5-B1493CBFD11E}"/>
          </ac:spMkLst>
        </pc:spChg>
        <pc:grpChg chg="del mod">
          <ac:chgData name="ALBERTO LILLO GARCÍA" userId="0d3015df-96a3-45b4-9caa-dceca3e4f515" providerId="ADAL" clId="{309F7ADB-F108-4CA9-857E-5E446C371D39}" dt="2026-03-24T07:40:41.087" v="270" actId="478"/>
          <ac:grpSpMkLst>
            <pc:docMk/>
            <pc:sldMk cId="3800071900" sldId="311"/>
            <ac:grpSpMk id="4" creationId="{B8D2528D-B2FC-3A62-A1C7-B0DFC62CE940}"/>
          </ac:grpSpMkLst>
        </pc:grpChg>
        <pc:grpChg chg="del">
          <ac:chgData name="ALBERTO LILLO GARCÍA" userId="0d3015df-96a3-45b4-9caa-dceca3e4f515" providerId="ADAL" clId="{309F7ADB-F108-4CA9-857E-5E446C371D39}" dt="2026-03-24T07:24:20.885" v="196" actId="478"/>
          <ac:grpSpMkLst>
            <pc:docMk/>
            <pc:sldMk cId="3800071900" sldId="311"/>
            <ac:grpSpMk id="791" creationId="{EE2894DC-9311-E28D-EFE6-705AE247F3ED}"/>
          </ac:grpSpMkLst>
        </pc:grpChg>
        <pc:picChg chg="del">
          <ac:chgData name="ALBERTO LILLO GARCÍA" userId="0d3015df-96a3-45b4-9caa-dceca3e4f515" providerId="ADAL" clId="{309F7ADB-F108-4CA9-857E-5E446C371D39}" dt="2026-03-24T07:24:29.894" v="198" actId="478"/>
          <ac:picMkLst>
            <pc:docMk/>
            <pc:sldMk cId="3800071900" sldId="311"/>
            <ac:picMk id="2050" creationId="{E77A6608-34AB-1A0E-0913-E04AA81738BA}"/>
          </ac:picMkLst>
        </pc:picChg>
        <pc:picChg chg="del">
          <ac:chgData name="ALBERTO LILLO GARCÍA" userId="0d3015df-96a3-45b4-9caa-dceca3e4f515" providerId="ADAL" clId="{309F7ADB-F108-4CA9-857E-5E446C371D39}" dt="2026-03-24T07:24:26.643" v="197" actId="478"/>
          <ac:picMkLst>
            <pc:docMk/>
            <pc:sldMk cId="3800071900" sldId="311"/>
            <ac:picMk id="2052" creationId="{80ACE615-9E38-40F2-CD4E-281F45CA583E}"/>
          </ac:picMkLst>
        </pc:picChg>
        <pc:picChg chg="del">
          <ac:chgData name="ALBERTO LILLO GARCÍA" userId="0d3015df-96a3-45b4-9caa-dceca3e4f515" providerId="ADAL" clId="{309F7ADB-F108-4CA9-857E-5E446C371D39}" dt="2026-03-24T07:24:20.885" v="196" actId="478"/>
          <ac:picMkLst>
            <pc:docMk/>
            <pc:sldMk cId="3800071900" sldId="311"/>
            <ac:picMk id="2054" creationId="{47CD7658-B565-C354-B020-683B552866CE}"/>
          </ac:picMkLst>
        </pc:picChg>
        <pc:picChg chg="add mod modCrop">
          <ac:chgData name="ALBERTO LILLO GARCÍA" userId="0d3015df-96a3-45b4-9caa-dceca3e4f515" providerId="ADAL" clId="{309F7ADB-F108-4CA9-857E-5E446C371D39}" dt="2026-03-24T07:42:18.713" v="273" actId="1076"/>
          <ac:picMkLst>
            <pc:docMk/>
            <pc:sldMk cId="3800071900" sldId="311"/>
            <ac:picMk id="2081" creationId="{79A35410-A49F-45F1-AFF3-4003904B1D5A}"/>
          </ac:picMkLst>
        </pc:picChg>
        <pc:picChg chg="add del mod">
          <ac:chgData name="ALBERTO LILLO GARCÍA" userId="0d3015df-96a3-45b4-9caa-dceca3e4f515" providerId="ADAL" clId="{309F7ADB-F108-4CA9-857E-5E446C371D39}" dt="2026-03-24T07:28:41.774" v="228" actId="478"/>
          <ac:picMkLst>
            <pc:docMk/>
            <pc:sldMk cId="3800071900" sldId="311"/>
            <ac:picMk id="3074" creationId="{BE76CA9F-E770-FDFC-53B5-237996F3BFA2}"/>
          </ac:picMkLst>
        </pc:picChg>
        <pc:cxnChg chg="del">
          <ac:chgData name="ALBERTO LILLO GARCÍA" userId="0d3015df-96a3-45b4-9caa-dceca3e4f515" providerId="ADAL" clId="{309F7ADB-F108-4CA9-857E-5E446C371D39}" dt="2026-03-24T07:24:20.885" v="196" actId="478"/>
          <ac:cxnSpMkLst>
            <pc:docMk/>
            <pc:sldMk cId="3800071900" sldId="311"/>
            <ac:cxnSpMk id="13" creationId="{F584E945-5851-2795-ADDD-058F6343BB83}"/>
          </ac:cxnSpMkLst>
        </pc:cxnChg>
        <pc:cxnChg chg="del">
          <ac:chgData name="ALBERTO LILLO GARCÍA" userId="0d3015df-96a3-45b4-9caa-dceca3e4f515" providerId="ADAL" clId="{309F7ADB-F108-4CA9-857E-5E446C371D39}" dt="2026-03-24T07:24:20.885" v="196" actId="478"/>
          <ac:cxnSpMkLst>
            <pc:docMk/>
            <pc:sldMk cId="3800071900" sldId="311"/>
            <ac:cxnSpMk id="21" creationId="{68006C3B-1DC4-04B3-237F-5587FE2617CE}"/>
          </ac:cxnSpMkLst>
        </pc:cxnChg>
      </pc:sldChg>
      <pc:sldChg chg="addSp delSp modSp new mod">
        <pc:chgData name="ALBERTO LILLO GARCÍA" userId="0d3015df-96a3-45b4-9caa-dceca3e4f515" providerId="ADAL" clId="{309F7ADB-F108-4CA9-857E-5E446C371D39}" dt="2026-03-24T07:44:53.662" v="283" actId="1076"/>
        <pc:sldMkLst>
          <pc:docMk/>
          <pc:sldMk cId="544429056" sldId="312"/>
        </pc:sldMkLst>
        <pc:spChg chg="del">
          <ac:chgData name="ALBERTO LILLO GARCÍA" userId="0d3015df-96a3-45b4-9caa-dceca3e4f515" providerId="ADAL" clId="{309F7ADB-F108-4CA9-857E-5E446C371D39}" dt="2026-03-24T07:43:36.769" v="276" actId="478"/>
          <ac:spMkLst>
            <pc:docMk/>
            <pc:sldMk cId="544429056" sldId="312"/>
            <ac:spMk id="2" creationId="{05EB92B1-FF6F-D894-2212-18FFD707E8D5}"/>
          </ac:spMkLst>
        </pc:spChg>
        <pc:spChg chg="del">
          <ac:chgData name="ALBERTO LILLO GARCÍA" userId="0d3015df-96a3-45b4-9caa-dceca3e4f515" providerId="ADAL" clId="{309F7ADB-F108-4CA9-857E-5E446C371D39}" dt="2026-03-24T07:43:35.075" v="275" actId="478"/>
          <ac:spMkLst>
            <pc:docMk/>
            <pc:sldMk cId="544429056" sldId="312"/>
            <ac:spMk id="3" creationId="{FC2E6C2D-1239-61F9-ECF6-1EA3695DF081}"/>
          </ac:spMkLst>
        </pc:spChg>
        <pc:spChg chg="del">
          <ac:chgData name="ALBERTO LILLO GARCÍA" userId="0d3015df-96a3-45b4-9caa-dceca3e4f515" providerId="ADAL" clId="{309F7ADB-F108-4CA9-857E-5E446C371D39}" dt="2026-03-24T07:43:37.534" v="277" actId="478"/>
          <ac:spMkLst>
            <pc:docMk/>
            <pc:sldMk cId="544429056" sldId="312"/>
            <ac:spMk id="4" creationId="{649BC340-DDAC-F4DA-1883-8299BFAF3116}"/>
          </ac:spMkLst>
        </pc:spChg>
        <pc:picChg chg="add del mod">
          <ac:chgData name="ALBERTO LILLO GARCÍA" userId="0d3015df-96a3-45b4-9caa-dceca3e4f515" providerId="ADAL" clId="{309F7ADB-F108-4CA9-857E-5E446C371D39}" dt="2026-03-24T07:43:51.425" v="280" actId="478"/>
          <ac:picMkLst>
            <pc:docMk/>
            <pc:sldMk cId="544429056" sldId="312"/>
            <ac:picMk id="7" creationId="{3701FFB6-2592-38D0-A964-252D29B1519A}"/>
          </ac:picMkLst>
        </pc:picChg>
        <pc:picChg chg="add mod">
          <ac:chgData name="ALBERTO LILLO GARCÍA" userId="0d3015df-96a3-45b4-9caa-dceca3e4f515" providerId="ADAL" clId="{309F7ADB-F108-4CA9-857E-5E446C371D39}" dt="2026-03-24T07:44:53.662" v="283" actId="1076"/>
          <ac:picMkLst>
            <pc:docMk/>
            <pc:sldMk cId="544429056" sldId="312"/>
            <ac:picMk id="9" creationId="{EF0B3811-3AFD-6CC2-0CA8-17E65915308C}"/>
          </ac:picMkLst>
        </pc:picChg>
      </pc:sldChg>
      <pc:sldChg chg="addSp delSp modSp add mod setBg">
        <pc:chgData name="ALBERTO LILLO GARCÍA" userId="0d3015df-96a3-45b4-9caa-dceca3e4f515" providerId="ADAL" clId="{309F7ADB-F108-4CA9-857E-5E446C371D39}" dt="2026-03-24T07:49:13.584" v="304" actId="14100"/>
        <pc:sldMkLst>
          <pc:docMk/>
          <pc:sldMk cId="1508696227" sldId="313"/>
        </pc:sldMkLst>
        <pc:spChg chg="mod">
          <ac:chgData name="ALBERTO LILLO GARCÍA" userId="0d3015df-96a3-45b4-9caa-dceca3e4f515" providerId="ADAL" clId="{309F7ADB-F108-4CA9-857E-5E446C371D39}" dt="2026-03-24T07:48:37.719" v="297" actId="1076"/>
          <ac:spMkLst>
            <pc:docMk/>
            <pc:sldMk cId="1508696227" sldId="313"/>
            <ac:spMk id="5" creationId="{70C8BFB6-B6D2-B3B5-29CF-FFAB0E96D07F}"/>
          </ac:spMkLst>
        </pc:spChg>
        <pc:picChg chg="add del mod">
          <ac:chgData name="ALBERTO LILLO GARCÍA" userId="0d3015df-96a3-45b4-9caa-dceca3e4f515" providerId="ADAL" clId="{309F7ADB-F108-4CA9-857E-5E446C371D39}" dt="2026-03-24T07:49:13.584" v="304" actId="14100"/>
          <ac:picMkLst>
            <pc:docMk/>
            <pc:sldMk cId="1508696227" sldId="313"/>
            <ac:picMk id="3" creationId="{394DA3F8-CC09-7716-C403-2675B3E69970}"/>
          </ac:picMkLst>
        </pc:picChg>
        <pc:picChg chg="del">
          <ac:chgData name="ALBERTO LILLO GARCÍA" userId="0d3015df-96a3-45b4-9caa-dceca3e4f515" providerId="ADAL" clId="{309F7ADB-F108-4CA9-857E-5E446C371D39}" dt="2026-03-24T07:47:22.701" v="285" actId="478"/>
          <ac:picMkLst>
            <pc:docMk/>
            <pc:sldMk cId="1508696227" sldId="313"/>
            <ac:picMk id="9" creationId="{69999C3B-15C2-23D6-EFE6-EB31624A168F}"/>
          </ac:picMkLst>
        </pc:picChg>
      </pc:sldChg>
      <pc:sldChg chg="addSp delSp modSp add mod">
        <pc:chgData name="ALBERTO LILLO GARCÍA" userId="0d3015df-96a3-45b4-9caa-dceca3e4f515" providerId="ADAL" clId="{309F7ADB-F108-4CA9-857E-5E446C371D39}" dt="2026-03-24T08:05:03.190" v="444" actId="1076"/>
        <pc:sldMkLst>
          <pc:docMk/>
          <pc:sldMk cId="1084617957" sldId="314"/>
        </pc:sldMkLst>
        <pc:spChg chg="del">
          <ac:chgData name="ALBERTO LILLO GARCÍA" userId="0d3015df-96a3-45b4-9caa-dceca3e4f515" providerId="ADAL" clId="{309F7ADB-F108-4CA9-857E-5E446C371D39}" dt="2026-03-24T07:55:57.152" v="314" actId="478"/>
          <ac:spMkLst>
            <pc:docMk/>
            <pc:sldMk cId="1084617957" sldId="314"/>
            <ac:spMk id="3" creationId="{63053E8E-5CCD-0635-5DA5-61E31297AD1F}"/>
          </ac:spMkLst>
        </pc:spChg>
        <pc:spChg chg="add del mod">
          <ac:chgData name="ALBERTO LILLO GARCÍA" userId="0d3015df-96a3-45b4-9caa-dceca3e4f515" providerId="ADAL" clId="{309F7ADB-F108-4CA9-857E-5E446C371D39}" dt="2026-03-24T07:56:37.979" v="339" actId="22"/>
          <ac:spMkLst>
            <pc:docMk/>
            <pc:sldMk cId="1084617957" sldId="314"/>
            <ac:spMk id="5" creationId="{C6F826BE-28C2-A6AD-712F-F12725BCF993}"/>
          </ac:spMkLst>
        </pc:spChg>
        <pc:spChg chg="del">
          <ac:chgData name="ALBERTO LILLO GARCÍA" userId="0d3015df-96a3-45b4-9caa-dceca3e4f515" providerId="ADAL" clId="{309F7ADB-F108-4CA9-857E-5E446C371D39}" dt="2026-03-24T07:55:57.152" v="314" actId="478"/>
          <ac:spMkLst>
            <pc:docMk/>
            <pc:sldMk cId="1084617957" sldId="314"/>
            <ac:spMk id="7" creationId="{C7A1C00F-8061-4124-9E4D-5104612A5ECF}"/>
          </ac:spMkLst>
        </pc:spChg>
        <pc:spChg chg="add mod">
          <ac:chgData name="ALBERTO LILLO GARCÍA" userId="0d3015df-96a3-45b4-9caa-dceca3e4f515" providerId="ADAL" clId="{309F7ADB-F108-4CA9-857E-5E446C371D39}" dt="2026-03-24T08:03:40.186" v="428" actId="1076"/>
          <ac:spMkLst>
            <pc:docMk/>
            <pc:sldMk cId="1084617957" sldId="314"/>
            <ac:spMk id="8" creationId="{2CB0BA7F-0639-4D83-F676-A081327AC176}"/>
          </ac:spMkLst>
        </pc:spChg>
        <pc:spChg chg="del">
          <ac:chgData name="ALBERTO LILLO GARCÍA" userId="0d3015df-96a3-45b4-9caa-dceca3e4f515" providerId="ADAL" clId="{309F7ADB-F108-4CA9-857E-5E446C371D39}" dt="2026-03-24T07:55:57.152" v="314" actId="478"/>
          <ac:spMkLst>
            <pc:docMk/>
            <pc:sldMk cId="1084617957" sldId="314"/>
            <ac:spMk id="10" creationId="{9CCE04BA-01CA-FCF0-0C2C-D9F6A12677A7}"/>
          </ac:spMkLst>
        </pc:spChg>
        <pc:spChg chg="del">
          <ac:chgData name="ALBERTO LILLO GARCÍA" userId="0d3015df-96a3-45b4-9caa-dceca3e4f515" providerId="ADAL" clId="{309F7ADB-F108-4CA9-857E-5E446C371D39}" dt="2026-03-24T07:55:57.152" v="314" actId="478"/>
          <ac:spMkLst>
            <pc:docMk/>
            <pc:sldMk cId="1084617957" sldId="314"/>
            <ac:spMk id="11" creationId="{9F82A103-1783-98B4-3A07-E8ABF275506C}"/>
          </ac:spMkLst>
        </pc:spChg>
        <pc:spChg chg="add mod">
          <ac:chgData name="ALBERTO LILLO GARCÍA" userId="0d3015df-96a3-45b4-9caa-dceca3e4f515" providerId="ADAL" clId="{309F7ADB-F108-4CA9-857E-5E446C371D39}" dt="2026-03-24T08:04:59.687" v="443" actId="20577"/>
          <ac:spMkLst>
            <pc:docMk/>
            <pc:sldMk cId="1084617957" sldId="314"/>
            <ac:spMk id="12" creationId="{ACCD83D5-D40D-0A84-391D-6FEA1D8E6864}"/>
          </ac:spMkLst>
        </pc:spChg>
        <pc:spChg chg="del">
          <ac:chgData name="ALBERTO LILLO GARCÍA" userId="0d3015df-96a3-45b4-9caa-dceca3e4f515" providerId="ADAL" clId="{309F7ADB-F108-4CA9-857E-5E446C371D39}" dt="2026-03-24T07:55:57.152" v="314" actId="478"/>
          <ac:spMkLst>
            <pc:docMk/>
            <pc:sldMk cId="1084617957" sldId="314"/>
            <ac:spMk id="18" creationId="{4AB10DEA-B5A3-6541-0020-BE863B6E0630}"/>
          </ac:spMkLst>
        </pc:spChg>
        <pc:spChg chg="mod">
          <ac:chgData name="ALBERTO LILLO GARCÍA" userId="0d3015df-96a3-45b4-9caa-dceca3e4f515" providerId="ADAL" clId="{309F7ADB-F108-4CA9-857E-5E446C371D39}" dt="2026-03-24T07:56:32.122" v="336" actId="20577"/>
          <ac:spMkLst>
            <pc:docMk/>
            <pc:sldMk cId="1084617957" sldId="314"/>
            <ac:spMk id="771" creationId="{D3EBD189-0968-3106-5B6E-566F5808600B}"/>
          </ac:spMkLst>
        </pc:spChg>
        <pc:grpChg chg="del">
          <ac:chgData name="ALBERTO LILLO GARCÍA" userId="0d3015df-96a3-45b4-9caa-dceca3e4f515" providerId="ADAL" clId="{309F7ADB-F108-4CA9-857E-5E446C371D39}" dt="2026-03-24T07:55:59.052" v="315" actId="478"/>
          <ac:grpSpMkLst>
            <pc:docMk/>
            <pc:sldMk cId="1084617957" sldId="314"/>
            <ac:grpSpMk id="791" creationId="{BBF512AB-8E59-A25A-C79A-C861BF85777B}"/>
          </ac:grpSpMkLst>
        </pc:grpChg>
        <pc:picChg chg="add mod">
          <ac:chgData name="ALBERTO LILLO GARCÍA" userId="0d3015df-96a3-45b4-9caa-dceca3e4f515" providerId="ADAL" clId="{309F7ADB-F108-4CA9-857E-5E446C371D39}" dt="2026-03-24T08:05:03.190" v="444" actId="1076"/>
          <ac:picMkLst>
            <pc:docMk/>
            <pc:sldMk cId="1084617957" sldId="314"/>
            <ac:picMk id="14" creationId="{00A53A89-51D5-EE90-0511-41B08AB5D569}"/>
          </ac:picMkLst>
        </pc:picChg>
        <pc:picChg chg="add mod">
          <ac:chgData name="ALBERTO LILLO GARCÍA" userId="0d3015df-96a3-45b4-9caa-dceca3e4f515" providerId="ADAL" clId="{309F7ADB-F108-4CA9-857E-5E446C371D39}" dt="2026-03-24T08:03:40.186" v="428" actId="1076"/>
          <ac:picMkLst>
            <pc:docMk/>
            <pc:sldMk cId="1084617957" sldId="314"/>
            <ac:picMk id="1026" creationId="{FAE0CECA-54FA-0006-4E10-2C8D1C5327F3}"/>
          </ac:picMkLst>
        </pc:picChg>
        <pc:picChg chg="del">
          <ac:chgData name="ALBERTO LILLO GARCÍA" userId="0d3015df-96a3-45b4-9caa-dceca3e4f515" providerId="ADAL" clId="{309F7ADB-F108-4CA9-857E-5E446C371D39}" dt="2026-03-24T07:55:57.152" v="314" actId="478"/>
          <ac:picMkLst>
            <pc:docMk/>
            <pc:sldMk cId="1084617957" sldId="314"/>
            <ac:picMk id="2050" creationId="{FFB4BC74-859B-8829-9587-15B50C36A242}"/>
          </ac:picMkLst>
        </pc:picChg>
        <pc:picChg chg="del">
          <ac:chgData name="ALBERTO LILLO GARCÍA" userId="0d3015df-96a3-45b4-9caa-dceca3e4f515" providerId="ADAL" clId="{309F7ADB-F108-4CA9-857E-5E446C371D39}" dt="2026-03-24T07:56:00.580" v="316" actId="478"/>
          <ac:picMkLst>
            <pc:docMk/>
            <pc:sldMk cId="1084617957" sldId="314"/>
            <ac:picMk id="2052" creationId="{180CA5EB-9C91-639E-9484-ED7E55D08262}"/>
          </ac:picMkLst>
        </pc:picChg>
        <pc:picChg chg="del">
          <ac:chgData name="ALBERTO LILLO GARCÍA" userId="0d3015df-96a3-45b4-9caa-dceca3e4f515" providerId="ADAL" clId="{309F7ADB-F108-4CA9-857E-5E446C371D39}" dt="2026-03-24T07:55:57.152" v="314" actId="478"/>
          <ac:picMkLst>
            <pc:docMk/>
            <pc:sldMk cId="1084617957" sldId="314"/>
            <ac:picMk id="2054" creationId="{502336F2-7847-295E-250C-772E47753D0D}"/>
          </ac:picMkLst>
        </pc:picChg>
        <pc:cxnChg chg="del">
          <ac:chgData name="ALBERTO LILLO GARCÍA" userId="0d3015df-96a3-45b4-9caa-dceca3e4f515" providerId="ADAL" clId="{309F7ADB-F108-4CA9-857E-5E446C371D39}" dt="2026-03-24T07:55:57.152" v="314" actId="478"/>
          <ac:cxnSpMkLst>
            <pc:docMk/>
            <pc:sldMk cId="1084617957" sldId="314"/>
            <ac:cxnSpMk id="13" creationId="{8C2C30CD-E520-2BCD-C71F-E09CF234B689}"/>
          </ac:cxnSpMkLst>
        </pc:cxnChg>
        <pc:cxnChg chg="del">
          <ac:chgData name="ALBERTO LILLO GARCÍA" userId="0d3015df-96a3-45b4-9caa-dceca3e4f515" providerId="ADAL" clId="{309F7ADB-F108-4CA9-857E-5E446C371D39}" dt="2026-03-24T07:55:57.152" v="314" actId="478"/>
          <ac:cxnSpMkLst>
            <pc:docMk/>
            <pc:sldMk cId="1084617957" sldId="314"/>
            <ac:cxnSpMk id="21" creationId="{2442FB53-55DA-726F-B66F-C35C279DC2F1}"/>
          </ac:cxnSpMkLst>
        </pc:cxnChg>
      </pc:sldChg>
      <pc:sldChg chg="addSp modSp add mod">
        <pc:chgData name="ALBERTO LILLO GARCÍA" userId="0d3015df-96a3-45b4-9caa-dceca3e4f515" providerId="ADAL" clId="{309F7ADB-F108-4CA9-857E-5E446C371D39}" dt="2026-03-24T08:07:57.080" v="474" actId="1036"/>
        <pc:sldMkLst>
          <pc:docMk/>
          <pc:sldMk cId="725114196" sldId="315"/>
        </pc:sldMkLst>
        <pc:spChg chg="mod">
          <ac:chgData name="ALBERTO LILLO GARCÍA" userId="0d3015df-96a3-45b4-9caa-dceca3e4f515" providerId="ADAL" clId="{309F7ADB-F108-4CA9-857E-5E446C371D39}" dt="2026-03-24T07:57:49.374" v="365"/>
          <ac:spMkLst>
            <pc:docMk/>
            <pc:sldMk cId="725114196" sldId="315"/>
            <ac:spMk id="771" creationId="{B6B274B3-4FB2-6997-2F66-6919D8F41266}"/>
          </ac:spMkLst>
        </pc:spChg>
        <pc:picChg chg="add mod modCrop">
          <ac:chgData name="ALBERTO LILLO GARCÍA" userId="0d3015df-96a3-45b4-9caa-dceca3e4f515" providerId="ADAL" clId="{309F7ADB-F108-4CA9-857E-5E446C371D39}" dt="2026-03-24T08:07:57.080" v="474" actId="1036"/>
          <ac:picMkLst>
            <pc:docMk/>
            <pc:sldMk cId="725114196" sldId="315"/>
            <ac:picMk id="4" creationId="{053E685F-38C0-8925-42ED-A1C99393FF90}"/>
          </ac:picMkLst>
        </pc:picChg>
      </pc:sldChg>
      <pc:sldChg chg="add del">
        <pc:chgData name="ALBERTO LILLO GARCÍA" userId="0d3015df-96a3-45b4-9caa-dceca3e4f515" providerId="ADAL" clId="{309F7ADB-F108-4CA9-857E-5E446C371D39}" dt="2026-03-24T07:55:49.602" v="313"/>
        <pc:sldMkLst>
          <pc:docMk/>
          <pc:sldMk cId="3598371173" sldId="315"/>
        </pc:sldMkLst>
      </pc:sldChg>
      <pc:sldChg chg="addSp modSp add mod">
        <pc:chgData name="ALBERTO LILLO GARCÍA" userId="0d3015df-96a3-45b4-9caa-dceca3e4f515" providerId="ADAL" clId="{309F7ADB-F108-4CA9-857E-5E446C371D39}" dt="2026-03-24T08:08:02.611" v="495" actId="1035"/>
        <pc:sldMkLst>
          <pc:docMk/>
          <pc:sldMk cId="2511766246" sldId="316"/>
        </pc:sldMkLst>
        <pc:spChg chg="mod">
          <ac:chgData name="ALBERTO LILLO GARCÍA" userId="0d3015df-96a3-45b4-9caa-dceca3e4f515" providerId="ADAL" clId="{309F7ADB-F108-4CA9-857E-5E446C371D39}" dt="2026-03-24T07:57:57.613" v="377" actId="20577"/>
          <ac:spMkLst>
            <pc:docMk/>
            <pc:sldMk cId="2511766246" sldId="316"/>
            <ac:spMk id="771" creationId="{862FEF13-5B75-BDBD-FD90-48CFCAFACEFA}"/>
          </ac:spMkLst>
        </pc:spChg>
        <pc:picChg chg="add mod modCrop">
          <ac:chgData name="ALBERTO LILLO GARCÍA" userId="0d3015df-96a3-45b4-9caa-dceca3e4f515" providerId="ADAL" clId="{309F7ADB-F108-4CA9-857E-5E446C371D39}" dt="2026-03-24T08:08:02.611" v="495" actId="1035"/>
          <ac:picMkLst>
            <pc:docMk/>
            <pc:sldMk cId="2511766246" sldId="316"/>
            <ac:picMk id="4" creationId="{EBA59B08-7FEF-1669-02E7-25C998985756}"/>
          </ac:picMkLst>
        </pc:picChg>
      </pc:sldChg>
      <pc:sldChg chg="add del">
        <pc:chgData name="ALBERTO LILLO GARCÍA" userId="0d3015df-96a3-45b4-9caa-dceca3e4f515" providerId="ADAL" clId="{309F7ADB-F108-4CA9-857E-5E446C371D39}" dt="2026-03-24T07:55:47.300" v="312"/>
        <pc:sldMkLst>
          <pc:docMk/>
          <pc:sldMk cId="3427377322" sldId="316"/>
        </pc:sldMkLst>
      </pc:sldChg>
      <pc:sldChg chg="add del">
        <pc:chgData name="ALBERTO LILLO GARCÍA" userId="0d3015df-96a3-45b4-9caa-dceca3e4f515" providerId="ADAL" clId="{309F7ADB-F108-4CA9-857E-5E446C371D39}" dt="2026-03-24T07:55:46.962" v="311"/>
        <pc:sldMkLst>
          <pc:docMk/>
          <pc:sldMk cId="2465636199" sldId="317"/>
        </pc:sldMkLst>
      </pc:sldChg>
      <pc:sldChg chg="addSp modSp add mod">
        <pc:chgData name="ALBERTO LILLO GARCÍA" userId="0d3015df-96a3-45b4-9caa-dceca3e4f515" providerId="ADAL" clId="{309F7ADB-F108-4CA9-857E-5E446C371D39}" dt="2026-03-24T08:31:17.409" v="497" actId="22"/>
        <pc:sldMkLst>
          <pc:docMk/>
          <pc:sldMk cId="2653149371" sldId="317"/>
        </pc:sldMkLst>
        <pc:spChg chg="mod">
          <ac:chgData name="ALBERTO LILLO GARCÍA" userId="0d3015df-96a3-45b4-9caa-dceca3e4f515" providerId="ADAL" clId="{309F7ADB-F108-4CA9-857E-5E446C371D39}" dt="2026-03-24T07:58:30.736" v="393" actId="20577"/>
          <ac:spMkLst>
            <pc:docMk/>
            <pc:sldMk cId="2653149371" sldId="317"/>
            <ac:spMk id="771" creationId="{BFDB4B9E-BA04-E958-336E-C38FB2BBB568}"/>
          </ac:spMkLst>
        </pc:spChg>
        <pc:picChg chg="add">
          <ac:chgData name="ALBERTO LILLO GARCÍA" userId="0d3015df-96a3-45b4-9caa-dceca3e4f515" providerId="ADAL" clId="{309F7ADB-F108-4CA9-857E-5E446C371D39}" dt="2026-03-24T08:31:17.409" v="497" actId="22"/>
          <ac:picMkLst>
            <pc:docMk/>
            <pc:sldMk cId="2653149371" sldId="317"/>
            <ac:picMk id="4" creationId="{F613908B-ADB2-5E63-193A-FFC67048A4D3}"/>
          </ac:picMkLst>
        </pc:picChg>
      </pc:sldChg>
      <pc:sldChg chg="add del">
        <pc:chgData name="ALBERTO LILLO GARCÍA" userId="0d3015df-96a3-45b4-9caa-dceca3e4f515" providerId="ADAL" clId="{309F7ADB-F108-4CA9-857E-5E446C371D39}" dt="2026-03-24T07:55:46.556" v="310"/>
        <pc:sldMkLst>
          <pc:docMk/>
          <pc:sldMk cId="1520289645" sldId="318"/>
        </pc:sldMkLst>
      </pc:sldChg>
      <pc:sldChg chg="addSp delSp modSp add mod">
        <pc:chgData name="ALBERTO LILLO GARCÍA" userId="0d3015df-96a3-45b4-9caa-dceca3e4f515" providerId="ADAL" clId="{309F7ADB-F108-4CA9-857E-5E446C371D39}" dt="2026-03-24T08:35:36.907" v="504" actId="732"/>
        <pc:sldMkLst>
          <pc:docMk/>
          <pc:sldMk cId="3951448810" sldId="318"/>
        </pc:sldMkLst>
        <pc:spChg chg="mod">
          <ac:chgData name="ALBERTO LILLO GARCÍA" userId="0d3015df-96a3-45b4-9caa-dceca3e4f515" providerId="ADAL" clId="{309F7ADB-F108-4CA9-857E-5E446C371D39}" dt="2026-03-24T07:58:41.818" v="402" actId="20577"/>
          <ac:spMkLst>
            <pc:docMk/>
            <pc:sldMk cId="3951448810" sldId="318"/>
            <ac:spMk id="771" creationId="{E85393F4-0423-F63C-AA5E-62D5AC84D589}"/>
          </ac:spMkLst>
        </pc:spChg>
        <pc:picChg chg="add del">
          <ac:chgData name="ALBERTO LILLO GARCÍA" userId="0d3015df-96a3-45b4-9caa-dceca3e4f515" providerId="ADAL" clId="{309F7ADB-F108-4CA9-857E-5E446C371D39}" dt="2026-03-24T08:34:30.277" v="499" actId="478"/>
          <ac:picMkLst>
            <pc:docMk/>
            <pc:sldMk cId="3951448810" sldId="318"/>
            <ac:picMk id="4" creationId="{4940F4D9-540A-0FBE-33F0-AC67F0453F4B}"/>
          </ac:picMkLst>
        </pc:picChg>
        <pc:picChg chg="add mod modCrop">
          <ac:chgData name="ALBERTO LILLO GARCÍA" userId="0d3015df-96a3-45b4-9caa-dceca3e4f515" providerId="ADAL" clId="{309F7ADB-F108-4CA9-857E-5E446C371D39}" dt="2026-03-24T08:35:36.907" v="504" actId="732"/>
          <ac:picMkLst>
            <pc:docMk/>
            <pc:sldMk cId="3951448810" sldId="318"/>
            <ac:picMk id="6" creationId="{95AD4F63-2BF6-4CC1-F7FF-6DD6345273A2}"/>
          </ac:picMkLst>
        </pc:picChg>
      </pc:sldChg>
      <pc:sldChg chg="addSp modSp add mod">
        <pc:chgData name="ALBERTO LILLO GARCÍA" userId="0d3015df-96a3-45b4-9caa-dceca3e4f515" providerId="ADAL" clId="{309F7ADB-F108-4CA9-857E-5E446C371D39}" dt="2026-03-24T08:16:25.882" v="496" actId="22"/>
        <pc:sldMkLst>
          <pc:docMk/>
          <pc:sldMk cId="2914300344" sldId="319"/>
        </pc:sldMkLst>
        <pc:spChg chg="mod">
          <ac:chgData name="ALBERTO LILLO GARCÍA" userId="0d3015df-96a3-45b4-9caa-dceca3e4f515" providerId="ADAL" clId="{309F7ADB-F108-4CA9-857E-5E446C371D39}" dt="2026-03-24T07:58:15.402" v="386" actId="27636"/>
          <ac:spMkLst>
            <pc:docMk/>
            <pc:sldMk cId="2914300344" sldId="319"/>
            <ac:spMk id="771" creationId="{6F8DDB59-6FC0-7771-140C-B6020EC69C1A}"/>
          </ac:spMkLst>
        </pc:spChg>
        <pc:picChg chg="add">
          <ac:chgData name="ALBERTO LILLO GARCÍA" userId="0d3015df-96a3-45b4-9caa-dceca3e4f515" providerId="ADAL" clId="{309F7ADB-F108-4CA9-857E-5E446C371D39}" dt="2026-03-24T08:16:25.882" v="496" actId="22"/>
          <ac:picMkLst>
            <pc:docMk/>
            <pc:sldMk cId="2914300344" sldId="319"/>
            <ac:picMk id="4" creationId="{04B8FFCC-6F9C-E31E-5463-64CE043FC229}"/>
          </ac:picMkLst>
        </pc:picChg>
      </pc:sldChg>
      <pc:sldChg chg="addSp delSp modSp add mod">
        <pc:chgData name="ALBERTO LILLO GARCÍA" userId="0d3015df-96a3-45b4-9caa-dceca3e4f515" providerId="ADAL" clId="{309F7ADB-F108-4CA9-857E-5E446C371D39}" dt="2026-03-24T18:02:14.751" v="629" actId="208"/>
        <pc:sldMkLst>
          <pc:docMk/>
          <pc:sldMk cId="1826980213" sldId="322"/>
        </pc:sldMkLst>
        <pc:spChg chg="del">
          <ac:chgData name="ALBERTO LILLO GARCÍA" userId="0d3015df-96a3-45b4-9caa-dceca3e4f515" providerId="ADAL" clId="{309F7ADB-F108-4CA9-857E-5E446C371D39}" dt="2026-03-24T17:48:16.516" v="510" actId="478"/>
          <ac:spMkLst>
            <pc:docMk/>
            <pc:sldMk cId="1826980213" sldId="322"/>
            <ac:spMk id="1804" creationId="{9AB6DF5C-EFC7-828F-EBD6-9230AD5D2348}"/>
          </ac:spMkLst>
        </pc:spChg>
        <pc:spChg chg="del">
          <ac:chgData name="ALBERTO LILLO GARCÍA" userId="0d3015df-96a3-45b4-9caa-dceca3e4f515" providerId="ADAL" clId="{309F7ADB-F108-4CA9-857E-5E446C371D39}" dt="2026-03-24T17:48:16.516" v="510" actId="478"/>
          <ac:spMkLst>
            <pc:docMk/>
            <pc:sldMk cId="1826980213" sldId="322"/>
            <ac:spMk id="1805" creationId="{01926BC7-F2A7-C593-A555-5C49FCB62BFF}"/>
          </ac:spMkLst>
        </pc:spChg>
        <pc:spChg chg="del">
          <ac:chgData name="ALBERTO LILLO GARCÍA" userId="0d3015df-96a3-45b4-9caa-dceca3e4f515" providerId="ADAL" clId="{309F7ADB-F108-4CA9-857E-5E446C371D39}" dt="2026-03-24T17:48:16.516" v="510" actId="478"/>
          <ac:spMkLst>
            <pc:docMk/>
            <pc:sldMk cId="1826980213" sldId="322"/>
            <ac:spMk id="1806" creationId="{993F2715-6CF7-72BE-525A-3410B015523C}"/>
          </ac:spMkLst>
        </pc:spChg>
        <pc:spChg chg="del">
          <ac:chgData name="ALBERTO LILLO GARCÍA" userId="0d3015df-96a3-45b4-9caa-dceca3e4f515" providerId="ADAL" clId="{309F7ADB-F108-4CA9-857E-5E446C371D39}" dt="2026-03-24T17:48:16.516" v="510" actId="478"/>
          <ac:spMkLst>
            <pc:docMk/>
            <pc:sldMk cId="1826980213" sldId="322"/>
            <ac:spMk id="1807" creationId="{791AFC92-ABC3-B343-DAAB-60C8193ECCC5}"/>
          </ac:spMkLst>
        </pc:spChg>
        <pc:spChg chg="del">
          <ac:chgData name="ALBERTO LILLO GARCÍA" userId="0d3015df-96a3-45b4-9caa-dceca3e4f515" providerId="ADAL" clId="{309F7ADB-F108-4CA9-857E-5E446C371D39}" dt="2026-03-24T17:48:16.516" v="510" actId="478"/>
          <ac:spMkLst>
            <pc:docMk/>
            <pc:sldMk cId="1826980213" sldId="322"/>
            <ac:spMk id="1808" creationId="{4B632629-F1D7-A8C7-2550-5D71CA275E56}"/>
          </ac:spMkLst>
        </pc:spChg>
        <pc:spChg chg="del">
          <ac:chgData name="ALBERTO LILLO GARCÍA" userId="0d3015df-96a3-45b4-9caa-dceca3e4f515" providerId="ADAL" clId="{309F7ADB-F108-4CA9-857E-5E446C371D39}" dt="2026-03-24T17:48:16.516" v="510" actId="478"/>
          <ac:spMkLst>
            <pc:docMk/>
            <pc:sldMk cId="1826980213" sldId="322"/>
            <ac:spMk id="1809" creationId="{63DF6985-A749-5179-100A-5EF0367593D7}"/>
          </ac:spMkLst>
        </pc:spChg>
        <pc:spChg chg="add del mod">
          <ac:chgData name="ALBERTO LILLO GARCÍA" userId="0d3015df-96a3-45b4-9caa-dceca3e4f515" providerId="ADAL" clId="{309F7ADB-F108-4CA9-857E-5E446C371D39}" dt="2026-03-24T17:48:19.933" v="511" actId="478"/>
          <ac:spMkLst>
            <pc:docMk/>
            <pc:sldMk cId="1826980213" sldId="322"/>
            <ac:spMk id="1973" creationId="{12D2658B-FB26-2655-E8BE-5A3448FDEB3B}"/>
          </ac:spMkLst>
        </pc:spChg>
        <pc:spChg chg="del">
          <ac:chgData name="ALBERTO LILLO GARCÍA" userId="0d3015df-96a3-45b4-9caa-dceca3e4f515" providerId="ADAL" clId="{309F7ADB-F108-4CA9-857E-5E446C371D39}" dt="2026-03-24T17:48:19.933" v="511" actId="478"/>
          <ac:spMkLst>
            <pc:docMk/>
            <pc:sldMk cId="1826980213" sldId="322"/>
            <ac:spMk id="1975" creationId="{3FA7B7AD-81D5-708D-4C4E-35BAC87CDAFD}"/>
          </ac:spMkLst>
        </pc:spChg>
        <pc:spChg chg="del">
          <ac:chgData name="ALBERTO LILLO GARCÍA" userId="0d3015df-96a3-45b4-9caa-dceca3e4f515" providerId="ADAL" clId="{309F7ADB-F108-4CA9-857E-5E446C371D39}" dt="2026-03-24T17:48:19.933" v="511" actId="478"/>
          <ac:spMkLst>
            <pc:docMk/>
            <pc:sldMk cId="1826980213" sldId="322"/>
            <ac:spMk id="1977" creationId="{AAF7D918-2E97-77E1-4565-E14D34683115}"/>
          </ac:spMkLst>
        </pc:spChg>
        <pc:spChg chg="add del mod">
          <ac:chgData name="ALBERTO LILLO GARCÍA" userId="0d3015df-96a3-45b4-9caa-dceca3e4f515" providerId="ADAL" clId="{309F7ADB-F108-4CA9-857E-5E446C371D39}" dt="2026-03-24T17:48:19.933" v="511" actId="478"/>
          <ac:spMkLst>
            <pc:docMk/>
            <pc:sldMk cId="1826980213" sldId="322"/>
            <ac:spMk id="1979" creationId="{D42B6197-2C50-B45C-70FD-A0A820673CAD}"/>
          </ac:spMkLst>
        </pc:spChg>
        <pc:spChg chg="add del mod">
          <ac:chgData name="ALBERTO LILLO GARCÍA" userId="0d3015df-96a3-45b4-9caa-dceca3e4f515" providerId="ADAL" clId="{309F7ADB-F108-4CA9-857E-5E446C371D39}" dt="2026-03-24T17:48:19.933" v="511" actId="478"/>
          <ac:spMkLst>
            <pc:docMk/>
            <pc:sldMk cId="1826980213" sldId="322"/>
            <ac:spMk id="1981" creationId="{A61404D7-E3DB-8C8C-3663-683E23BD6734}"/>
          </ac:spMkLst>
        </pc:spChg>
        <pc:spChg chg="add del mod">
          <ac:chgData name="ALBERTO LILLO GARCÍA" userId="0d3015df-96a3-45b4-9caa-dceca3e4f515" providerId="ADAL" clId="{309F7ADB-F108-4CA9-857E-5E446C371D39}" dt="2026-03-24T17:48:19.933" v="511" actId="478"/>
          <ac:spMkLst>
            <pc:docMk/>
            <pc:sldMk cId="1826980213" sldId="322"/>
            <ac:spMk id="1983" creationId="{C9809302-76EB-B8B8-9DAD-137B23FC6AA5}"/>
          </ac:spMkLst>
        </pc:spChg>
        <pc:spChg chg="add mod">
          <ac:chgData name="ALBERTO LILLO GARCÍA" userId="0d3015df-96a3-45b4-9caa-dceca3e4f515" providerId="ADAL" clId="{309F7ADB-F108-4CA9-857E-5E446C371D39}" dt="2026-03-24T17:53:04.523" v="532" actId="1076"/>
          <ac:spMkLst>
            <pc:docMk/>
            <pc:sldMk cId="1826980213" sldId="322"/>
            <ac:spMk id="1985" creationId="{45892005-29A9-644D-1503-275DC8BCEC3D}"/>
          </ac:spMkLst>
        </pc:spChg>
        <pc:spChg chg="add mod">
          <ac:chgData name="ALBERTO LILLO GARCÍA" userId="0d3015df-96a3-45b4-9caa-dceca3e4f515" providerId="ADAL" clId="{309F7ADB-F108-4CA9-857E-5E446C371D39}" dt="2026-03-24T18:01:26.687" v="585" actId="1076"/>
          <ac:spMkLst>
            <pc:docMk/>
            <pc:sldMk cId="1826980213" sldId="322"/>
            <ac:spMk id="1986" creationId="{3B28287E-EB35-EC0B-59CD-33E9A4C9CE76}"/>
          </ac:spMkLst>
        </pc:spChg>
        <pc:spChg chg="add mod">
          <ac:chgData name="ALBERTO LILLO GARCÍA" userId="0d3015df-96a3-45b4-9caa-dceca3e4f515" providerId="ADAL" clId="{309F7ADB-F108-4CA9-857E-5E446C371D39}" dt="2026-03-24T17:59:05.214" v="546" actId="1076"/>
          <ac:spMkLst>
            <pc:docMk/>
            <pc:sldMk cId="1826980213" sldId="322"/>
            <ac:spMk id="1989" creationId="{6337C896-CC30-A93C-5336-BAAA71BCBBAB}"/>
          </ac:spMkLst>
        </pc:spChg>
        <pc:spChg chg="add mod">
          <ac:chgData name="ALBERTO LILLO GARCÍA" userId="0d3015df-96a3-45b4-9caa-dceca3e4f515" providerId="ADAL" clId="{309F7ADB-F108-4CA9-857E-5E446C371D39}" dt="2026-03-24T17:59:26.322" v="550"/>
          <ac:spMkLst>
            <pc:docMk/>
            <pc:sldMk cId="1826980213" sldId="322"/>
            <ac:spMk id="1990" creationId="{8CAA891C-82AD-6D8F-811D-0072ABB53AE6}"/>
          </ac:spMkLst>
        </pc:spChg>
        <pc:spChg chg="add mod">
          <ac:chgData name="ALBERTO LILLO GARCÍA" userId="0d3015df-96a3-45b4-9caa-dceca3e4f515" providerId="ADAL" clId="{309F7ADB-F108-4CA9-857E-5E446C371D39}" dt="2026-03-24T18:01:47.080" v="624" actId="20577"/>
          <ac:spMkLst>
            <pc:docMk/>
            <pc:sldMk cId="1826980213" sldId="322"/>
            <ac:spMk id="1991" creationId="{EA3D60B4-DF51-6CD8-929F-431DB4B201E8}"/>
          </ac:spMkLst>
        </pc:spChg>
        <pc:grpChg chg="mod">
          <ac:chgData name="ALBERTO LILLO GARCÍA" userId="0d3015df-96a3-45b4-9caa-dceca3e4f515" providerId="ADAL" clId="{309F7ADB-F108-4CA9-857E-5E446C371D39}" dt="2026-03-24T17:59:09.136" v="548" actId="1076"/>
          <ac:grpSpMkLst>
            <pc:docMk/>
            <pc:sldMk cId="1826980213" sldId="322"/>
            <ac:grpSpMk id="3" creationId="{8BD82EE0-E53E-1495-BE2B-865331F7E95F}"/>
          </ac:grpSpMkLst>
        </pc:grpChg>
        <pc:grpChg chg="del">
          <ac:chgData name="ALBERTO LILLO GARCÍA" userId="0d3015df-96a3-45b4-9caa-dceca3e4f515" providerId="ADAL" clId="{309F7ADB-F108-4CA9-857E-5E446C371D39}" dt="2026-03-24T17:48:10.284" v="509" actId="478"/>
          <ac:grpSpMkLst>
            <pc:docMk/>
            <pc:sldMk cId="1826980213" sldId="322"/>
            <ac:grpSpMk id="1810" creationId="{6589283B-B55F-417B-9E18-3547325CAA5B}"/>
          </ac:grpSpMkLst>
        </pc:grpChg>
        <pc:grpChg chg="del">
          <ac:chgData name="ALBERTO LILLO GARCÍA" userId="0d3015df-96a3-45b4-9caa-dceca3e4f515" providerId="ADAL" clId="{309F7ADB-F108-4CA9-857E-5E446C371D39}" dt="2026-03-24T17:48:23.103" v="513" actId="478"/>
          <ac:grpSpMkLst>
            <pc:docMk/>
            <pc:sldMk cId="1826980213" sldId="322"/>
            <ac:grpSpMk id="1814" creationId="{67AA144A-0CA7-15F6-4067-EB9EAA6E5027}"/>
          </ac:grpSpMkLst>
        </pc:grpChg>
        <pc:grpChg chg="del">
          <ac:chgData name="ALBERTO LILLO GARCÍA" userId="0d3015df-96a3-45b4-9caa-dceca3e4f515" providerId="ADAL" clId="{309F7ADB-F108-4CA9-857E-5E446C371D39}" dt="2026-03-24T17:48:21.513" v="512" actId="478"/>
          <ac:grpSpMkLst>
            <pc:docMk/>
            <pc:sldMk cId="1826980213" sldId="322"/>
            <ac:grpSpMk id="1818" creationId="{DA62CCAA-D613-0A22-90AD-7DDD13A6BCE9}"/>
          </ac:grpSpMkLst>
        </pc:grpChg>
        <pc:picChg chg="add mod">
          <ac:chgData name="ALBERTO LILLO GARCÍA" userId="0d3015df-96a3-45b4-9caa-dceca3e4f515" providerId="ADAL" clId="{309F7ADB-F108-4CA9-857E-5E446C371D39}" dt="2026-03-24T17:59:11.394" v="549" actId="1076"/>
          <ac:picMkLst>
            <pc:docMk/>
            <pc:sldMk cId="1826980213" sldId="322"/>
            <ac:picMk id="1988" creationId="{7921110C-5C55-0FD1-9B75-B2BCA6EC2DE1}"/>
          </ac:picMkLst>
        </pc:picChg>
        <pc:cxnChg chg="add mod">
          <ac:chgData name="ALBERTO LILLO GARCÍA" userId="0d3015df-96a3-45b4-9caa-dceca3e4f515" providerId="ADAL" clId="{309F7ADB-F108-4CA9-857E-5E446C371D39}" dt="2026-03-24T18:02:14.751" v="629" actId="208"/>
          <ac:cxnSpMkLst>
            <pc:docMk/>
            <pc:sldMk cId="1826980213" sldId="322"/>
            <ac:cxnSpMk id="1993" creationId="{97E3EF14-AE13-FC7B-B13F-9C4E4EB05C16}"/>
          </ac:cxnSpMkLst>
        </pc:cxnChg>
      </pc:sldChg>
      <pc:sldChg chg="addSp delSp modSp add mod">
        <pc:chgData name="ALBERTO LILLO GARCÍA" userId="0d3015df-96a3-45b4-9caa-dceca3e4f515" providerId="ADAL" clId="{309F7ADB-F108-4CA9-857E-5E446C371D39}" dt="2026-03-24T18:10:29.978" v="661"/>
        <pc:sldMkLst>
          <pc:docMk/>
          <pc:sldMk cId="4280856631" sldId="323"/>
        </pc:sldMkLst>
        <pc:spChg chg="mod">
          <ac:chgData name="ALBERTO LILLO GARCÍA" userId="0d3015df-96a3-45b4-9caa-dceca3e4f515" providerId="ADAL" clId="{309F7ADB-F108-4CA9-857E-5E446C371D39}" dt="2026-03-24T18:09:55.876" v="655" actId="1076"/>
          <ac:spMkLst>
            <pc:docMk/>
            <pc:sldMk cId="4280856631" sldId="323"/>
            <ac:spMk id="2" creationId="{0CAD0F54-E959-6E10-6D4D-E1B50513AE18}"/>
          </ac:spMkLst>
        </pc:spChg>
        <pc:spChg chg="add del mod">
          <ac:chgData name="ALBERTO LILLO GARCÍA" userId="0d3015df-96a3-45b4-9caa-dceca3e4f515" providerId="ADAL" clId="{309F7ADB-F108-4CA9-857E-5E446C371D39}" dt="2026-03-24T18:07:23.277" v="632" actId="478"/>
          <ac:spMkLst>
            <pc:docMk/>
            <pc:sldMk cId="4280856631" sldId="323"/>
            <ac:spMk id="4" creationId="{FD79FA65-9C8F-F582-B794-14B1AA307C0F}"/>
          </ac:spMkLst>
        </pc:spChg>
        <pc:spChg chg="add mod">
          <ac:chgData name="ALBERTO LILLO GARCÍA" userId="0d3015df-96a3-45b4-9caa-dceca3e4f515" providerId="ADAL" clId="{309F7ADB-F108-4CA9-857E-5E446C371D39}" dt="2026-03-24T18:10:08.692" v="657" actId="1076"/>
          <ac:spMkLst>
            <pc:docMk/>
            <pc:sldMk cId="4280856631" sldId="323"/>
            <ac:spMk id="5" creationId="{366063C8-96F0-C85B-E949-903A887FEFAD}"/>
          </ac:spMkLst>
        </pc:spChg>
        <pc:spChg chg="add mod">
          <ac:chgData name="ALBERTO LILLO GARCÍA" userId="0d3015df-96a3-45b4-9caa-dceca3e4f515" providerId="ADAL" clId="{309F7ADB-F108-4CA9-857E-5E446C371D39}" dt="2026-03-24T18:10:08.692" v="657" actId="1076"/>
          <ac:spMkLst>
            <pc:docMk/>
            <pc:sldMk cId="4280856631" sldId="323"/>
            <ac:spMk id="6" creationId="{FE618957-760D-DA75-1353-672C10800996}"/>
          </ac:spMkLst>
        </pc:spChg>
        <pc:spChg chg="mod">
          <ac:chgData name="ALBERTO LILLO GARCÍA" userId="0d3015df-96a3-45b4-9caa-dceca3e4f515" providerId="ADAL" clId="{309F7ADB-F108-4CA9-857E-5E446C371D39}" dt="2026-03-24T18:07:40.350" v="637" actId="1076"/>
          <ac:spMkLst>
            <pc:docMk/>
            <pc:sldMk cId="4280856631" sldId="323"/>
            <ac:spMk id="1318" creationId="{0D115FF4-3B8C-E8C9-3828-B7C106194CDF}"/>
          </ac:spMkLst>
        </pc:spChg>
        <pc:spChg chg="del">
          <ac:chgData name="ALBERTO LILLO GARCÍA" userId="0d3015df-96a3-45b4-9caa-dceca3e4f515" providerId="ADAL" clId="{309F7ADB-F108-4CA9-857E-5E446C371D39}" dt="2026-03-24T18:07:20.757" v="630" actId="478"/>
          <ac:spMkLst>
            <pc:docMk/>
            <pc:sldMk cId="4280856631" sldId="323"/>
            <ac:spMk id="1319" creationId="{63F58379-AEA8-3B75-9FE4-ACB8AA601BF2}"/>
          </ac:spMkLst>
        </pc:spChg>
        <pc:grpChg chg="del mod">
          <ac:chgData name="ALBERTO LILLO GARCÍA" userId="0d3015df-96a3-45b4-9caa-dceca3e4f515" providerId="ADAL" clId="{309F7ADB-F108-4CA9-857E-5E446C371D39}" dt="2026-03-24T18:10:21.176" v="659" actId="478"/>
          <ac:grpSpMkLst>
            <pc:docMk/>
            <pc:sldMk cId="4280856631" sldId="323"/>
            <ac:grpSpMk id="1320" creationId="{5D2F270C-469E-0AEE-5769-02BAF5931C53}"/>
          </ac:grpSpMkLst>
        </pc:grpChg>
        <pc:picChg chg="add mod">
          <ac:chgData name="ALBERTO LILLO GARCÍA" userId="0d3015df-96a3-45b4-9caa-dceca3e4f515" providerId="ADAL" clId="{309F7ADB-F108-4CA9-857E-5E446C371D39}" dt="2026-03-24T18:10:26.376" v="660" actId="1076"/>
          <ac:picMkLst>
            <pc:docMk/>
            <pc:sldMk cId="4280856631" sldId="323"/>
            <ac:picMk id="9" creationId="{298C12FD-57B4-44A5-180F-D32E9ABFDC92}"/>
          </ac:picMkLst>
        </pc:picChg>
        <pc:picChg chg="add mod">
          <ac:chgData name="ALBERTO LILLO GARCÍA" userId="0d3015df-96a3-45b4-9caa-dceca3e4f515" providerId="ADAL" clId="{309F7ADB-F108-4CA9-857E-5E446C371D39}" dt="2026-03-24T18:10:29.978" v="661"/>
          <ac:picMkLst>
            <pc:docMk/>
            <pc:sldMk cId="4280856631" sldId="323"/>
            <ac:picMk id="10" creationId="{0116210C-6288-9AFF-4C32-3C61B88CE13E}"/>
          </ac:picMkLst>
        </pc:picChg>
        <pc:cxnChg chg="add mod">
          <ac:chgData name="ALBERTO LILLO GARCÍA" userId="0d3015df-96a3-45b4-9caa-dceca3e4f515" providerId="ADAL" clId="{309F7ADB-F108-4CA9-857E-5E446C371D39}" dt="2026-03-24T18:10:08.692" v="657" actId="1076"/>
          <ac:cxnSpMkLst>
            <pc:docMk/>
            <pc:sldMk cId="4280856631" sldId="323"/>
            <ac:cxnSpMk id="7" creationId="{C2DEA44A-E9C1-AD1F-FA26-E30F88429520}"/>
          </ac:cxnSpMkLst>
        </pc:cxnChg>
      </pc:sldChg>
      <pc:sldChg chg="addSp delSp modSp add mod">
        <pc:chgData name="ALBERTO LILLO GARCÍA" userId="0d3015df-96a3-45b4-9caa-dceca3e4f515" providerId="ADAL" clId="{309F7ADB-F108-4CA9-857E-5E446C371D39}" dt="2026-03-24T18:14:04.357" v="675"/>
        <pc:sldMkLst>
          <pc:docMk/>
          <pc:sldMk cId="3564779656" sldId="324"/>
        </pc:sldMkLst>
        <pc:spChg chg="add mod">
          <ac:chgData name="ALBERTO LILLO GARCÍA" userId="0d3015df-96a3-45b4-9caa-dceca3e4f515" providerId="ADAL" clId="{309F7ADB-F108-4CA9-857E-5E446C371D39}" dt="2026-03-24T18:14:04.357" v="675"/>
          <ac:spMkLst>
            <pc:docMk/>
            <pc:sldMk cId="3564779656" sldId="324"/>
            <ac:spMk id="3" creationId="{4BF4530D-84AB-F32D-BB9D-C8F23C4DEA96}"/>
          </ac:spMkLst>
        </pc:spChg>
        <pc:spChg chg="del">
          <ac:chgData name="ALBERTO LILLO GARCÍA" userId="0d3015df-96a3-45b4-9caa-dceca3e4f515" providerId="ADAL" clId="{309F7ADB-F108-4CA9-857E-5E446C371D39}" dt="2026-03-24T18:10:46.053" v="666" actId="478"/>
          <ac:spMkLst>
            <pc:docMk/>
            <pc:sldMk cId="3564779656" sldId="324"/>
            <ac:spMk id="5" creationId="{6D950661-7C0C-DEB1-6E92-FF540DEE9624}"/>
          </ac:spMkLst>
        </pc:spChg>
        <pc:spChg chg="del">
          <ac:chgData name="ALBERTO LILLO GARCÍA" userId="0d3015df-96a3-45b4-9caa-dceca3e4f515" providerId="ADAL" clId="{309F7ADB-F108-4CA9-857E-5E446C371D39}" dt="2026-03-24T18:10:44.819" v="665" actId="478"/>
          <ac:spMkLst>
            <pc:docMk/>
            <pc:sldMk cId="3564779656" sldId="324"/>
            <ac:spMk id="6" creationId="{E25694DF-1D7B-4E38-0D6D-5FFB25ACAD54}"/>
          </ac:spMkLst>
        </pc:spChg>
        <pc:spChg chg="mod">
          <ac:chgData name="ALBERTO LILLO GARCÍA" userId="0d3015df-96a3-45b4-9caa-dceca3e4f515" providerId="ADAL" clId="{309F7ADB-F108-4CA9-857E-5E446C371D39}" dt="2026-03-24T18:11:04.970" v="672" actId="20577"/>
          <ac:spMkLst>
            <pc:docMk/>
            <pc:sldMk cId="3564779656" sldId="324"/>
            <ac:spMk id="1318" creationId="{7B6A8C9E-8C5C-91F0-9EA4-2219DD3CA8A6}"/>
          </ac:spMkLst>
        </pc:spChg>
        <pc:picChg chg="del mod">
          <ac:chgData name="ALBERTO LILLO GARCÍA" userId="0d3015df-96a3-45b4-9caa-dceca3e4f515" providerId="ADAL" clId="{309F7ADB-F108-4CA9-857E-5E446C371D39}" dt="2026-03-24T18:10:43.635" v="664" actId="478"/>
          <ac:picMkLst>
            <pc:docMk/>
            <pc:sldMk cId="3564779656" sldId="324"/>
            <ac:picMk id="9" creationId="{BDD00FAB-C96D-9679-AE52-7C14CC353845}"/>
          </ac:picMkLst>
        </pc:picChg>
        <pc:cxnChg chg="del mod">
          <ac:chgData name="ALBERTO LILLO GARCÍA" userId="0d3015df-96a3-45b4-9caa-dceca3e4f515" providerId="ADAL" clId="{309F7ADB-F108-4CA9-857E-5E446C371D39}" dt="2026-03-24T18:10:46.835" v="667" actId="478"/>
          <ac:cxnSpMkLst>
            <pc:docMk/>
            <pc:sldMk cId="3564779656" sldId="324"/>
            <ac:cxnSpMk id="7" creationId="{0F6F9E0F-8738-E7B3-2DAC-FFBA31E96829}"/>
          </ac:cxnSpMkLst>
        </pc:cxnChg>
      </pc:sldChg>
      <pc:sldChg chg="addSp delSp modSp add mod ord">
        <pc:chgData name="ALBERTO LILLO GARCÍA" userId="0d3015df-96a3-45b4-9caa-dceca3e4f515" providerId="ADAL" clId="{309F7ADB-F108-4CA9-857E-5E446C371D39}" dt="2026-03-24T18:17:54.774" v="715" actId="1076"/>
        <pc:sldMkLst>
          <pc:docMk/>
          <pc:sldMk cId="3374064808" sldId="325"/>
        </pc:sldMkLst>
        <pc:spChg chg="add mod">
          <ac:chgData name="ALBERTO LILLO GARCÍA" userId="0d3015df-96a3-45b4-9caa-dceca3e4f515" providerId="ADAL" clId="{309F7ADB-F108-4CA9-857E-5E446C371D39}" dt="2026-03-24T18:17:54.774" v="715" actId="1076"/>
          <ac:spMkLst>
            <pc:docMk/>
            <pc:sldMk cId="3374064808" sldId="325"/>
            <ac:spMk id="1796" creationId="{3F7DCF1C-E630-68F4-653D-FA3DBAABC5B9}"/>
          </ac:spMkLst>
        </pc:spChg>
        <pc:spChg chg="del">
          <ac:chgData name="ALBERTO LILLO GARCÍA" userId="0d3015df-96a3-45b4-9caa-dceca3e4f515" providerId="ADAL" clId="{309F7ADB-F108-4CA9-857E-5E446C371D39}" dt="2026-03-24T18:14:51.779" v="687" actId="478"/>
          <ac:spMkLst>
            <pc:docMk/>
            <pc:sldMk cId="3374064808" sldId="325"/>
            <ac:spMk id="1985" creationId="{D0C95D44-B2F5-A3B8-2EBD-240839ED0958}"/>
          </ac:spMkLst>
        </pc:spChg>
        <pc:spChg chg="del">
          <ac:chgData name="ALBERTO LILLO GARCÍA" userId="0d3015df-96a3-45b4-9caa-dceca3e4f515" providerId="ADAL" clId="{309F7ADB-F108-4CA9-857E-5E446C371D39}" dt="2026-03-24T18:14:48.580" v="683" actId="478"/>
          <ac:spMkLst>
            <pc:docMk/>
            <pc:sldMk cId="3374064808" sldId="325"/>
            <ac:spMk id="1986" creationId="{F416F22E-A654-E5A9-BE24-CD3F9D8A96E7}"/>
          </ac:spMkLst>
        </pc:spChg>
        <pc:spChg chg="del mod">
          <ac:chgData name="ALBERTO LILLO GARCÍA" userId="0d3015df-96a3-45b4-9caa-dceca3e4f515" providerId="ADAL" clId="{309F7ADB-F108-4CA9-857E-5E446C371D39}" dt="2026-03-24T18:17:45.335" v="694" actId="478"/>
          <ac:spMkLst>
            <pc:docMk/>
            <pc:sldMk cId="3374064808" sldId="325"/>
            <ac:spMk id="1989" creationId="{D6CC5075-A47F-643C-DDAC-135F465FE644}"/>
          </ac:spMkLst>
        </pc:spChg>
        <pc:spChg chg="del mod">
          <ac:chgData name="ALBERTO LILLO GARCÍA" userId="0d3015df-96a3-45b4-9caa-dceca3e4f515" providerId="ADAL" clId="{309F7ADB-F108-4CA9-857E-5E446C371D39}" dt="2026-03-24T18:17:45.335" v="694" actId="478"/>
          <ac:spMkLst>
            <pc:docMk/>
            <pc:sldMk cId="3374064808" sldId="325"/>
            <ac:spMk id="1990" creationId="{767B4CA4-651F-3755-4F02-FE9C1B07F25D}"/>
          </ac:spMkLst>
        </pc:spChg>
        <pc:spChg chg="del">
          <ac:chgData name="ALBERTO LILLO GARCÍA" userId="0d3015df-96a3-45b4-9caa-dceca3e4f515" providerId="ADAL" clId="{309F7ADB-F108-4CA9-857E-5E446C371D39}" dt="2026-03-24T18:14:49.448" v="684" actId="478"/>
          <ac:spMkLst>
            <pc:docMk/>
            <pc:sldMk cId="3374064808" sldId="325"/>
            <ac:spMk id="1991" creationId="{E3B18634-DD5F-97C5-0A98-3FE06346B6EF}"/>
          </ac:spMkLst>
        </pc:spChg>
        <pc:grpChg chg="del">
          <ac:chgData name="ALBERTO LILLO GARCÍA" userId="0d3015df-96a3-45b4-9caa-dceca3e4f515" providerId="ADAL" clId="{309F7ADB-F108-4CA9-857E-5E446C371D39}" dt="2026-03-24T18:14:50.500" v="686" actId="478"/>
          <ac:grpSpMkLst>
            <pc:docMk/>
            <pc:sldMk cId="3374064808" sldId="325"/>
            <ac:grpSpMk id="3" creationId="{CB1C384D-6145-8C71-3D90-71A324391121}"/>
          </ac:grpSpMkLst>
        </pc:grpChg>
        <pc:picChg chg="del mod">
          <ac:chgData name="ALBERTO LILLO GARCÍA" userId="0d3015df-96a3-45b4-9caa-dceca3e4f515" providerId="ADAL" clId="{309F7ADB-F108-4CA9-857E-5E446C371D39}" dt="2026-03-24T18:14:47.561" v="682" actId="478"/>
          <ac:picMkLst>
            <pc:docMk/>
            <pc:sldMk cId="3374064808" sldId="325"/>
            <ac:picMk id="1988" creationId="{02ABD752-F266-FC4E-EA83-306BECCA79D4}"/>
          </ac:picMkLst>
        </pc:picChg>
        <pc:cxnChg chg="del mod">
          <ac:chgData name="ALBERTO LILLO GARCÍA" userId="0d3015df-96a3-45b4-9caa-dceca3e4f515" providerId="ADAL" clId="{309F7ADB-F108-4CA9-857E-5E446C371D39}" dt="2026-03-24T18:14:49.984" v="685" actId="478"/>
          <ac:cxnSpMkLst>
            <pc:docMk/>
            <pc:sldMk cId="3374064808" sldId="325"/>
            <ac:cxnSpMk id="1993" creationId="{8FDC980B-16DD-E8EB-90DE-772BCDB8684D}"/>
          </ac:cxnSpMkLst>
        </pc:cxnChg>
      </pc:sldChg>
      <pc:sldChg chg="modSp add mod setBg">
        <pc:chgData name="ALBERTO LILLO GARCÍA" userId="0d3015df-96a3-45b4-9caa-dceca3e4f515" providerId="ADAL" clId="{309F7ADB-F108-4CA9-857E-5E446C371D39}" dt="2026-03-25T12:20:08.095" v="787"/>
        <pc:sldMkLst>
          <pc:docMk/>
          <pc:sldMk cId="832867119" sldId="326"/>
        </pc:sldMkLst>
        <pc:spChg chg="mod">
          <ac:chgData name="ALBERTO LILLO GARCÍA" userId="0d3015df-96a3-45b4-9caa-dceca3e4f515" providerId="ADAL" clId="{309F7ADB-F108-4CA9-857E-5E446C371D39}" dt="2026-03-24T18:25:11.136" v="758" actId="20577"/>
          <ac:spMkLst>
            <pc:docMk/>
            <pc:sldMk cId="832867119" sldId="326"/>
            <ac:spMk id="1796" creationId="{B10AE31A-8F25-44BA-B673-C6B1F9EA5E53}"/>
          </ac:spMkLst>
        </pc:spChg>
      </pc:sldChg>
    </pc:docChg>
  </pc:docChgLst>
  <pc:docChgLst>
    <pc:chgData name="ALBERTO LILLO GARCÍA" userId="0d3015df-96a3-45b4-9caa-dceca3e4f515" providerId="ADAL" clId="{983CFBF0-021C-4D4B-8C99-0FFC1FF2AFDB}"/>
    <pc:docChg chg="undo redo custSel addSld delSld modSld delMainMaster modMainMaster">
      <pc:chgData name="ALBERTO LILLO GARCÍA" userId="0d3015df-96a3-45b4-9caa-dceca3e4f515" providerId="ADAL" clId="{983CFBF0-021C-4D4B-8C99-0FFC1FF2AFDB}" dt="2026-03-25T04:07:49.449" v="1242"/>
      <pc:docMkLst>
        <pc:docMk/>
      </pc:docMkLst>
      <pc:sldChg chg="modSp mod modTransition">
        <pc:chgData name="ALBERTO LILLO GARCÍA" userId="0d3015df-96a3-45b4-9caa-dceca3e4f515" providerId="ADAL" clId="{983CFBF0-021C-4D4B-8C99-0FFC1FF2AFDB}" dt="2026-03-25T04:05:32.455" v="1199"/>
        <pc:sldMkLst>
          <pc:docMk/>
          <pc:sldMk cId="0" sldId="256"/>
        </pc:sldMkLst>
        <pc:spChg chg="mod">
          <ac:chgData name="ALBERTO LILLO GARCÍA" userId="0d3015df-96a3-45b4-9caa-dceca3e4f515" providerId="ADAL" clId="{983CFBF0-021C-4D4B-8C99-0FFC1FF2AFDB}" dt="2026-03-22T21:22:05.890" v="82" actId="1076"/>
          <ac:spMkLst>
            <pc:docMk/>
            <pc:sldMk cId="0" sldId="256"/>
            <ac:spMk id="18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2:30.575" v="88" actId="1076"/>
          <ac:spMkLst>
            <pc:docMk/>
            <pc:sldMk cId="0" sldId="256"/>
            <ac:spMk id="186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0:35.477" v="14" actId="20577"/>
          <ac:spMkLst>
            <pc:docMk/>
            <pc:sldMk cId="0" sldId="256"/>
            <ac:spMk id="187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2:35.923" v="89" actId="1076"/>
          <ac:spMkLst>
            <pc:docMk/>
            <pc:sldMk cId="0" sldId="256"/>
            <ac:spMk id="188" creationId="{00000000-0000-0000-0000-000000000000}"/>
          </ac:spMkLst>
        </pc:spChg>
      </pc:sldChg>
      <pc:sldChg chg="addSp delSp modSp mod modTransition">
        <pc:chgData name="ALBERTO LILLO GARCÍA" userId="0d3015df-96a3-45b4-9caa-dceca3e4f515" providerId="ADAL" clId="{983CFBF0-021C-4D4B-8C99-0FFC1FF2AFDB}" dt="2026-03-25T04:05:35.540" v="1200"/>
        <pc:sldMkLst>
          <pc:docMk/>
          <pc:sldMk cId="0" sldId="258"/>
        </pc:sldMkLst>
        <pc:spChg chg="add mod">
          <ac:chgData name="ALBERTO LILLO GARCÍA" userId="0d3015df-96a3-45b4-9caa-dceca3e4f515" providerId="ADAL" clId="{983CFBF0-021C-4D4B-8C99-0FFC1FF2AFDB}" dt="2026-03-22T21:26:32.844" v="135" actId="1076"/>
          <ac:spMkLst>
            <pc:docMk/>
            <pc:sldMk cId="0" sldId="258"/>
            <ac:spMk id="7" creationId="{100EF605-19F3-FBF0-716E-89F28F4F0D34}"/>
          </ac:spMkLst>
        </pc:spChg>
        <pc:spChg chg="add mod">
          <ac:chgData name="ALBERTO LILLO GARCÍA" userId="0d3015df-96a3-45b4-9caa-dceca3e4f515" providerId="ADAL" clId="{983CFBF0-021C-4D4B-8C99-0FFC1FF2AFDB}" dt="2026-03-22T21:26:32.844" v="135" actId="1076"/>
          <ac:spMkLst>
            <pc:docMk/>
            <pc:sldMk cId="0" sldId="258"/>
            <ac:spMk id="8" creationId="{BE0A8BB8-FB2F-6B5D-BB99-744782872355}"/>
          </ac:spMkLst>
        </pc:spChg>
        <pc:spChg chg="add mod">
          <ac:chgData name="ALBERTO LILLO GARCÍA" userId="0d3015df-96a3-45b4-9caa-dceca3e4f515" providerId="ADAL" clId="{983CFBF0-021C-4D4B-8C99-0FFC1FF2AFDB}" dt="2026-03-25T03:12:17.472" v="955" actId="122"/>
          <ac:spMkLst>
            <pc:docMk/>
            <pc:sldMk cId="0" sldId="258"/>
            <ac:spMk id="9" creationId="{609402B6-5B70-F987-5F61-475E73E00BC9}"/>
          </ac:spMkLst>
        </pc:spChg>
        <pc:spChg chg="add mod">
          <ac:chgData name="ALBERTO LILLO GARCÍA" userId="0d3015df-96a3-45b4-9caa-dceca3e4f515" providerId="ADAL" clId="{983CFBF0-021C-4D4B-8C99-0FFC1FF2AFDB}" dt="2026-03-22T21:40:06.380" v="517" actId="122"/>
          <ac:spMkLst>
            <pc:docMk/>
            <pc:sldMk cId="0" sldId="258"/>
            <ac:spMk id="10" creationId="{0AC92CA2-87B4-384B-B008-0BCC8FCE2ACE}"/>
          </ac:spMkLst>
        </pc:spChg>
        <pc:spChg chg="add mod">
          <ac:chgData name="ALBERTO LILLO GARCÍA" userId="0d3015df-96a3-45b4-9caa-dceca3e4f515" providerId="ADAL" clId="{983CFBF0-021C-4D4B-8C99-0FFC1FF2AFDB}" dt="2026-03-22T21:26:53.990" v="139" actId="1076"/>
          <ac:spMkLst>
            <pc:docMk/>
            <pc:sldMk cId="0" sldId="258"/>
            <ac:spMk id="24" creationId="{5A63E016-9AD7-BF8C-9E73-AC78EBB77667}"/>
          </ac:spMkLst>
        </pc:spChg>
        <pc:spChg chg="add mod">
          <ac:chgData name="ALBERTO LILLO GARCÍA" userId="0d3015df-96a3-45b4-9caa-dceca3e4f515" providerId="ADAL" clId="{983CFBF0-021C-4D4B-8C99-0FFC1FF2AFDB}" dt="2026-03-22T21:26:53.990" v="139" actId="1076"/>
          <ac:spMkLst>
            <pc:docMk/>
            <pc:sldMk cId="0" sldId="258"/>
            <ac:spMk id="25" creationId="{BD3899BC-05EF-D464-8FF8-93737AC1AFF5}"/>
          </ac:spMkLst>
        </pc:spChg>
        <pc:spChg chg="add mod">
          <ac:chgData name="ALBERTO LILLO GARCÍA" userId="0d3015df-96a3-45b4-9caa-dceca3e4f515" providerId="ADAL" clId="{983CFBF0-021C-4D4B-8C99-0FFC1FF2AFDB}" dt="2026-03-22T21:26:53.990" v="139" actId="1076"/>
          <ac:spMkLst>
            <pc:docMk/>
            <pc:sldMk cId="0" sldId="258"/>
            <ac:spMk id="26" creationId="{6AFB7BAF-4500-844F-D724-A26F1FF5B910}"/>
          </ac:spMkLst>
        </pc:spChg>
        <pc:spChg chg="add mod">
          <ac:chgData name="ALBERTO LILLO GARCÍA" userId="0d3015df-96a3-45b4-9caa-dceca3e4f515" providerId="ADAL" clId="{983CFBF0-021C-4D4B-8C99-0FFC1FF2AFDB}" dt="2026-03-22T21:26:53.990" v="139" actId="1076"/>
          <ac:spMkLst>
            <pc:docMk/>
            <pc:sldMk cId="0" sldId="258"/>
            <ac:spMk id="28" creationId="{9003EECC-2BBB-EA69-DB67-19CE5786BFF1}"/>
          </ac:spMkLst>
        </pc:spChg>
        <pc:spChg chg="add mod">
          <ac:chgData name="ALBERTO LILLO GARCÍA" userId="0d3015df-96a3-45b4-9caa-dceca3e4f515" providerId="ADAL" clId="{983CFBF0-021C-4D4B-8C99-0FFC1FF2AFDB}" dt="2026-03-22T21:30:16.143" v="184"/>
          <ac:spMkLst>
            <pc:docMk/>
            <pc:sldMk cId="0" sldId="258"/>
            <ac:spMk id="29" creationId="{4E153B1F-A236-4D93-E52B-D545EB989088}"/>
          </ac:spMkLst>
        </pc:spChg>
        <pc:spChg chg="add mod">
          <ac:chgData name="ALBERTO LILLO GARCÍA" userId="0d3015df-96a3-45b4-9caa-dceca3e4f515" providerId="ADAL" clId="{983CFBF0-021C-4D4B-8C99-0FFC1FF2AFDB}" dt="2026-03-22T21:37:56.380" v="373" actId="20577"/>
          <ac:spMkLst>
            <pc:docMk/>
            <pc:sldMk cId="0" sldId="258"/>
            <ac:spMk id="30" creationId="{1DC87BB7-FD0F-54D5-69AE-80D1E174B509}"/>
          </ac:spMkLst>
        </pc:spChg>
        <pc:spChg chg="mod">
          <ac:chgData name="ALBERTO LILLO GARCÍA" userId="0d3015df-96a3-45b4-9caa-dceca3e4f515" providerId="ADAL" clId="{983CFBF0-021C-4D4B-8C99-0FFC1FF2AFDB}" dt="2026-03-22T21:27:32.684" v="148" actId="20577"/>
          <ac:spMkLst>
            <pc:docMk/>
            <pc:sldMk cId="0" sldId="258"/>
            <ac:spMk id="31" creationId="{86658874-D2C9-677A-ACAD-0EB28AF01F89}"/>
          </ac:spMkLst>
        </pc:spChg>
        <pc:spChg chg="add mod">
          <ac:chgData name="ALBERTO LILLO GARCÍA" userId="0d3015df-96a3-45b4-9caa-dceca3e4f515" providerId="ADAL" clId="{983CFBF0-021C-4D4B-8C99-0FFC1FF2AFDB}" dt="2026-03-22T21:27:35.559" v="150" actId="20577"/>
          <ac:spMkLst>
            <pc:docMk/>
            <pc:sldMk cId="0" sldId="258"/>
            <ac:spMk id="288" creationId="{25F85C65-B8C9-65EE-3CBA-3D33EDFFB1B8}"/>
          </ac:spMkLst>
        </pc:spChg>
        <pc:spChg chg="add mod">
          <ac:chgData name="ALBERTO LILLO GARCÍA" userId="0d3015df-96a3-45b4-9caa-dceca3e4f515" providerId="ADAL" clId="{983CFBF0-021C-4D4B-8C99-0FFC1FF2AFDB}" dt="2026-03-22T21:26:53.990" v="139" actId="1076"/>
          <ac:spMkLst>
            <pc:docMk/>
            <pc:sldMk cId="0" sldId="258"/>
            <ac:spMk id="289" creationId="{64A19E48-53B4-EBB0-4FED-07894C9CB367}"/>
          </ac:spMkLst>
        </pc:spChg>
        <pc:spChg chg="add mod">
          <ac:chgData name="ALBERTO LILLO GARCÍA" userId="0d3015df-96a3-45b4-9caa-dceca3e4f515" providerId="ADAL" clId="{983CFBF0-021C-4D4B-8C99-0FFC1FF2AFDB}" dt="2026-03-22T21:26:53.990" v="139" actId="1076"/>
          <ac:spMkLst>
            <pc:docMk/>
            <pc:sldMk cId="0" sldId="258"/>
            <ac:spMk id="290" creationId="{6EFB30D1-7ADA-2A66-B4A3-8C612FB6988A}"/>
          </ac:spMkLst>
        </pc:spChg>
        <pc:spChg chg="add mod">
          <ac:chgData name="ALBERTO LILLO GARCÍA" userId="0d3015df-96a3-45b4-9caa-dceca3e4f515" providerId="ADAL" clId="{983CFBF0-021C-4D4B-8C99-0FFC1FF2AFDB}" dt="2026-03-22T21:30:56.364" v="202" actId="1076"/>
          <ac:spMkLst>
            <pc:docMk/>
            <pc:sldMk cId="0" sldId="258"/>
            <ac:spMk id="291" creationId="{AF28325F-6943-1EE0-DA79-1AD97FF83EE7}"/>
          </ac:spMkLst>
        </pc:spChg>
        <pc:spChg chg="mod">
          <ac:chgData name="ALBERTO LILLO GARCÍA" userId="0d3015df-96a3-45b4-9caa-dceca3e4f515" providerId="ADAL" clId="{983CFBF0-021C-4D4B-8C99-0FFC1FF2AFDB}" dt="2026-03-22T21:37:53.138" v="372" actId="114"/>
          <ac:spMkLst>
            <pc:docMk/>
            <pc:sldMk cId="0" sldId="258"/>
            <ac:spMk id="292" creationId="{78426015-07CC-6BF5-D6BF-6C3A27EA1ADA}"/>
          </ac:spMkLst>
        </pc:spChg>
        <pc:spChg chg="add mod">
          <ac:chgData name="ALBERTO LILLO GARCÍA" userId="0d3015df-96a3-45b4-9caa-dceca3e4f515" providerId="ADAL" clId="{983CFBF0-021C-4D4B-8C99-0FFC1FF2AFDB}" dt="2026-03-22T21:27:06.002" v="143" actId="1076"/>
          <ac:spMkLst>
            <pc:docMk/>
            <pc:sldMk cId="0" sldId="258"/>
            <ac:spMk id="307" creationId="{F57B2407-4FBF-1731-21DB-A53C28224D0D}"/>
          </ac:spMkLst>
        </pc:spChg>
        <pc:spChg chg="add mod">
          <ac:chgData name="ALBERTO LILLO GARCÍA" userId="0d3015df-96a3-45b4-9caa-dceca3e4f515" providerId="ADAL" clId="{983CFBF0-021C-4D4B-8C99-0FFC1FF2AFDB}" dt="2026-03-22T21:27:06.002" v="143" actId="1076"/>
          <ac:spMkLst>
            <pc:docMk/>
            <pc:sldMk cId="0" sldId="258"/>
            <ac:spMk id="308" creationId="{0BDAEC84-6524-DCA0-C7C2-1244D9F61A90}"/>
          </ac:spMkLst>
        </pc:spChg>
        <pc:spChg chg="add mod">
          <ac:chgData name="ALBERTO LILLO GARCÍA" userId="0d3015df-96a3-45b4-9caa-dceca3e4f515" providerId="ADAL" clId="{983CFBF0-021C-4D4B-8C99-0FFC1FF2AFDB}" dt="2026-03-22T21:27:06.002" v="143" actId="1076"/>
          <ac:spMkLst>
            <pc:docMk/>
            <pc:sldMk cId="0" sldId="258"/>
            <ac:spMk id="310" creationId="{2E2903C8-3D1A-5ECB-2FD1-5BD2D2082A3B}"/>
          </ac:spMkLst>
        </pc:spChg>
        <pc:spChg chg="add mod">
          <ac:chgData name="ALBERTO LILLO GARCÍA" userId="0d3015df-96a3-45b4-9caa-dceca3e4f515" providerId="ADAL" clId="{983CFBF0-021C-4D4B-8C99-0FFC1FF2AFDB}" dt="2026-03-22T21:27:06.002" v="143" actId="1076"/>
          <ac:spMkLst>
            <pc:docMk/>
            <pc:sldMk cId="0" sldId="258"/>
            <ac:spMk id="311" creationId="{A6315859-8917-D1CC-EF37-E2943D339ABD}"/>
          </ac:spMkLst>
        </pc:spChg>
        <pc:spChg chg="mod">
          <ac:chgData name="ALBERTO LILLO GARCÍA" userId="0d3015df-96a3-45b4-9caa-dceca3e4f515" providerId="ADAL" clId="{983CFBF0-021C-4D4B-8C99-0FFC1FF2AFDB}" dt="2026-03-22T21:25:46.877" v="126" actId="14100"/>
          <ac:spMkLst>
            <pc:docMk/>
            <pc:sldMk cId="0" sldId="258"/>
            <ac:spMk id="31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5:41.507" v="123" actId="14100"/>
          <ac:spMkLst>
            <pc:docMk/>
            <pc:sldMk cId="0" sldId="258"/>
            <ac:spMk id="313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4:30.460" v="107" actId="1076"/>
          <ac:spMkLst>
            <pc:docMk/>
            <pc:sldMk cId="0" sldId="258"/>
            <ac:spMk id="314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4:21.764" v="104" actId="255"/>
          <ac:spMkLst>
            <pc:docMk/>
            <pc:sldMk cId="0" sldId="258"/>
            <ac:spMk id="31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5T03:12:19.610" v="956" actId="122"/>
          <ac:spMkLst>
            <pc:docMk/>
            <pc:sldMk cId="0" sldId="258"/>
            <ac:spMk id="32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35:40.140" v="258" actId="1076"/>
          <ac:spMkLst>
            <pc:docMk/>
            <pc:sldMk cId="0" sldId="258"/>
            <ac:spMk id="329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4:37.588" v="109" actId="1076"/>
          <ac:spMkLst>
            <pc:docMk/>
            <pc:sldMk cId="0" sldId="258"/>
            <ac:spMk id="330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3:33.778" v="99" actId="20577"/>
          <ac:spMkLst>
            <pc:docMk/>
            <pc:sldMk cId="0" sldId="258"/>
            <ac:spMk id="331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28:38.434" v="160" actId="1076"/>
          <ac:spMkLst>
            <pc:docMk/>
            <pc:sldMk cId="0" sldId="258"/>
            <ac:spMk id="334" creationId="{00000000-0000-0000-0000-000000000000}"/>
          </ac:spMkLst>
        </pc:spChg>
        <pc:spChg chg="add mod">
          <ac:chgData name="ALBERTO LILLO GARCÍA" userId="0d3015df-96a3-45b4-9caa-dceca3e4f515" providerId="ADAL" clId="{983CFBF0-021C-4D4B-8C99-0FFC1FF2AFDB}" dt="2026-03-22T21:27:06.002" v="143" actId="1076"/>
          <ac:spMkLst>
            <pc:docMk/>
            <pc:sldMk cId="0" sldId="258"/>
            <ac:spMk id="341" creationId="{2A50A189-513F-D5E1-71F3-5E958EBFA095}"/>
          </ac:spMkLst>
        </pc:spChg>
        <pc:spChg chg="add mod">
          <ac:chgData name="ALBERTO LILLO GARCÍA" userId="0d3015df-96a3-45b4-9caa-dceca3e4f515" providerId="ADAL" clId="{983CFBF0-021C-4D4B-8C99-0FFC1FF2AFDB}" dt="2026-03-22T21:46:01.609" v="566" actId="1076"/>
          <ac:spMkLst>
            <pc:docMk/>
            <pc:sldMk cId="0" sldId="258"/>
            <ac:spMk id="342" creationId="{685C4075-4E02-6460-DE4E-20E8D24B9B93}"/>
          </ac:spMkLst>
        </pc:spChg>
        <pc:spChg chg="add mod">
          <ac:chgData name="ALBERTO LILLO GARCÍA" userId="0d3015df-96a3-45b4-9caa-dceca3e4f515" providerId="ADAL" clId="{983CFBF0-021C-4D4B-8C99-0FFC1FF2AFDB}" dt="2026-03-22T21:38:13.076" v="397" actId="20577"/>
          <ac:spMkLst>
            <pc:docMk/>
            <pc:sldMk cId="0" sldId="258"/>
            <ac:spMk id="343" creationId="{D5C2B825-7E82-4BA8-A0C6-5495F6952DDA}"/>
          </ac:spMkLst>
        </pc:spChg>
        <pc:spChg chg="mod">
          <ac:chgData name="ALBERTO LILLO GARCÍA" userId="0d3015df-96a3-45b4-9caa-dceca3e4f515" providerId="ADAL" clId="{983CFBF0-021C-4D4B-8C99-0FFC1FF2AFDB}" dt="2026-03-22T21:27:37.880" v="152" actId="20577"/>
          <ac:spMkLst>
            <pc:docMk/>
            <pc:sldMk cId="0" sldId="258"/>
            <ac:spMk id="344" creationId="{AED1D23A-A83A-5FF9-474F-2AC7890991F4}"/>
          </ac:spMkLst>
        </pc:spChg>
        <pc:spChg chg="add mod">
          <ac:chgData name="ALBERTO LILLO GARCÍA" userId="0d3015df-96a3-45b4-9caa-dceca3e4f515" providerId="ADAL" clId="{983CFBF0-021C-4D4B-8C99-0FFC1FF2AFDB}" dt="2026-03-22T21:27:40.133" v="154" actId="20577"/>
          <ac:spMkLst>
            <pc:docMk/>
            <pc:sldMk cId="0" sldId="258"/>
            <ac:spMk id="345" creationId="{4FA5AB7B-9472-3FB1-E058-3C77F580EBCE}"/>
          </ac:spMkLst>
        </pc:spChg>
        <pc:spChg chg="add mod">
          <ac:chgData name="ALBERTO LILLO GARCÍA" userId="0d3015df-96a3-45b4-9caa-dceca3e4f515" providerId="ADAL" clId="{983CFBF0-021C-4D4B-8C99-0FFC1FF2AFDB}" dt="2026-03-22T21:27:06.002" v="143" actId="1076"/>
          <ac:spMkLst>
            <pc:docMk/>
            <pc:sldMk cId="0" sldId="258"/>
            <ac:spMk id="346" creationId="{52A1D46C-1247-A142-33C3-A0D90ABA1424}"/>
          </ac:spMkLst>
        </pc:spChg>
        <pc:spChg chg="mod">
          <ac:chgData name="ALBERTO LILLO GARCÍA" userId="0d3015df-96a3-45b4-9caa-dceca3e4f515" providerId="ADAL" clId="{983CFBF0-021C-4D4B-8C99-0FFC1FF2AFDB}" dt="2026-03-25T03:12:14.390" v="954" actId="122"/>
          <ac:spMkLst>
            <pc:docMk/>
            <pc:sldMk cId="0" sldId="258"/>
            <ac:spMk id="348" creationId="{D6A27195-7961-5031-5F6C-9D3FA38C7EB5}"/>
          </ac:spMkLst>
        </pc:spChg>
        <pc:spChg chg="add mod">
          <ac:chgData name="ALBERTO LILLO GARCÍA" userId="0d3015df-96a3-45b4-9caa-dceca3e4f515" providerId="ADAL" clId="{983CFBF0-021C-4D4B-8C99-0FFC1FF2AFDB}" dt="2026-03-22T21:40:01.393" v="516" actId="122"/>
          <ac:spMkLst>
            <pc:docMk/>
            <pc:sldMk cId="0" sldId="258"/>
            <ac:spMk id="349" creationId="{DA7DC6A6-60C6-3C3E-C081-1D89CCFA3C35}"/>
          </ac:spMkLst>
        </pc:spChg>
        <pc:spChg chg="add mod">
          <ac:chgData name="ALBERTO LILLO GARCÍA" userId="0d3015df-96a3-45b4-9caa-dceca3e4f515" providerId="ADAL" clId="{983CFBF0-021C-4D4B-8C99-0FFC1FF2AFDB}" dt="2026-03-22T21:27:24.692" v="146" actId="1076"/>
          <ac:spMkLst>
            <pc:docMk/>
            <pc:sldMk cId="0" sldId="258"/>
            <ac:spMk id="350" creationId="{A96385D8-A449-BBF3-4C94-5476250DCD1E}"/>
          </ac:spMkLst>
        </pc:spChg>
        <pc:spChg chg="add mod">
          <ac:chgData name="ALBERTO LILLO GARCÍA" userId="0d3015df-96a3-45b4-9caa-dceca3e4f515" providerId="ADAL" clId="{983CFBF0-021C-4D4B-8C99-0FFC1FF2AFDB}" dt="2026-03-22T21:27:24.692" v="146" actId="1076"/>
          <ac:spMkLst>
            <pc:docMk/>
            <pc:sldMk cId="0" sldId="258"/>
            <ac:spMk id="351" creationId="{D848E6AB-820F-93CC-4271-EA80EC7F64DD}"/>
          </ac:spMkLst>
        </pc:spChg>
        <pc:spChg chg="add mod">
          <ac:chgData name="ALBERTO LILLO GARCÍA" userId="0d3015df-96a3-45b4-9caa-dceca3e4f515" providerId="ADAL" clId="{983CFBF0-021C-4D4B-8C99-0FFC1FF2AFDB}" dt="2026-03-22T21:27:24.692" v="146" actId="1076"/>
          <ac:spMkLst>
            <pc:docMk/>
            <pc:sldMk cId="0" sldId="258"/>
            <ac:spMk id="352" creationId="{92C03DF4-DC14-0EB0-A32C-8A55EDD5EC82}"/>
          </ac:spMkLst>
        </pc:spChg>
        <pc:spChg chg="add mod">
          <ac:chgData name="ALBERTO LILLO GARCÍA" userId="0d3015df-96a3-45b4-9caa-dceca3e4f515" providerId="ADAL" clId="{983CFBF0-021C-4D4B-8C99-0FFC1FF2AFDB}" dt="2026-03-22T21:27:24.692" v="146" actId="1076"/>
          <ac:spMkLst>
            <pc:docMk/>
            <pc:sldMk cId="0" sldId="258"/>
            <ac:spMk id="353" creationId="{50207682-301C-3B4F-9B6B-CA1E7D1FEF40}"/>
          </ac:spMkLst>
        </pc:spChg>
        <pc:spChg chg="add mod">
          <ac:chgData name="ALBERTO LILLO GARCÍA" userId="0d3015df-96a3-45b4-9caa-dceca3e4f515" providerId="ADAL" clId="{983CFBF0-021C-4D4B-8C99-0FFC1FF2AFDB}" dt="2026-03-22T21:27:24.692" v="146" actId="1076"/>
          <ac:spMkLst>
            <pc:docMk/>
            <pc:sldMk cId="0" sldId="258"/>
            <ac:spMk id="354" creationId="{3E2A3D04-6B3F-95EA-74FB-CFD2B54AF578}"/>
          </ac:spMkLst>
        </pc:spChg>
        <pc:spChg chg="add mod">
          <ac:chgData name="ALBERTO LILLO GARCÍA" userId="0d3015df-96a3-45b4-9caa-dceca3e4f515" providerId="ADAL" clId="{983CFBF0-021C-4D4B-8C99-0FFC1FF2AFDB}" dt="2026-03-22T21:34:42.419" v="226"/>
          <ac:spMkLst>
            <pc:docMk/>
            <pc:sldMk cId="0" sldId="258"/>
            <ac:spMk id="356" creationId="{DA697374-B7BE-F1C9-F585-22B8469DF6C3}"/>
          </ac:spMkLst>
        </pc:spChg>
        <pc:spChg chg="mod">
          <ac:chgData name="ALBERTO LILLO GARCÍA" userId="0d3015df-96a3-45b4-9caa-dceca3e4f515" providerId="ADAL" clId="{983CFBF0-021C-4D4B-8C99-0FFC1FF2AFDB}" dt="2026-03-22T21:40:11.988" v="520" actId="1076"/>
          <ac:spMkLst>
            <pc:docMk/>
            <pc:sldMk cId="0" sldId="258"/>
            <ac:spMk id="357" creationId="{5EEE43E5-5000-1E4F-C2EA-5E660F6FF826}"/>
          </ac:spMkLst>
        </pc:spChg>
        <pc:spChg chg="add mod">
          <ac:chgData name="ALBERTO LILLO GARCÍA" userId="0d3015df-96a3-45b4-9caa-dceca3e4f515" providerId="ADAL" clId="{983CFBF0-021C-4D4B-8C99-0FFC1FF2AFDB}" dt="2026-03-22T21:27:49.269" v="156" actId="20577"/>
          <ac:spMkLst>
            <pc:docMk/>
            <pc:sldMk cId="0" sldId="258"/>
            <ac:spMk id="358" creationId="{5A877CCC-3359-75DC-9900-D2245F511AB1}"/>
          </ac:spMkLst>
        </pc:spChg>
        <pc:spChg chg="add mod">
          <ac:chgData name="ALBERTO LILLO GARCÍA" userId="0d3015df-96a3-45b4-9caa-dceca3e4f515" providerId="ADAL" clId="{983CFBF0-021C-4D4B-8C99-0FFC1FF2AFDB}" dt="2026-03-22T21:27:52.930" v="158" actId="20577"/>
          <ac:spMkLst>
            <pc:docMk/>
            <pc:sldMk cId="0" sldId="258"/>
            <ac:spMk id="359" creationId="{6C9AEECC-231C-6AAD-3A84-7D091A55D03E}"/>
          </ac:spMkLst>
        </pc:spChg>
        <pc:spChg chg="add mod">
          <ac:chgData name="ALBERTO LILLO GARCÍA" userId="0d3015df-96a3-45b4-9caa-dceca3e4f515" providerId="ADAL" clId="{983CFBF0-021C-4D4B-8C99-0FFC1FF2AFDB}" dt="2026-03-22T21:27:24.692" v="146" actId="1076"/>
          <ac:spMkLst>
            <pc:docMk/>
            <pc:sldMk cId="0" sldId="258"/>
            <ac:spMk id="360" creationId="{16B0A444-3D09-4097-6CBC-69CAA4D6E38E}"/>
          </ac:spMkLst>
        </pc:spChg>
        <pc:spChg chg="add mod">
          <ac:chgData name="ALBERTO LILLO GARCÍA" userId="0d3015df-96a3-45b4-9caa-dceca3e4f515" providerId="ADAL" clId="{983CFBF0-021C-4D4B-8C99-0FFC1FF2AFDB}" dt="2026-03-25T03:12:21.449" v="957" actId="122"/>
          <ac:spMkLst>
            <pc:docMk/>
            <pc:sldMk cId="0" sldId="258"/>
            <ac:spMk id="362" creationId="{C9AC2F3B-E8E3-312D-8FEC-90EFBC6501C8}"/>
          </ac:spMkLst>
        </pc:spChg>
        <pc:spChg chg="mod">
          <ac:chgData name="ALBERTO LILLO GARCÍA" userId="0d3015df-96a3-45b4-9caa-dceca3e4f515" providerId="ADAL" clId="{983CFBF0-021C-4D4B-8C99-0FFC1FF2AFDB}" dt="2026-03-25T03:12:07.507" v="953" actId="14100"/>
          <ac:spMkLst>
            <pc:docMk/>
            <pc:sldMk cId="0" sldId="258"/>
            <ac:spMk id="363" creationId="{6870F2B6-D357-3B23-6890-AA615180A38F}"/>
          </ac:spMkLst>
        </pc:spChg>
      </pc:sldChg>
      <pc:sldChg chg="modSp mod modTransition">
        <pc:chgData name="ALBERTO LILLO GARCÍA" userId="0d3015df-96a3-45b4-9caa-dceca3e4f515" providerId="ADAL" clId="{983CFBF0-021C-4D4B-8C99-0FFC1FF2AFDB}" dt="2026-03-25T04:07:37.010" v="1238"/>
        <pc:sldMkLst>
          <pc:docMk/>
          <pc:sldMk cId="0" sldId="259"/>
        </pc:sldMkLst>
        <pc:spChg chg="mod">
          <ac:chgData name="ALBERTO LILLO GARCÍA" userId="0d3015df-96a3-45b4-9caa-dceca3e4f515" providerId="ADAL" clId="{983CFBF0-021C-4D4B-8C99-0FFC1FF2AFDB}" dt="2026-03-25T03:18:34.123" v="1127" actId="1076"/>
          <ac:spMkLst>
            <pc:docMk/>
            <pc:sldMk cId="0" sldId="259"/>
            <ac:spMk id="347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5T03:18:09.508" v="1100" actId="1076"/>
          <ac:spMkLst>
            <pc:docMk/>
            <pc:sldMk cId="0" sldId="259"/>
            <ac:spMk id="348" creationId="{00000000-0000-0000-0000-000000000000}"/>
          </ac:spMkLst>
        </pc:spChg>
      </pc:sldChg>
      <pc:sldChg chg="modSp mod modTransition">
        <pc:chgData name="ALBERTO LILLO GARCÍA" userId="0d3015df-96a3-45b4-9caa-dceca3e4f515" providerId="ADAL" clId="{983CFBF0-021C-4D4B-8C99-0FFC1FF2AFDB}" dt="2026-03-25T04:05:38.117" v="1201"/>
        <pc:sldMkLst>
          <pc:docMk/>
          <pc:sldMk cId="0" sldId="260"/>
        </pc:sldMkLst>
        <pc:spChg chg="mod">
          <ac:chgData name="ALBERTO LILLO GARCÍA" userId="0d3015df-96a3-45b4-9caa-dceca3e4f515" providerId="ADAL" clId="{983CFBF0-021C-4D4B-8C99-0FFC1FF2AFDB}" dt="2026-03-22T21:43:52.950" v="540" actId="14100"/>
          <ac:spMkLst>
            <pc:docMk/>
            <pc:sldMk cId="0" sldId="260"/>
            <ac:spMk id="750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22T21:51:09.482" v="655" actId="113"/>
          <ac:spMkLst>
            <pc:docMk/>
            <pc:sldMk cId="0" sldId="260"/>
            <ac:spMk id="752" creationId="{00000000-0000-0000-0000-000000000000}"/>
          </ac:spMkLst>
        </pc:spChg>
      </pc:sldChg>
      <pc:sldChg chg="del">
        <pc:chgData name="ALBERTO LILLO GARCÍA" userId="0d3015df-96a3-45b4-9caa-dceca3e4f515" providerId="ADAL" clId="{983CFBF0-021C-4D4B-8C99-0FFC1FF2AFDB}" dt="2026-03-25T03:15:46.504" v="1021" actId="47"/>
        <pc:sldMkLst>
          <pc:docMk/>
          <pc:sldMk cId="0" sldId="261"/>
        </pc:sldMkLst>
      </pc:sldChg>
      <pc:sldChg chg="del">
        <pc:chgData name="ALBERTO LILLO GARCÍA" userId="0d3015df-96a3-45b4-9caa-dceca3e4f515" providerId="ADAL" clId="{983CFBF0-021C-4D4B-8C99-0FFC1FF2AFDB}" dt="2026-03-25T03:15:47.766" v="1022" actId="47"/>
        <pc:sldMkLst>
          <pc:docMk/>
          <pc:sldMk cId="0" sldId="262"/>
        </pc:sldMkLst>
      </pc:sldChg>
      <pc:sldChg chg="modSp del mod">
        <pc:chgData name="ALBERTO LILLO GARCÍA" userId="0d3015df-96a3-45b4-9caa-dceca3e4f515" providerId="ADAL" clId="{983CFBF0-021C-4D4B-8C99-0FFC1FF2AFDB}" dt="2026-03-25T03:15:49.857" v="1023" actId="47"/>
        <pc:sldMkLst>
          <pc:docMk/>
          <pc:sldMk cId="0" sldId="263"/>
        </pc:sldMkLst>
      </pc:sldChg>
      <pc:sldChg chg="del">
        <pc:chgData name="ALBERTO LILLO GARCÍA" userId="0d3015df-96a3-45b4-9caa-dceca3e4f515" providerId="ADAL" clId="{983CFBF0-021C-4D4B-8C99-0FFC1FF2AFDB}" dt="2026-03-25T03:16:45.900" v="1092" actId="47"/>
        <pc:sldMkLst>
          <pc:docMk/>
          <pc:sldMk cId="0" sldId="264"/>
        </pc:sldMkLst>
      </pc:sldChg>
      <pc:sldChg chg="del">
        <pc:chgData name="ALBERTO LILLO GARCÍA" userId="0d3015df-96a3-45b4-9caa-dceca3e4f515" providerId="ADAL" clId="{983CFBF0-021C-4D4B-8C99-0FFC1FF2AFDB}" dt="2026-03-25T03:18:00.588" v="1098" actId="47"/>
        <pc:sldMkLst>
          <pc:docMk/>
          <pc:sldMk cId="0" sldId="265"/>
        </pc:sldMkLst>
      </pc:sldChg>
      <pc:sldChg chg="del">
        <pc:chgData name="ALBERTO LILLO GARCÍA" userId="0d3015df-96a3-45b4-9caa-dceca3e4f515" providerId="ADAL" clId="{983CFBF0-021C-4D4B-8C99-0FFC1FF2AFDB}" dt="2026-03-25T03:16:55.944" v="1094" actId="47"/>
        <pc:sldMkLst>
          <pc:docMk/>
          <pc:sldMk cId="0" sldId="266"/>
        </pc:sldMkLst>
      </pc:sldChg>
      <pc:sldChg chg="del">
        <pc:chgData name="ALBERTO LILLO GARCÍA" userId="0d3015df-96a3-45b4-9caa-dceca3e4f515" providerId="ADAL" clId="{983CFBF0-021C-4D4B-8C99-0FFC1FF2AFDB}" dt="2026-03-25T03:16:48.198" v="1093" actId="47"/>
        <pc:sldMkLst>
          <pc:docMk/>
          <pc:sldMk cId="0" sldId="267"/>
        </pc:sldMkLst>
      </pc:sldChg>
      <pc:sldChg chg="del">
        <pc:chgData name="ALBERTO LILLO GARCÍA" userId="0d3015df-96a3-45b4-9caa-dceca3e4f515" providerId="ADAL" clId="{983CFBF0-021C-4D4B-8C99-0FFC1FF2AFDB}" dt="2026-03-25T03:16:41.543" v="1089" actId="47"/>
        <pc:sldMkLst>
          <pc:docMk/>
          <pc:sldMk cId="0" sldId="268"/>
        </pc:sldMkLst>
      </pc:sldChg>
      <pc:sldChg chg="modSp add del mod modTransition">
        <pc:chgData name="ALBERTO LILLO GARCÍA" userId="0d3015df-96a3-45b4-9caa-dceca3e4f515" providerId="ADAL" clId="{983CFBF0-021C-4D4B-8C99-0FFC1FF2AFDB}" dt="2026-03-25T04:07:49.449" v="1242"/>
        <pc:sldMkLst>
          <pc:docMk/>
          <pc:sldMk cId="0" sldId="269"/>
        </pc:sldMkLst>
        <pc:spChg chg="mod">
          <ac:chgData name="ALBERTO LILLO GARCÍA" userId="0d3015df-96a3-45b4-9caa-dceca3e4f515" providerId="ADAL" clId="{983CFBF0-021C-4D4B-8C99-0FFC1FF2AFDB}" dt="2026-03-25T03:16:14.268" v="1057" actId="1076"/>
          <ac:spMkLst>
            <pc:docMk/>
            <pc:sldMk cId="0" sldId="269"/>
            <ac:spMk id="1508" creationId="{00000000-0000-0000-0000-000000000000}"/>
          </ac:spMkLst>
        </pc:spChg>
      </pc:sldChg>
      <pc:sldChg chg="del">
        <pc:chgData name="ALBERTO LILLO GARCÍA" userId="0d3015df-96a3-45b4-9caa-dceca3e4f515" providerId="ADAL" clId="{983CFBF0-021C-4D4B-8C99-0FFC1FF2AFDB}" dt="2026-03-25T03:16:15.897" v="1058" actId="47"/>
        <pc:sldMkLst>
          <pc:docMk/>
          <pc:sldMk cId="0" sldId="270"/>
        </pc:sldMkLst>
      </pc:sldChg>
      <pc:sldChg chg="del">
        <pc:chgData name="ALBERTO LILLO GARCÍA" userId="0d3015df-96a3-45b4-9caa-dceca3e4f515" providerId="ADAL" clId="{983CFBF0-021C-4D4B-8C99-0FFC1FF2AFDB}" dt="2026-03-25T03:16:18.677" v="1059" actId="47"/>
        <pc:sldMkLst>
          <pc:docMk/>
          <pc:sldMk cId="0" sldId="271"/>
        </pc:sldMkLst>
      </pc:sldChg>
      <pc:sldChg chg="del">
        <pc:chgData name="ALBERTO LILLO GARCÍA" userId="0d3015df-96a3-45b4-9caa-dceca3e4f515" providerId="ADAL" clId="{983CFBF0-021C-4D4B-8C99-0FFC1FF2AFDB}" dt="2026-03-25T03:16:38.693" v="1088" actId="47"/>
        <pc:sldMkLst>
          <pc:docMk/>
          <pc:sldMk cId="0" sldId="272"/>
        </pc:sldMkLst>
      </pc:sldChg>
      <pc:sldChg chg="del">
        <pc:chgData name="ALBERTO LILLO GARCÍA" userId="0d3015df-96a3-45b4-9caa-dceca3e4f515" providerId="ADAL" clId="{983CFBF0-021C-4D4B-8C99-0FFC1FF2AFDB}" dt="2026-03-25T03:16:38.086" v="1087" actId="47"/>
        <pc:sldMkLst>
          <pc:docMk/>
          <pc:sldMk cId="0" sldId="273"/>
        </pc:sldMkLst>
      </pc:sldChg>
      <pc:sldChg chg="del">
        <pc:chgData name="ALBERTO LILLO GARCÍA" userId="0d3015df-96a3-45b4-9caa-dceca3e4f515" providerId="ADAL" clId="{983CFBF0-021C-4D4B-8C99-0FFC1FF2AFDB}" dt="2026-03-25T03:16:37.949" v="1086" actId="47"/>
        <pc:sldMkLst>
          <pc:docMk/>
          <pc:sldMk cId="0" sldId="274"/>
        </pc:sldMkLst>
      </pc:sldChg>
      <pc:sldChg chg="del">
        <pc:chgData name="ALBERTO LILLO GARCÍA" userId="0d3015df-96a3-45b4-9caa-dceca3e4f515" providerId="ADAL" clId="{983CFBF0-021C-4D4B-8C99-0FFC1FF2AFDB}" dt="2026-03-25T03:16:37.100" v="1085" actId="47"/>
        <pc:sldMkLst>
          <pc:docMk/>
          <pc:sldMk cId="0" sldId="275"/>
        </pc:sldMkLst>
      </pc:sldChg>
      <pc:sldChg chg="del">
        <pc:chgData name="ALBERTO LILLO GARCÍA" userId="0d3015df-96a3-45b4-9caa-dceca3e4f515" providerId="ADAL" clId="{983CFBF0-021C-4D4B-8C99-0FFC1FF2AFDB}" dt="2026-03-25T03:16:36.958" v="1084" actId="47"/>
        <pc:sldMkLst>
          <pc:docMk/>
          <pc:sldMk cId="0" sldId="276"/>
        </pc:sldMkLst>
      </pc:sldChg>
      <pc:sldChg chg="del">
        <pc:chgData name="ALBERTO LILLO GARCÍA" userId="0d3015df-96a3-45b4-9caa-dceca3e4f515" providerId="ADAL" clId="{983CFBF0-021C-4D4B-8C99-0FFC1FF2AFDB}" dt="2026-03-25T03:16:36.389" v="1083" actId="47"/>
        <pc:sldMkLst>
          <pc:docMk/>
          <pc:sldMk cId="0" sldId="277"/>
        </pc:sldMkLst>
      </pc:sldChg>
      <pc:sldChg chg="del">
        <pc:chgData name="ALBERTO LILLO GARCÍA" userId="0d3015df-96a3-45b4-9caa-dceca3e4f515" providerId="ADAL" clId="{983CFBF0-021C-4D4B-8C99-0FFC1FF2AFDB}" dt="2026-03-25T03:16:36.276" v="1082" actId="47"/>
        <pc:sldMkLst>
          <pc:docMk/>
          <pc:sldMk cId="0" sldId="278"/>
        </pc:sldMkLst>
      </pc:sldChg>
      <pc:sldChg chg="del">
        <pc:chgData name="ALBERTO LILLO GARCÍA" userId="0d3015df-96a3-45b4-9caa-dceca3e4f515" providerId="ADAL" clId="{983CFBF0-021C-4D4B-8C99-0FFC1FF2AFDB}" dt="2026-03-25T03:16:35.711" v="1081" actId="47"/>
        <pc:sldMkLst>
          <pc:docMk/>
          <pc:sldMk cId="0" sldId="279"/>
        </pc:sldMkLst>
      </pc:sldChg>
      <pc:sldChg chg="del">
        <pc:chgData name="ALBERTO LILLO GARCÍA" userId="0d3015df-96a3-45b4-9caa-dceca3e4f515" providerId="ADAL" clId="{983CFBF0-021C-4D4B-8C99-0FFC1FF2AFDB}" dt="2026-03-25T03:16:35.593" v="1080" actId="47"/>
        <pc:sldMkLst>
          <pc:docMk/>
          <pc:sldMk cId="0" sldId="280"/>
        </pc:sldMkLst>
      </pc:sldChg>
      <pc:sldChg chg="del">
        <pc:chgData name="ALBERTO LILLO GARCÍA" userId="0d3015df-96a3-45b4-9caa-dceca3e4f515" providerId="ADAL" clId="{983CFBF0-021C-4D4B-8C99-0FFC1FF2AFDB}" dt="2026-03-25T03:16:35.204" v="1079" actId="47"/>
        <pc:sldMkLst>
          <pc:docMk/>
          <pc:sldMk cId="0" sldId="281"/>
        </pc:sldMkLst>
      </pc:sldChg>
      <pc:sldChg chg="del">
        <pc:chgData name="ALBERTO LILLO GARCÍA" userId="0d3015df-96a3-45b4-9caa-dceca3e4f515" providerId="ADAL" clId="{983CFBF0-021C-4D4B-8C99-0FFC1FF2AFDB}" dt="2026-03-25T03:16:34.714" v="1078" actId="47"/>
        <pc:sldMkLst>
          <pc:docMk/>
          <pc:sldMk cId="0" sldId="282"/>
        </pc:sldMkLst>
      </pc:sldChg>
      <pc:sldChg chg="del">
        <pc:chgData name="ALBERTO LILLO GARCÍA" userId="0d3015df-96a3-45b4-9caa-dceca3e4f515" providerId="ADAL" clId="{983CFBF0-021C-4D4B-8C99-0FFC1FF2AFDB}" dt="2026-03-25T03:16:34.571" v="1077" actId="47"/>
        <pc:sldMkLst>
          <pc:docMk/>
          <pc:sldMk cId="0" sldId="283"/>
        </pc:sldMkLst>
      </pc:sldChg>
      <pc:sldChg chg="del">
        <pc:chgData name="ALBERTO LILLO GARCÍA" userId="0d3015df-96a3-45b4-9caa-dceca3e4f515" providerId="ADAL" clId="{983CFBF0-021C-4D4B-8C99-0FFC1FF2AFDB}" dt="2026-03-25T03:16:34.135" v="1076" actId="47"/>
        <pc:sldMkLst>
          <pc:docMk/>
          <pc:sldMk cId="0" sldId="284"/>
        </pc:sldMkLst>
      </pc:sldChg>
      <pc:sldChg chg="del">
        <pc:chgData name="ALBERTO LILLO GARCÍA" userId="0d3015df-96a3-45b4-9caa-dceca3e4f515" providerId="ADAL" clId="{983CFBF0-021C-4D4B-8C99-0FFC1FF2AFDB}" dt="2026-03-25T03:16:34.005" v="1075" actId="47"/>
        <pc:sldMkLst>
          <pc:docMk/>
          <pc:sldMk cId="0" sldId="285"/>
        </pc:sldMkLst>
      </pc:sldChg>
      <pc:sldChg chg="del">
        <pc:chgData name="ALBERTO LILLO GARCÍA" userId="0d3015df-96a3-45b4-9caa-dceca3e4f515" providerId="ADAL" clId="{983CFBF0-021C-4D4B-8C99-0FFC1FF2AFDB}" dt="2026-03-25T03:16:33.668" v="1074" actId="47"/>
        <pc:sldMkLst>
          <pc:docMk/>
          <pc:sldMk cId="0" sldId="286"/>
        </pc:sldMkLst>
      </pc:sldChg>
      <pc:sldChg chg="del">
        <pc:chgData name="ALBERTO LILLO GARCÍA" userId="0d3015df-96a3-45b4-9caa-dceca3e4f515" providerId="ADAL" clId="{983CFBF0-021C-4D4B-8C99-0FFC1FF2AFDB}" dt="2026-03-25T03:16:33.441" v="1073" actId="47"/>
        <pc:sldMkLst>
          <pc:docMk/>
          <pc:sldMk cId="0" sldId="287"/>
        </pc:sldMkLst>
      </pc:sldChg>
      <pc:sldChg chg="del">
        <pc:chgData name="ALBERTO LILLO GARCÍA" userId="0d3015df-96a3-45b4-9caa-dceca3e4f515" providerId="ADAL" clId="{983CFBF0-021C-4D4B-8C99-0FFC1FF2AFDB}" dt="2026-03-25T03:16:33.406" v="1072" actId="47"/>
        <pc:sldMkLst>
          <pc:docMk/>
          <pc:sldMk cId="0" sldId="288"/>
        </pc:sldMkLst>
      </pc:sldChg>
      <pc:sldChg chg="del">
        <pc:chgData name="ALBERTO LILLO GARCÍA" userId="0d3015df-96a3-45b4-9caa-dceca3e4f515" providerId="ADAL" clId="{983CFBF0-021C-4D4B-8C99-0FFC1FF2AFDB}" dt="2026-03-25T03:16:32.839" v="1071" actId="47"/>
        <pc:sldMkLst>
          <pc:docMk/>
          <pc:sldMk cId="0" sldId="289"/>
        </pc:sldMkLst>
      </pc:sldChg>
      <pc:sldChg chg="del">
        <pc:chgData name="ALBERTO LILLO GARCÍA" userId="0d3015df-96a3-45b4-9caa-dceca3e4f515" providerId="ADAL" clId="{983CFBF0-021C-4D4B-8C99-0FFC1FF2AFDB}" dt="2026-03-25T03:16:32.353" v="1070" actId="47"/>
        <pc:sldMkLst>
          <pc:docMk/>
          <pc:sldMk cId="0" sldId="290"/>
        </pc:sldMkLst>
      </pc:sldChg>
      <pc:sldChg chg="del">
        <pc:chgData name="ALBERTO LILLO GARCÍA" userId="0d3015df-96a3-45b4-9caa-dceca3e4f515" providerId="ADAL" clId="{983CFBF0-021C-4D4B-8C99-0FFC1FF2AFDB}" dt="2026-03-25T03:16:32.021" v="1069" actId="47"/>
        <pc:sldMkLst>
          <pc:docMk/>
          <pc:sldMk cId="0" sldId="291"/>
        </pc:sldMkLst>
      </pc:sldChg>
      <pc:sldChg chg="del">
        <pc:chgData name="ALBERTO LILLO GARCÍA" userId="0d3015df-96a3-45b4-9caa-dceca3e4f515" providerId="ADAL" clId="{983CFBF0-021C-4D4B-8C99-0FFC1FF2AFDB}" dt="2026-03-25T03:16:31.622" v="1068" actId="47"/>
        <pc:sldMkLst>
          <pc:docMk/>
          <pc:sldMk cId="0" sldId="292"/>
        </pc:sldMkLst>
      </pc:sldChg>
      <pc:sldChg chg="del">
        <pc:chgData name="ALBERTO LILLO GARCÍA" userId="0d3015df-96a3-45b4-9caa-dceca3e4f515" providerId="ADAL" clId="{983CFBF0-021C-4D4B-8C99-0FFC1FF2AFDB}" dt="2026-03-25T03:16:31.240" v="1067" actId="47"/>
        <pc:sldMkLst>
          <pc:docMk/>
          <pc:sldMk cId="0" sldId="293"/>
        </pc:sldMkLst>
      </pc:sldChg>
      <pc:sldChg chg="del">
        <pc:chgData name="ALBERTO LILLO GARCÍA" userId="0d3015df-96a3-45b4-9caa-dceca3e4f515" providerId="ADAL" clId="{983CFBF0-021C-4D4B-8C99-0FFC1FF2AFDB}" dt="2026-03-25T03:16:30.883" v="1066" actId="47"/>
        <pc:sldMkLst>
          <pc:docMk/>
          <pc:sldMk cId="0" sldId="294"/>
        </pc:sldMkLst>
      </pc:sldChg>
      <pc:sldChg chg="del">
        <pc:chgData name="ALBERTO LILLO GARCÍA" userId="0d3015df-96a3-45b4-9caa-dceca3e4f515" providerId="ADAL" clId="{983CFBF0-021C-4D4B-8C99-0FFC1FF2AFDB}" dt="2026-03-25T03:16:30.525" v="1065" actId="47"/>
        <pc:sldMkLst>
          <pc:docMk/>
          <pc:sldMk cId="0" sldId="295"/>
        </pc:sldMkLst>
      </pc:sldChg>
      <pc:sldChg chg="del">
        <pc:chgData name="ALBERTO LILLO GARCÍA" userId="0d3015df-96a3-45b4-9caa-dceca3e4f515" providerId="ADAL" clId="{983CFBF0-021C-4D4B-8C99-0FFC1FF2AFDB}" dt="2026-03-25T03:16:29.949" v="1064" actId="47"/>
        <pc:sldMkLst>
          <pc:docMk/>
          <pc:sldMk cId="0" sldId="296"/>
        </pc:sldMkLst>
      </pc:sldChg>
      <pc:sldChg chg="del">
        <pc:chgData name="ALBERTO LILLO GARCÍA" userId="0d3015df-96a3-45b4-9caa-dceca3e4f515" providerId="ADAL" clId="{983CFBF0-021C-4D4B-8C99-0FFC1FF2AFDB}" dt="2026-03-25T03:16:29.484" v="1063" actId="47"/>
        <pc:sldMkLst>
          <pc:docMk/>
          <pc:sldMk cId="0" sldId="297"/>
        </pc:sldMkLst>
      </pc:sldChg>
      <pc:sldChg chg="del">
        <pc:chgData name="ALBERTO LILLO GARCÍA" userId="0d3015df-96a3-45b4-9caa-dceca3e4f515" providerId="ADAL" clId="{983CFBF0-021C-4D4B-8C99-0FFC1FF2AFDB}" dt="2026-03-25T03:16:28.743" v="1062" actId="47"/>
        <pc:sldMkLst>
          <pc:docMk/>
          <pc:sldMk cId="0" sldId="298"/>
        </pc:sldMkLst>
      </pc:sldChg>
      <pc:sldChg chg="del">
        <pc:chgData name="ALBERTO LILLO GARCÍA" userId="0d3015df-96a3-45b4-9caa-dceca3e4f515" providerId="ADAL" clId="{983CFBF0-021C-4D4B-8C99-0FFC1FF2AFDB}" dt="2026-03-25T03:16:27.438" v="1061" actId="47"/>
        <pc:sldMkLst>
          <pc:docMk/>
          <pc:sldMk cId="0" sldId="299"/>
        </pc:sldMkLst>
      </pc:sldChg>
      <pc:sldChg chg="del">
        <pc:chgData name="ALBERTO LILLO GARCÍA" userId="0d3015df-96a3-45b4-9caa-dceca3e4f515" providerId="ADAL" clId="{983CFBF0-021C-4D4B-8C99-0FFC1FF2AFDB}" dt="2026-03-25T03:16:24.192" v="1060" actId="47"/>
        <pc:sldMkLst>
          <pc:docMk/>
          <pc:sldMk cId="0" sldId="300"/>
        </pc:sldMkLst>
      </pc:sldChg>
      <pc:sldChg chg="modSp add mod modTransition">
        <pc:chgData name="ALBERTO LILLO GARCÍA" userId="0d3015df-96a3-45b4-9caa-dceca3e4f515" providerId="ADAL" clId="{983CFBF0-021C-4D4B-8C99-0FFC1FF2AFDB}" dt="2026-03-25T04:05:55.041" v="1205"/>
        <pc:sldMkLst>
          <pc:docMk/>
          <pc:sldMk cId="71685340" sldId="301"/>
        </pc:sldMkLst>
        <pc:spChg chg="mod">
          <ac:chgData name="ALBERTO LILLO GARCÍA" userId="0d3015df-96a3-45b4-9caa-dceca3e4f515" providerId="ADAL" clId="{983CFBF0-021C-4D4B-8C99-0FFC1FF2AFDB}" dt="2026-03-22T21:44:11.291" v="542"/>
          <ac:spMkLst>
            <pc:docMk/>
            <pc:sldMk cId="71685340" sldId="301"/>
            <ac:spMk id="750" creationId="{A7826FA8-4C42-2E2C-3401-D471BEDC3598}"/>
          </ac:spMkLst>
        </pc:spChg>
        <pc:spChg chg="mod">
          <ac:chgData name="ALBERTO LILLO GARCÍA" userId="0d3015df-96a3-45b4-9caa-dceca3e4f515" providerId="ADAL" clId="{983CFBF0-021C-4D4B-8C99-0FFC1FF2AFDB}" dt="2026-03-22T21:43:25.391" v="527" actId="20577"/>
          <ac:spMkLst>
            <pc:docMk/>
            <pc:sldMk cId="71685340" sldId="301"/>
            <ac:spMk id="751" creationId="{3A6825B6-A77D-20B5-7B5E-7508746E7A0D}"/>
          </ac:spMkLst>
        </pc:spChg>
        <pc:spChg chg="mod">
          <ac:chgData name="ALBERTO LILLO GARCÍA" userId="0d3015df-96a3-45b4-9caa-dceca3e4f515" providerId="ADAL" clId="{983CFBF0-021C-4D4B-8C99-0FFC1FF2AFDB}" dt="2026-03-22T21:51:05.170" v="654" actId="113"/>
          <ac:spMkLst>
            <pc:docMk/>
            <pc:sldMk cId="71685340" sldId="301"/>
            <ac:spMk id="752" creationId="{32D6A0C8-C38C-D02B-5475-89D7519D6293}"/>
          </ac:spMkLst>
        </pc:spChg>
      </pc:sldChg>
      <pc:sldChg chg="modSp add mod modTransition">
        <pc:chgData name="ALBERTO LILLO GARCÍA" userId="0d3015df-96a3-45b4-9caa-dceca3e4f515" providerId="ADAL" clId="{983CFBF0-021C-4D4B-8C99-0FFC1FF2AFDB}" dt="2026-03-25T04:06:05.431" v="1208"/>
        <pc:sldMkLst>
          <pc:docMk/>
          <pc:sldMk cId="1917450728" sldId="302"/>
        </pc:sldMkLst>
        <pc:spChg chg="mod">
          <ac:chgData name="ALBERTO LILLO GARCÍA" userId="0d3015df-96a3-45b4-9caa-dceca3e4f515" providerId="ADAL" clId="{983CFBF0-021C-4D4B-8C99-0FFC1FF2AFDB}" dt="2026-03-22T21:44:45.656" v="551" actId="404"/>
          <ac:spMkLst>
            <pc:docMk/>
            <pc:sldMk cId="1917450728" sldId="302"/>
            <ac:spMk id="750" creationId="{052B340B-BD6B-A3E8-97F8-953984452E47}"/>
          </ac:spMkLst>
        </pc:spChg>
        <pc:spChg chg="mod">
          <ac:chgData name="ALBERTO LILLO GARCÍA" userId="0d3015df-96a3-45b4-9caa-dceca3e4f515" providerId="ADAL" clId="{983CFBF0-021C-4D4B-8C99-0FFC1FF2AFDB}" dt="2026-03-22T21:43:28.003" v="529" actId="20577"/>
          <ac:spMkLst>
            <pc:docMk/>
            <pc:sldMk cId="1917450728" sldId="302"/>
            <ac:spMk id="751" creationId="{89230737-2AE4-34DB-41BC-A5DEC4B30BFC}"/>
          </ac:spMkLst>
        </pc:spChg>
        <pc:spChg chg="mod">
          <ac:chgData name="ALBERTO LILLO GARCÍA" userId="0d3015df-96a3-45b4-9caa-dceca3e4f515" providerId="ADAL" clId="{983CFBF0-021C-4D4B-8C99-0FFC1FF2AFDB}" dt="2026-03-22T21:50:57.552" v="653" actId="113"/>
          <ac:spMkLst>
            <pc:docMk/>
            <pc:sldMk cId="1917450728" sldId="302"/>
            <ac:spMk id="752" creationId="{CEE7F762-A835-F9E0-F916-EDBD1BF39E95}"/>
          </ac:spMkLst>
        </pc:spChg>
        <pc:spChg chg="mod">
          <ac:chgData name="ALBERTO LILLO GARCÍA" userId="0d3015df-96a3-45b4-9caa-dceca3e4f515" providerId="ADAL" clId="{983CFBF0-021C-4D4B-8C99-0FFC1FF2AFDB}" dt="2026-03-22T21:44:54.593" v="553" actId="1076"/>
          <ac:spMkLst>
            <pc:docMk/>
            <pc:sldMk cId="1917450728" sldId="302"/>
            <ac:spMk id="754" creationId="{1A1C3BE7-67FA-8B14-0D91-32219E2B0432}"/>
          </ac:spMkLst>
        </pc:spChg>
      </pc:sldChg>
      <pc:sldChg chg="modSp add mod modTransition">
        <pc:chgData name="ALBERTO LILLO GARCÍA" userId="0d3015df-96a3-45b4-9caa-dceca3e4f515" providerId="ADAL" clId="{983CFBF0-021C-4D4B-8C99-0FFC1FF2AFDB}" dt="2026-03-25T04:06:22.131" v="1211"/>
        <pc:sldMkLst>
          <pc:docMk/>
          <pc:sldMk cId="1111331023" sldId="303"/>
        </pc:sldMkLst>
        <pc:spChg chg="mod">
          <ac:chgData name="ALBERTO LILLO GARCÍA" userId="0d3015df-96a3-45b4-9caa-dceca3e4f515" providerId="ADAL" clId="{983CFBF0-021C-4D4B-8C99-0FFC1FF2AFDB}" dt="2026-03-23T18:46:57.445" v="764" actId="1076"/>
          <ac:spMkLst>
            <pc:docMk/>
            <pc:sldMk cId="1111331023" sldId="303"/>
            <ac:spMk id="746" creationId="{5D4026A6-6A2D-4AA5-27F2-54EF4E6832CB}"/>
          </ac:spMkLst>
        </pc:spChg>
        <pc:spChg chg="mod">
          <ac:chgData name="ALBERTO LILLO GARCÍA" userId="0d3015df-96a3-45b4-9caa-dceca3e4f515" providerId="ADAL" clId="{983CFBF0-021C-4D4B-8C99-0FFC1FF2AFDB}" dt="2026-03-22T21:45:27.235" v="561" actId="14100"/>
          <ac:spMkLst>
            <pc:docMk/>
            <pc:sldMk cId="1111331023" sldId="303"/>
            <ac:spMk id="750" creationId="{ADC012FD-44CD-6AF3-7486-3A7D47E092D5}"/>
          </ac:spMkLst>
        </pc:spChg>
        <pc:spChg chg="mod">
          <ac:chgData name="ALBERTO LILLO GARCÍA" userId="0d3015df-96a3-45b4-9caa-dceca3e4f515" providerId="ADAL" clId="{983CFBF0-021C-4D4B-8C99-0FFC1FF2AFDB}" dt="2026-03-22T21:43:30.466" v="531" actId="20577"/>
          <ac:spMkLst>
            <pc:docMk/>
            <pc:sldMk cId="1111331023" sldId="303"/>
            <ac:spMk id="751" creationId="{A32C52AC-9436-32E4-9F21-A4AD65203393}"/>
          </ac:spMkLst>
        </pc:spChg>
        <pc:spChg chg="mod">
          <ac:chgData name="ALBERTO LILLO GARCÍA" userId="0d3015df-96a3-45b4-9caa-dceca3e4f515" providerId="ADAL" clId="{983CFBF0-021C-4D4B-8C99-0FFC1FF2AFDB}" dt="2026-03-22T21:50:54.430" v="652" actId="113"/>
          <ac:spMkLst>
            <pc:docMk/>
            <pc:sldMk cId="1111331023" sldId="303"/>
            <ac:spMk id="752" creationId="{06A4B7FD-240A-0783-8EB0-4721246F7A70}"/>
          </ac:spMkLst>
        </pc:spChg>
        <pc:spChg chg="mod">
          <ac:chgData name="ALBERTO LILLO GARCÍA" userId="0d3015df-96a3-45b4-9caa-dceca3e4f515" providerId="ADAL" clId="{983CFBF0-021C-4D4B-8C99-0FFC1FF2AFDB}" dt="2026-03-22T21:45:30.893" v="562" actId="1076"/>
          <ac:spMkLst>
            <pc:docMk/>
            <pc:sldMk cId="1111331023" sldId="303"/>
            <ac:spMk id="754" creationId="{264473F8-B905-96E2-2600-946BD45A9EE2}"/>
          </ac:spMkLst>
        </pc:spChg>
      </pc:sldChg>
      <pc:sldChg chg="modSp add mod modTransition">
        <pc:chgData name="ALBERTO LILLO GARCÍA" userId="0d3015df-96a3-45b4-9caa-dceca3e4f515" providerId="ADAL" clId="{983CFBF0-021C-4D4B-8C99-0FFC1FF2AFDB}" dt="2026-03-25T04:06:31.273" v="1214"/>
        <pc:sldMkLst>
          <pc:docMk/>
          <pc:sldMk cId="2874485024" sldId="304"/>
        </pc:sldMkLst>
        <pc:spChg chg="mod">
          <ac:chgData name="ALBERTO LILLO GARCÍA" userId="0d3015df-96a3-45b4-9caa-dceca3e4f515" providerId="ADAL" clId="{983CFBF0-021C-4D4B-8C99-0FFC1FF2AFDB}" dt="2026-03-22T21:46:20.254" v="572" actId="404"/>
          <ac:spMkLst>
            <pc:docMk/>
            <pc:sldMk cId="2874485024" sldId="304"/>
            <ac:spMk id="750" creationId="{49626500-3E34-4EB2-7978-B842BADE0B18}"/>
          </ac:spMkLst>
        </pc:spChg>
        <pc:spChg chg="mod">
          <ac:chgData name="ALBERTO LILLO GARCÍA" userId="0d3015df-96a3-45b4-9caa-dceca3e4f515" providerId="ADAL" clId="{983CFBF0-021C-4D4B-8C99-0FFC1FF2AFDB}" dt="2026-03-22T21:43:33.443" v="533" actId="20577"/>
          <ac:spMkLst>
            <pc:docMk/>
            <pc:sldMk cId="2874485024" sldId="304"/>
            <ac:spMk id="751" creationId="{E54885AF-90DF-89A4-378A-B131736DB02E}"/>
          </ac:spMkLst>
        </pc:spChg>
        <pc:spChg chg="mod">
          <ac:chgData name="ALBERTO LILLO GARCÍA" userId="0d3015df-96a3-45b4-9caa-dceca3e4f515" providerId="ADAL" clId="{983CFBF0-021C-4D4B-8C99-0FFC1FF2AFDB}" dt="2026-03-22T21:50:51.254" v="651" actId="113"/>
          <ac:spMkLst>
            <pc:docMk/>
            <pc:sldMk cId="2874485024" sldId="304"/>
            <ac:spMk id="752" creationId="{0824D915-83B5-7931-C737-A3E572830749}"/>
          </ac:spMkLst>
        </pc:spChg>
        <pc:spChg chg="mod">
          <ac:chgData name="ALBERTO LILLO GARCÍA" userId="0d3015df-96a3-45b4-9caa-dceca3e4f515" providerId="ADAL" clId="{983CFBF0-021C-4D4B-8C99-0FFC1FF2AFDB}" dt="2026-03-22T21:46:26.703" v="574" actId="1076"/>
          <ac:spMkLst>
            <pc:docMk/>
            <pc:sldMk cId="2874485024" sldId="304"/>
            <ac:spMk id="754" creationId="{7054B897-4201-B42D-6B87-C796A2D82BAA}"/>
          </ac:spMkLst>
        </pc:spChg>
      </pc:sldChg>
      <pc:sldChg chg="modSp add mod modTransition">
        <pc:chgData name="ALBERTO LILLO GARCÍA" userId="0d3015df-96a3-45b4-9caa-dceca3e4f515" providerId="ADAL" clId="{983CFBF0-021C-4D4B-8C99-0FFC1FF2AFDB}" dt="2026-03-25T04:06:47.983" v="1221"/>
        <pc:sldMkLst>
          <pc:docMk/>
          <pc:sldMk cId="1928838257" sldId="305"/>
        </pc:sldMkLst>
        <pc:spChg chg="mod">
          <ac:chgData name="ALBERTO LILLO GARCÍA" userId="0d3015df-96a3-45b4-9caa-dceca3e4f515" providerId="ADAL" clId="{983CFBF0-021C-4D4B-8C99-0FFC1FF2AFDB}" dt="2026-03-24T11:19:45.477" v="802" actId="21"/>
          <ac:spMkLst>
            <pc:docMk/>
            <pc:sldMk cId="1928838257" sldId="305"/>
            <ac:spMk id="750" creationId="{A6E65A84-CF7F-DCEF-28CB-52EA4351D21A}"/>
          </ac:spMkLst>
        </pc:spChg>
        <pc:spChg chg="mod">
          <ac:chgData name="ALBERTO LILLO GARCÍA" userId="0d3015df-96a3-45b4-9caa-dceca3e4f515" providerId="ADAL" clId="{983CFBF0-021C-4D4B-8C99-0FFC1FF2AFDB}" dt="2026-03-22T21:43:37.005" v="535" actId="20577"/>
          <ac:spMkLst>
            <pc:docMk/>
            <pc:sldMk cId="1928838257" sldId="305"/>
            <ac:spMk id="751" creationId="{0BCD3DBE-0116-A17C-08D5-40A888027FA2}"/>
          </ac:spMkLst>
        </pc:spChg>
        <pc:spChg chg="mod">
          <ac:chgData name="ALBERTO LILLO GARCÍA" userId="0d3015df-96a3-45b4-9caa-dceca3e4f515" providerId="ADAL" clId="{983CFBF0-021C-4D4B-8C99-0FFC1FF2AFDB}" dt="2026-03-22T21:50:48.269" v="650" actId="1076"/>
          <ac:spMkLst>
            <pc:docMk/>
            <pc:sldMk cId="1928838257" sldId="305"/>
            <ac:spMk id="752" creationId="{DEFF605E-41FA-C2CE-2F35-DA0650022FF8}"/>
          </ac:spMkLst>
        </pc:spChg>
      </pc:sldChg>
      <pc:sldChg chg="modSp add mod modTransition">
        <pc:chgData name="ALBERTO LILLO GARCÍA" userId="0d3015df-96a3-45b4-9caa-dceca3e4f515" providerId="ADAL" clId="{983CFBF0-021C-4D4B-8C99-0FFC1FF2AFDB}" dt="2026-03-25T04:06:55.280" v="1224"/>
        <pc:sldMkLst>
          <pc:docMk/>
          <pc:sldMk cId="1270826704" sldId="306"/>
        </pc:sldMkLst>
        <pc:spChg chg="mod">
          <ac:chgData name="ALBERTO LILLO GARCÍA" userId="0d3015df-96a3-45b4-9caa-dceca3e4f515" providerId="ADAL" clId="{983CFBF0-021C-4D4B-8C99-0FFC1FF2AFDB}" dt="2026-03-22T21:49:08.649" v="606" actId="14100"/>
          <ac:spMkLst>
            <pc:docMk/>
            <pc:sldMk cId="1270826704" sldId="306"/>
            <ac:spMk id="746" creationId="{F26F9F01-65B7-9FD7-DAAE-CF114BFD986A}"/>
          </ac:spMkLst>
        </pc:spChg>
        <pc:spChg chg="mod">
          <ac:chgData name="ALBERTO LILLO GARCÍA" userId="0d3015df-96a3-45b4-9caa-dceca3e4f515" providerId="ADAL" clId="{983CFBF0-021C-4D4B-8C99-0FFC1FF2AFDB}" dt="2026-03-22T21:49:08.649" v="606" actId="14100"/>
          <ac:spMkLst>
            <pc:docMk/>
            <pc:sldMk cId="1270826704" sldId="306"/>
            <ac:spMk id="747" creationId="{4DCD5B05-6001-942E-B5FD-0DBD37F28FDD}"/>
          </ac:spMkLst>
        </pc:spChg>
        <pc:spChg chg="mod">
          <ac:chgData name="ALBERTO LILLO GARCÍA" userId="0d3015df-96a3-45b4-9caa-dceca3e4f515" providerId="ADAL" clId="{983CFBF0-021C-4D4B-8C99-0FFC1FF2AFDB}" dt="2026-03-22T21:47:51.520" v="588" actId="14100"/>
          <ac:spMkLst>
            <pc:docMk/>
            <pc:sldMk cId="1270826704" sldId="306"/>
            <ac:spMk id="750" creationId="{13ACF480-AF21-552C-568F-13CFDA169FA5}"/>
          </ac:spMkLst>
        </pc:spChg>
        <pc:spChg chg="mod">
          <ac:chgData name="ALBERTO LILLO GARCÍA" userId="0d3015df-96a3-45b4-9caa-dceca3e4f515" providerId="ADAL" clId="{983CFBF0-021C-4D4B-8C99-0FFC1FF2AFDB}" dt="2026-03-22T21:49:11.417" v="607" actId="1076"/>
          <ac:spMkLst>
            <pc:docMk/>
            <pc:sldMk cId="1270826704" sldId="306"/>
            <ac:spMk id="751" creationId="{8457D7E1-AAEC-0F12-4C9B-EA86F60D6BE3}"/>
          </ac:spMkLst>
        </pc:spChg>
        <pc:spChg chg="mod">
          <ac:chgData name="ALBERTO LILLO GARCÍA" userId="0d3015df-96a3-45b4-9caa-dceca3e4f515" providerId="ADAL" clId="{983CFBF0-021C-4D4B-8C99-0FFC1FF2AFDB}" dt="2026-03-22T21:50:38.853" v="648" actId="113"/>
          <ac:spMkLst>
            <pc:docMk/>
            <pc:sldMk cId="1270826704" sldId="306"/>
            <ac:spMk id="752" creationId="{091783F4-BD4E-532B-7C0F-7ABD8E6B27BF}"/>
          </ac:spMkLst>
        </pc:spChg>
        <pc:spChg chg="mod">
          <ac:chgData name="ALBERTO LILLO GARCÍA" userId="0d3015df-96a3-45b4-9caa-dceca3e4f515" providerId="ADAL" clId="{983CFBF0-021C-4D4B-8C99-0FFC1FF2AFDB}" dt="2026-03-22T21:47:53.687" v="589" actId="1076"/>
          <ac:spMkLst>
            <pc:docMk/>
            <pc:sldMk cId="1270826704" sldId="306"/>
            <ac:spMk id="754" creationId="{EA1EA751-D4ED-1069-6FBC-0AA92EE48175}"/>
          </ac:spMkLst>
        </pc:spChg>
      </pc:sldChg>
      <pc:sldChg chg="addSp delSp modSp new mod modTransition modAnim">
        <pc:chgData name="ALBERTO LILLO GARCÍA" userId="0d3015df-96a3-45b4-9caa-dceca3e4f515" providerId="ADAL" clId="{983CFBF0-021C-4D4B-8C99-0FFC1FF2AFDB}" dt="2026-03-25T04:05:47.926" v="1204"/>
        <pc:sldMkLst>
          <pc:docMk/>
          <pc:sldMk cId="4146100816" sldId="307"/>
        </pc:sldMkLst>
        <pc:picChg chg="add mod">
          <ac:chgData name="ALBERTO LILLO GARCÍA" userId="0d3015df-96a3-45b4-9caa-dceca3e4f515" providerId="ADAL" clId="{983CFBF0-021C-4D4B-8C99-0FFC1FF2AFDB}" dt="2026-03-23T18:29:29.479" v="689" actId="1076"/>
          <ac:picMkLst>
            <pc:docMk/>
            <pc:sldMk cId="4146100816" sldId="307"/>
            <ac:picMk id="6" creationId="{C7C244B7-1FA9-9064-1924-513F0C9409B8}"/>
          </ac:picMkLst>
        </pc:picChg>
        <pc:picChg chg="add mod">
          <ac:chgData name="ALBERTO LILLO GARCÍA" userId="0d3015df-96a3-45b4-9caa-dceca3e4f515" providerId="ADAL" clId="{983CFBF0-021C-4D4B-8C99-0FFC1FF2AFDB}" dt="2026-03-23T18:28:41.453" v="686" actId="1076"/>
          <ac:picMkLst>
            <pc:docMk/>
            <pc:sldMk cId="4146100816" sldId="307"/>
            <ac:picMk id="1026" creationId="{52E7CE44-8A1A-C0EE-8F8D-56ABD9863627}"/>
          </ac:picMkLst>
        </pc:picChg>
      </pc:sldChg>
      <pc:sldChg chg="addSp delSp modSp add mod modTransition modAnim">
        <pc:chgData name="ALBERTO LILLO GARCÍA" userId="0d3015df-96a3-45b4-9caa-dceca3e4f515" providerId="ADAL" clId="{983CFBF0-021C-4D4B-8C99-0FFC1FF2AFDB}" dt="2026-03-25T04:05:58.353" v="1206"/>
        <pc:sldMkLst>
          <pc:docMk/>
          <pc:sldMk cId="3439859574" sldId="308"/>
        </pc:sldMkLst>
        <pc:spChg chg="mod">
          <ac:chgData name="ALBERTO LILLO GARCÍA" userId="0d3015df-96a3-45b4-9caa-dceca3e4f515" providerId="ADAL" clId="{983CFBF0-021C-4D4B-8C99-0FFC1FF2AFDB}" dt="2026-03-23T18:47:49.995" v="779" actId="1076"/>
          <ac:spMkLst>
            <pc:docMk/>
            <pc:sldMk cId="3439859574" sldId="308"/>
            <ac:spMk id="771" creationId="{CDAFF58C-131F-099A-1136-ED07E8A08DF2}"/>
          </ac:spMkLst>
        </pc:spChg>
        <pc:grpChg chg="mod">
          <ac:chgData name="ALBERTO LILLO GARCÍA" userId="0d3015df-96a3-45b4-9caa-dceca3e4f515" providerId="ADAL" clId="{983CFBF0-021C-4D4B-8C99-0FFC1FF2AFDB}" dt="2026-03-23T18:46:08.853" v="729" actId="1076"/>
          <ac:grpSpMkLst>
            <pc:docMk/>
            <pc:sldMk cId="3439859574" sldId="308"/>
            <ac:grpSpMk id="791" creationId="{112C87E1-516F-9016-D970-D30ED338550A}"/>
          </ac:grpSpMkLst>
        </pc:grpChg>
      </pc:sldChg>
      <pc:sldChg chg="modTransition modAnim">
        <pc:chgData name="ALBERTO LILLO GARCÍA" userId="0d3015df-96a3-45b4-9caa-dceca3e4f515" providerId="ADAL" clId="{983CFBF0-021C-4D4B-8C99-0FFC1FF2AFDB}" dt="2026-03-25T04:06:00.222" v="1207"/>
        <pc:sldMkLst>
          <pc:docMk/>
          <pc:sldMk cId="2161114822" sldId="309"/>
        </pc:sldMkLst>
      </pc:sldChg>
      <pc:sldChg chg="modTransition modAnim">
        <pc:chgData name="ALBERTO LILLO GARCÍA" userId="0d3015df-96a3-45b4-9caa-dceca3e4f515" providerId="ADAL" clId="{983CFBF0-021C-4D4B-8C99-0FFC1FF2AFDB}" dt="2026-03-25T04:06:09.315" v="1209"/>
        <pc:sldMkLst>
          <pc:docMk/>
          <pc:sldMk cId="835045634" sldId="310"/>
        </pc:sldMkLst>
      </pc:sldChg>
      <pc:sldChg chg="modTransition modAnim">
        <pc:chgData name="ALBERTO LILLO GARCÍA" userId="0d3015df-96a3-45b4-9caa-dceca3e4f515" providerId="ADAL" clId="{983CFBF0-021C-4D4B-8C99-0FFC1FF2AFDB}" dt="2026-03-25T04:06:12.648" v="1210"/>
        <pc:sldMkLst>
          <pc:docMk/>
          <pc:sldMk cId="3800071900" sldId="311"/>
        </pc:sldMkLst>
      </pc:sldChg>
      <pc:sldChg chg="modTransition">
        <pc:chgData name="ALBERTO LILLO GARCÍA" userId="0d3015df-96a3-45b4-9caa-dceca3e4f515" providerId="ADAL" clId="{983CFBF0-021C-4D4B-8C99-0FFC1FF2AFDB}" dt="2026-03-25T04:06:26.964" v="1212"/>
        <pc:sldMkLst>
          <pc:docMk/>
          <pc:sldMk cId="544429056" sldId="312"/>
        </pc:sldMkLst>
      </pc:sldChg>
      <pc:sldChg chg="modTransition">
        <pc:chgData name="ALBERTO LILLO GARCÍA" userId="0d3015df-96a3-45b4-9caa-dceca3e4f515" providerId="ADAL" clId="{983CFBF0-021C-4D4B-8C99-0FFC1FF2AFDB}" dt="2026-03-25T04:06:29.136" v="1213"/>
        <pc:sldMkLst>
          <pc:docMk/>
          <pc:sldMk cId="1508696227" sldId="313"/>
        </pc:sldMkLst>
      </pc:sldChg>
      <pc:sldChg chg="modTransition modAnim">
        <pc:chgData name="ALBERTO LILLO GARCÍA" userId="0d3015df-96a3-45b4-9caa-dceca3e4f515" providerId="ADAL" clId="{983CFBF0-021C-4D4B-8C99-0FFC1FF2AFDB}" dt="2026-03-25T04:06:33.876" v="1215"/>
        <pc:sldMkLst>
          <pc:docMk/>
          <pc:sldMk cId="1084617957" sldId="314"/>
        </pc:sldMkLst>
      </pc:sldChg>
      <pc:sldChg chg="modTransition">
        <pc:chgData name="ALBERTO LILLO GARCÍA" userId="0d3015df-96a3-45b4-9caa-dceca3e4f515" providerId="ADAL" clId="{983CFBF0-021C-4D4B-8C99-0FFC1FF2AFDB}" dt="2026-03-25T04:06:35.871" v="1216"/>
        <pc:sldMkLst>
          <pc:docMk/>
          <pc:sldMk cId="725114196" sldId="315"/>
        </pc:sldMkLst>
      </pc:sldChg>
      <pc:sldChg chg="modTransition">
        <pc:chgData name="ALBERTO LILLO GARCÍA" userId="0d3015df-96a3-45b4-9caa-dceca3e4f515" providerId="ADAL" clId="{983CFBF0-021C-4D4B-8C99-0FFC1FF2AFDB}" dt="2026-03-25T04:06:41.669" v="1217"/>
        <pc:sldMkLst>
          <pc:docMk/>
          <pc:sldMk cId="2511766246" sldId="316"/>
        </pc:sldMkLst>
      </pc:sldChg>
      <pc:sldChg chg="modTransition">
        <pc:chgData name="ALBERTO LILLO GARCÍA" userId="0d3015df-96a3-45b4-9caa-dceca3e4f515" providerId="ADAL" clId="{983CFBF0-021C-4D4B-8C99-0FFC1FF2AFDB}" dt="2026-03-25T04:06:44.965" v="1219"/>
        <pc:sldMkLst>
          <pc:docMk/>
          <pc:sldMk cId="2653149371" sldId="317"/>
        </pc:sldMkLst>
      </pc:sldChg>
      <pc:sldChg chg="modTransition">
        <pc:chgData name="ALBERTO LILLO GARCÍA" userId="0d3015df-96a3-45b4-9caa-dceca3e4f515" providerId="ADAL" clId="{983CFBF0-021C-4D4B-8C99-0FFC1FF2AFDB}" dt="2026-03-25T04:06:46.332" v="1220"/>
        <pc:sldMkLst>
          <pc:docMk/>
          <pc:sldMk cId="3951448810" sldId="318"/>
        </pc:sldMkLst>
      </pc:sldChg>
      <pc:sldChg chg="modTransition">
        <pc:chgData name="ALBERTO LILLO GARCÍA" userId="0d3015df-96a3-45b4-9caa-dceca3e4f515" providerId="ADAL" clId="{983CFBF0-021C-4D4B-8C99-0FFC1FF2AFDB}" dt="2026-03-25T04:06:43.397" v="1218"/>
        <pc:sldMkLst>
          <pc:docMk/>
          <pc:sldMk cId="2914300344" sldId="319"/>
        </pc:sldMkLst>
      </pc:sldChg>
      <pc:sldChg chg="addSp delSp modSp add mod modTransition">
        <pc:chgData name="ALBERTO LILLO GARCÍA" userId="0d3015df-96a3-45b4-9caa-dceca3e4f515" providerId="ADAL" clId="{983CFBF0-021C-4D4B-8C99-0FFC1FF2AFDB}" dt="2026-03-25T04:06:50.911" v="1222"/>
        <pc:sldMkLst>
          <pc:docMk/>
          <pc:sldMk cId="577096136" sldId="320"/>
        </pc:sldMkLst>
        <pc:spChg chg="del">
          <ac:chgData name="ALBERTO LILLO GARCÍA" userId="0d3015df-96a3-45b4-9caa-dceca3e4f515" providerId="ADAL" clId="{983CFBF0-021C-4D4B-8C99-0FFC1FF2AFDB}" dt="2026-03-24T11:18:31.228" v="783" actId="478"/>
          <ac:spMkLst>
            <pc:docMk/>
            <pc:sldMk cId="577096136" sldId="320"/>
            <ac:spMk id="4" creationId="{D73D2414-8129-4C47-4ED3-6DBEC439E4D2}"/>
          </ac:spMkLst>
        </pc:spChg>
        <pc:spChg chg="add del mod">
          <ac:chgData name="ALBERTO LILLO GARCÍA" userId="0d3015df-96a3-45b4-9caa-dceca3e4f515" providerId="ADAL" clId="{983CFBF0-021C-4D4B-8C99-0FFC1FF2AFDB}" dt="2026-03-24T11:18:31.228" v="783" actId="478"/>
          <ac:spMkLst>
            <pc:docMk/>
            <pc:sldMk cId="577096136" sldId="320"/>
            <ac:spMk id="6" creationId="{E42A2691-4C8B-9380-AE31-6EE9EE756CB0}"/>
          </ac:spMkLst>
        </pc:spChg>
        <pc:spChg chg="add del mod">
          <ac:chgData name="ALBERTO LILLO GARCÍA" userId="0d3015df-96a3-45b4-9caa-dceca3e4f515" providerId="ADAL" clId="{983CFBF0-021C-4D4B-8C99-0FFC1FF2AFDB}" dt="2026-03-24T11:18:31.228" v="783" actId="478"/>
          <ac:spMkLst>
            <pc:docMk/>
            <pc:sldMk cId="577096136" sldId="320"/>
            <ac:spMk id="8" creationId="{97C80660-547B-1A6C-016E-308335358A9A}"/>
          </ac:spMkLst>
        </pc:spChg>
        <pc:spChg chg="add del mod">
          <ac:chgData name="ALBERTO LILLO GARCÍA" userId="0d3015df-96a3-45b4-9caa-dceca3e4f515" providerId="ADAL" clId="{983CFBF0-021C-4D4B-8C99-0FFC1FF2AFDB}" dt="2026-03-24T11:18:31.228" v="783" actId="478"/>
          <ac:spMkLst>
            <pc:docMk/>
            <pc:sldMk cId="577096136" sldId="320"/>
            <ac:spMk id="10" creationId="{B1250E41-ED35-0123-0108-7A3D46C4C8C9}"/>
          </ac:spMkLst>
        </pc:spChg>
        <pc:spChg chg="add del mod">
          <ac:chgData name="ALBERTO LILLO GARCÍA" userId="0d3015df-96a3-45b4-9caa-dceca3e4f515" providerId="ADAL" clId="{983CFBF0-021C-4D4B-8C99-0FFC1FF2AFDB}" dt="2026-03-24T11:18:31.228" v="783" actId="478"/>
          <ac:spMkLst>
            <pc:docMk/>
            <pc:sldMk cId="577096136" sldId="320"/>
            <ac:spMk id="12" creationId="{7841604B-8140-2D65-238D-30206D654A21}"/>
          </ac:spMkLst>
        </pc:spChg>
        <pc:spChg chg="add del mod">
          <ac:chgData name="ALBERTO LILLO GARCÍA" userId="0d3015df-96a3-45b4-9caa-dceca3e4f515" providerId="ADAL" clId="{983CFBF0-021C-4D4B-8C99-0FFC1FF2AFDB}" dt="2026-03-24T11:18:31.228" v="783" actId="478"/>
          <ac:spMkLst>
            <pc:docMk/>
            <pc:sldMk cId="577096136" sldId="320"/>
            <ac:spMk id="14" creationId="{79D3AC53-BF34-37F2-8AA7-3BA09840A252}"/>
          </ac:spMkLst>
        </pc:spChg>
        <pc:spChg chg="add del">
          <ac:chgData name="ALBERTO LILLO GARCÍA" userId="0d3015df-96a3-45b4-9caa-dceca3e4f515" providerId="ADAL" clId="{983CFBF0-021C-4D4B-8C99-0FFC1FF2AFDB}" dt="2026-03-24T11:19:50.904" v="804" actId="22"/>
          <ac:spMkLst>
            <pc:docMk/>
            <pc:sldMk cId="577096136" sldId="320"/>
            <ac:spMk id="18" creationId="{4C6D4111-5D14-DD23-3782-E58A838652BA}"/>
          </ac:spMkLst>
        </pc:spChg>
        <pc:spChg chg="add mod">
          <ac:chgData name="ALBERTO LILLO GARCÍA" userId="0d3015df-96a3-45b4-9caa-dceca3e4f515" providerId="ADAL" clId="{983CFBF0-021C-4D4B-8C99-0FFC1FF2AFDB}" dt="2026-03-24T11:20:16.639" v="819" actId="1076"/>
          <ac:spMkLst>
            <pc:docMk/>
            <pc:sldMk cId="577096136" sldId="320"/>
            <ac:spMk id="19" creationId="{DC9FBDC9-BD99-D5FF-6C0B-8CC64855CA6F}"/>
          </ac:spMkLst>
        </pc:spChg>
        <pc:spChg chg="del">
          <ac:chgData name="ALBERTO LILLO GARCÍA" userId="0d3015df-96a3-45b4-9caa-dceca3e4f515" providerId="ADAL" clId="{983CFBF0-021C-4D4B-8C99-0FFC1FF2AFDB}" dt="2026-03-24T11:18:27.642" v="782" actId="478"/>
          <ac:spMkLst>
            <pc:docMk/>
            <pc:sldMk cId="577096136" sldId="320"/>
            <ac:spMk id="1804" creationId="{DF16FC57-1D4D-92FF-FAD2-B3BCCE514F09}"/>
          </ac:spMkLst>
        </pc:spChg>
        <pc:spChg chg="del">
          <ac:chgData name="ALBERTO LILLO GARCÍA" userId="0d3015df-96a3-45b4-9caa-dceca3e4f515" providerId="ADAL" clId="{983CFBF0-021C-4D4B-8C99-0FFC1FF2AFDB}" dt="2026-03-24T11:18:27.642" v="782" actId="478"/>
          <ac:spMkLst>
            <pc:docMk/>
            <pc:sldMk cId="577096136" sldId="320"/>
            <ac:spMk id="1806" creationId="{2A23DB1F-DFE6-AE30-5FA8-DE01714B60A9}"/>
          </ac:spMkLst>
        </pc:spChg>
        <pc:spChg chg="del">
          <ac:chgData name="ALBERTO LILLO GARCÍA" userId="0d3015df-96a3-45b4-9caa-dceca3e4f515" providerId="ADAL" clId="{983CFBF0-021C-4D4B-8C99-0FFC1FF2AFDB}" dt="2026-03-24T11:18:27.642" v="782" actId="478"/>
          <ac:spMkLst>
            <pc:docMk/>
            <pc:sldMk cId="577096136" sldId="320"/>
            <ac:spMk id="1807" creationId="{3557F286-DEBD-8F92-E1DD-F3FB40CE748A}"/>
          </ac:spMkLst>
        </pc:spChg>
        <pc:spChg chg="del">
          <ac:chgData name="ALBERTO LILLO GARCÍA" userId="0d3015df-96a3-45b4-9caa-dceca3e4f515" providerId="ADAL" clId="{983CFBF0-021C-4D4B-8C99-0FFC1FF2AFDB}" dt="2026-03-24T11:18:27.642" v="782" actId="478"/>
          <ac:spMkLst>
            <pc:docMk/>
            <pc:sldMk cId="577096136" sldId="320"/>
            <ac:spMk id="1808" creationId="{3453BCE5-BAE7-0427-937D-B3EB3E23E74A}"/>
          </ac:spMkLst>
        </pc:spChg>
        <pc:spChg chg="del">
          <ac:chgData name="ALBERTO LILLO GARCÍA" userId="0d3015df-96a3-45b4-9caa-dceca3e4f515" providerId="ADAL" clId="{983CFBF0-021C-4D4B-8C99-0FFC1FF2AFDB}" dt="2026-03-24T11:18:27.642" v="782" actId="478"/>
          <ac:spMkLst>
            <pc:docMk/>
            <pc:sldMk cId="577096136" sldId="320"/>
            <ac:spMk id="1809" creationId="{D62E2C40-B23B-A260-7780-722F4F51D6A3}"/>
          </ac:spMkLst>
        </pc:spChg>
        <pc:picChg chg="add mod">
          <ac:chgData name="ALBERTO LILLO GARCÍA" userId="0d3015df-96a3-45b4-9caa-dceca3e4f515" providerId="ADAL" clId="{983CFBF0-021C-4D4B-8C99-0FFC1FF2AFDB}" dt="2026-03-24T11:19:40.503" v="800" actId="1076"/>
          <ac:picMkLst>
            <pc:docMk/>
            <pc:sldMk cId="577096136" sldId="320"/>
            <ac:picMk id="16" creationId="{B5C95752-1B2D-0C8B-18BC-E8FC40A0AF58}"/>
          </ac:picMkLst>
        </pc:picChg>
      </pc:sldChg>
      <pc:sldChg chg="addSp delSp modSp add mod modTransition">
        <pc:chgData name="ALBERTO LILLO GARCÍA" userId="0d3015df-96a3-45b4-9caa-dceca3e4f515" providerId="ADAL" clId="{983CFBF0-021C-4D4B-8C99-0FFC1FF2AFDB}" dt="2026-03-25T04:06:52.506" v="1223"/>
        <pc:sldMkLst>
          <pc:docMk/>
          <pc:sldMk cId="3084258942" sldId="321"/>
        </pc:sldMkLst>
        <pc:spChg chg="mod">
          <ac:chgData name="ALBERTO LILLO GARCÍA" userId="0d3015df-96a3-45b4-9caa-dceca3e4f515" providerId="ADAL" clId="{983CFBF0-021C-4D4B-8C99-0FFC1FF2AFDB}" dt="2026-03-24T11:20:26.717" v="829" actId="20577"/>
          <ac:spMkLst>
            <pc:docMk/>
            <pc:sldMk cId="3084258942" sldId="321"/>
            <ac:spMk id="19" creationId="{D683C931-F650-04C8-F709-707665B67FC7}"/>
          </ac:spMkLst>
        </pc:spChg>
        <pc:picChg chg="add mod modCrop">
          <ac:chgData name="ALBERTO LILLO GARCÍA" userId="0d3015df-96a3-45b4-9caa-dceca3e4f515" providerId="ADAL" clId="{983CFBF0-021C-4D4B-8C99-0FFC1FF2AFDB}" dt="2026-03-24T11:23:33.147" v="842" actId="1076"/>
          <ac:picMkLst>
            <pc:docMk/>
            <pc:sldMk cId="3084258942" sldId="321"/>
            <ac:picMk id="4" creationId="{8E4D2A5C-FB2C-2D41-5A43-039E7EE52C02}"/>
          </ac:picMkLst>
        </pc:picChg>
        <pc:picChg chg="del">
          <ac:chgData name="ALBERTO LILLO GARCÍA" userId="0d3015df-96a3-45b4-9caa-dceca3e4f515" providerId="ADAL" clId="{983CFBF0-021C-4D4B-8C99-0FFC1FF2AFDB}" dt="2026-03-24T11:22:57.865" v="830" actId="478"/>
          <ac:picMkLst>
            <pc:docMk/>
            <pc:sldMk cId="3084258942" sldId="321"/>
            <ac:picMk id="16" creationId="{D9507BD5-4364-8853-7972-70B2F7407734}"/>
          </ac:picMkLst>
        </pc:picChg>
      </pc:sldChg>
      <pc:sldChg chg="modTransition modAnim">
        <pc:chgData name="ALBERTO LILLO GARCÍA" userId="0d3015df-96a3-45b4-9caa-dceca3e4f515" providerId="ADAL" clId="{983CFBF0-021C-4D4B-8C99-0FFC1FF2AFDB}" dt="2026-03-25T04:06:57.937" v="1225"/>
        <pc:sldMkLst>
          <pc:docMk/>
          <pc:sldMk cId="1826980213" sldId="322"/>
        </pc:sldMkLst>
      </pc:sldChg>
      <pc:sldChg chg="modSp modTransition modAnim">
        <pc:chgData name="ALBERTO LILLO GARCÍA" userId="0d3015df-96a3-45b4-9caa-dceca3e4f515" providerId="ADAL" clId="{983CFBF0-021C-4D4B-8C99-0FFC1FF2AFDB}" dt="2026-03-25T04:07:02.455" v="1226"/>
        <pc:sldMkLst>
          <pc:docMk/>
          <pc:sldMk cId="4280856631" sldId="323"/>
        </pc:sldMkLst>
        <pc:spChg chg="mod">
          <ac:chgData name="ALBERTO LILLO GARCÍA" userId="0d3015df-96a3-45b4-9caa-dceca3e4f515" providerId="ADAL" clId="{983CFBF0-021C-4D4B-8C99-0FFC1FF2AFDB}" dt="2026-03-25T03:24:06.851" v="1184" actId="20577"/>
          <ac:spMkLst>
            <pc:docMk/>
            <pc:sldMk cId="4280856631" sldId="323"/>
            <ac:spMk id="6" creationId="{FE618957-760D-DA75-1353-672C10800996}"/>
          </ac:spMkLst>
        </pc:spChg>
      </pc:sldChg>
      <pc:sldChg chg="addSp modSp mod modTransition modAnim">
        <pc:chgData name="ALBERTO LILLO GARCÍA" userId="0d3015df-96a3-45b4-9caa-dceca3e4f515" providerId="ADAL" clId="{983CFBF0-021C-4D4B-8C99-0FFC1FF2AFDB}" dt="2026-03-25T04:07:04.061" v="1227"/>
        <pc:sldMkLst>
          <pc:docMk/>
          <pc:sldMk cId="3564779656" sldId="324"/>
        </pc:sldMkLst>
        <pc:spChg chg="add mod">
          <ac:chgData name="ALBERTO LILLO GARCÍA" userId="0d3015df-96a3-45b4-9caa-dceca3e4f515" providerId="ADAL" clId="{983CFBF0-021C-4D4B-8C99-0FFC1FF2AFDB}" dt="2026-03-25T03:04:09.393" v="862" actId="1076"/>
          <ac:spMkLst>
            <pc:docMk/>
            <pc:sldMk cId="3564779656" sldId="324"/>
            <ac:spMk id="4" creationId="{ADE721B5-53C8-D2EA-BC37-DB86E0E7435A}"/>
          </ac:spMkLst>
        </pc:spChg>
        <pc:spChg chg="add mod">
          <ac:chgData name="ALBERTO LILLO GARCÍA" userId="0d3015df-96a3-45b4-9caa-dceca3e4f515" providerId="ADAL" clId="{983CFBF0-021C-4D4B-8C99-0FFC1FF2AFDB}" dt="2026-03-25T03:04:07.286" v="861" actId="1076"/>
          <ac:spMkLst>
            <pc:docMk/>
            <pc:sldMk cId="3564779656" sldId="324"/>
            <ac:spMk id="5" creationId="{A51C2802-444C-849F-3D8A-5628BCED01C6}"/>
          </ac:spMkLst>
        </pc:spChg>
        <pc:spChg chg="add mod">
          <ac:chgData name="ALBERTO LILLO GARCÍA" userId="0d3015df-96a3-45b4-9caa-dceca3e4f515" providerId="ADAL" clId="{983CFBF0-021C-4D4B-8C99-0FFC1FF2AFDB}" dt="2026-03-25T03:04:39.593" v="882" actId="2085"/>
          <ac:spMkLst>
            <pc:docMk/>
            <pc:sldMk cId="3564779656" sldId="324"/>
            <ac:spMk id="11" creationId="{819BE60C-73B9-E90C-AA2F-B4C893158BBA}"/>
          </ac:spMkLst>
        </pc:spChg>
        <pc:cxnChg chg="add mod">
          <ac:chgData name="ALBERTO LILLO GARCÍA" userId="0d3015df-96a3-45b4-9caa-dceca3e4f515" providerId="ADAL" clId="{983CFBF0-021C-4D4B-8C99-0FFC1FF2AFDB}" dt="2026-03-25T03:04:09.393" v="862" actId="1076"/>
          <ac:cxnSpMkLst>
            <pc:docMk/>
            <pc:sldMk cId="3564779656" sldId="324"/>
            <ac:cxnSpMk id="6" creationId="{B235BF99-6E11-EA5A-3FBD-716F7FAA05C2}"/>
          </ac:cxnSpMkLst>
        </pc:cxnChg>
      </pc:sldChg>
      <pc:sldChg chg="addSp delSp modSp mod modTransition setBg">
        <pc:chgData name="ALBERTO LILLO GARCÍA" userId="0d3015df-96a3-45b4-9caa-dceca3e4f515" providerId="ADAL" clId="{983CFBF0-021C-4D4B-8C99-0FFC1FF2AFDB}" dt="2026-03-25T04:07:06.364" v="1228"/>
        <pc:sldMkLst>
          <pc:docMk/>
          <pc:sldMk cId="3374064808" sldId="325"/>
        </pc:sldMkLst>
        <pc:spChg chg="add del mod">
          <ac:chgData name="ALBERTO LILLO GARCÍA" userId="0d3015df-96a3-45b4-9caa-dceca3e4f515" providerId="ADAL" clId="{983CFBF0-021C-4D4B-8C99-0FFC1FF2AFDB}" dt="2026-03-25T03:04:50.067" v="884" actId="478"/>
          <ac:spMkLst>
            <pc:docMk/>
            <pc:sldMk cId="3374064808" sldId="325"/>
            <ac:spMk id="4" creationId="{F06217AE-B685-EECA-4656-D188C2FC7584}"/>
          </ac:spMkLst>
        </pc:spChg>
        <pc:spChg chg="del">
          <ac:chgData name="ALBERTO LILLO GARCÍA" userId="0d3015df-96a3-45b4-9caa-dceca3e4f515" providerId="ADAL" clId="{983CFBF0-021C-4D4B-8C99-0FFC1FF2AFDB}" dt="2026-03-25T03:04:47.072" v="883" actId="478"/>
          <ac:spMkLst>
            <pc:docMk/>
            <pc:sldMk cId="3374064808" sldId="325"/>
            <ac:spMk id="1796" creationId="{3F7DCF1C-E630-68F4-653D-FA3DBAABC5B9}"/>
          </ac:spMkLst>
        </pc:spChg>
        <pc:picChg chg="add del">
          <ac:chgData name="ALBERTO LILLO GARCÍA" userId="0d3015df-96a3-45b4-9caa-dceca3e4f515" providerId="ADAL" clId="{983CFBF0-021C-4D4B-8C99-0FFC1FF2AFDB}" dt="2026-03-25T03:05:13.474" v="886" actId="478"/>
          <ac:picMkLst>
            <pc:docMk/>
            <pc:sldMk cId="3374064808" sldId="325"/>
            <ac:picMk id="6" creationId="{446E99C4-D5FF-51BE-EFE2-ECFCF4AEC5E4}"/>
          </ac:picMkLst>
        </pc:picChg>
        <pc:picChg chg="add del mod">
          <ac:chgData name="ALBERTO LILLO GARCÍA" userId="0d3015df-96a3-45b4-9caa-dceca3e4f515" providerId="ADAL" clId="{983CFBF0-021C-4D4B-8C99-0FFC1FF2AFDB}" dt="2026-03-25T03:08:47.513" v="895" actId="478"/>
          <ac:picMkLst>
            <pc:docMk/>
            <pc:sldMk cId="3374064808" sldId="325"/>
            <ac:picMk id="8" creationId="{E7DBCF3E-5011-970D-0CEE-0440ADD7A6D6}"/>
          </ac:picMkLst>
        </pc:picChg>
      </pc:sldChg>
      <pc:sldChg chg="addSp delSp modSp mod modTransition setBg">
        <pc:chgData name="ALBERTO LILLO GARCÍA" userId="0d3015df-96a3-45b4-9caa-dceca3e4f515" providerId="ADAL" clId="{983CFBF0-021C-4D4B-8C99-0FFC1FF2AFDB}" dt="2026-03-25T04:07:12.874" v="1231"/>
        <pc:sldMkLst>
          <pc:docMk/>
          <pc:sldMk cId="832867119" sldId="326"/>
        </pc:sldMkLst>
        <pc:spChg chg="add del mod">
          <ac:chgData name="ALBERTO LILLO GARCÍA" userId="0d3015df-96a3-45b4-9caa-dceca3e4f515" providerId="ADAL" clId="{983CFBF0-021C-4D4B-8C99-0FFC1FF2AFDB}" dt="2026-03-25T03:13:39.595" v="1017" actId="478"/>
          <ac:spMkLst>
            <pc:docMk/>
            <pc:sldMk cId="832867119" sldId="326"/>
            <ac:spMk id="4" creationId="{5FA45EE4-CF0A-BDC4-6266-59C4D70CF479}"/>
          </ac:spMkLst>
        </pc:spChg>
        <pc:spChg chg="del">
          <ac:chgData name="ALBERTO LILLO GARCÍA" userId="0d3015df-96a3-45b4-9caa-dceca3e4f515" providerId="ADAL" clId="{983CFBF0-021C-4D4B-8C99-0FFC1FF2AFDB}" dt="2026-03-25T03:13:37.206" v="1016" actId="478"/>
          <ac:spMkLst>
            <pc:docMk/>
            <pc:sldMk cId="832867119" sldId="326"/>
            <ac:spMk id="1796" creationId="{B10AE31A-8F25-44BA-B673-C6B1F9EA5E53}"/>
          </ac:spMkLst>
        </pc:spChg>
      </pc:sldChg>
      <pc:sldChg chg="delSp new mod modTransition setBg">
        <pc:chgData name="ALBERTO LILLO GARCÍA" userId="0d3015df-96a3-45b4-9caa-dceca3e4f515" providerId="ADAL" clId="{983CFBF0-021C-4D4B-8C99-0FFC1FF2AFDB}" dt="2026-03-25T04:07:08.356" v="1229"/>
        <pc:sldMkLst>
          <pc:docMk/>
          <pc:sldMk cId="2880402364" sldId="327"/>
        </pc:sldMkLst>
        <pc:spChg chg="del">
          <ac:chgData name="ALBERTO LILLO GARCÍA" userId="0d3015df-96a3-45b4-9caa-dceca3e4f515" providerId="ADAL" clId="{983CFBF0-021C-4D4B-8C99-0FFC1FF2AFDB}" dt="2026-03-25T03:09:19.502" v="896" actId="478"/>
          <ac:spMkLst>
            <pc:docMk/>
            <pc:sldMk cId="2880402364" sldId="327"/>
            <ac:spMk id="2" creationId="{54161CFC-0293-F7EC-778E-E29EE0349D15}"/>
          </ac:spMkLst>
        </pc:spChg>
        <pc:spChg chg="del">
          <ac:chgData name="ALBERTO LILLO GARCÍA" userId="0d3015df-96a3-45b4-9caa-dceca3e4f515" providerId="ADAL" clId="{983CFBF0-021C-4D4B-8C99-0FFC1FF2AFDB}" dt="2026-03-25T03:09:21.319" v="897" actId="478"/>
          <ac:spMkLst>
            <pc:docMk/>
            <pc:sldMk cId="2880402364" sldId="327"/>
            <ac:spMk id="3" creationId="{B66AA995-75D1-A8C2-98BD-916DC525FB2B}"/>
          </ac:spMkLst>
        </pc:spChg>
        <pc:spChg chg="del">
          <ac:chgData name="ALBERTO LILLO GARCÍA" userId="0d3015df-96a3-45b4-9caa-dceca3e4f515" providerId="ADAL" clId="{983CFBF0-021C-4D4B-8C99-0FFC1FF2AFDB}" dt="2026-03-25T03:09:21.319" v="897" actId="478"/>
          <ac:spMkLst>
            <pc:docMk/>
            <pc:sldMk cId="2880402364" sldId="327"/>
            <ac:spMk id="4" creationId="{E5EC3987-8C4B-A3B4-317E-2AC7F33FCAEC}"/>
          </ac:spMkLst>
        </pc:spChg>
        <pc:spChg chg="del">
          <ac:chgData name="ALBERTO LILLO GARCÍA" userId="0d3015df-96a3-45b4-9caa-dceca3e4f515" providerId="ADAL" clId="{983CFBF0-021C-4D4B-8C99-0FFC1FF2AFDB}" dt="2026-03-25T03:09:21.319" v="897" actId="478"/>
          <ac:spMkLst>
            <pc:docMk/>
            <pc:sldMk cId="2880402364" sldId="327"/>
            <ac:spMk id="5" creationId="{7A2461FA-568B-4994-47C3-C76573D3176F}"/>
          </ac:spMkLst>
        </pc:spChg>
        <pc:spChg chg="del">
          <ac:chgData name="ALBERTO LILLO GARCÍA" userId="0d3015df-96a3-45b4-9caa-dceca3e4f515" providerId="ADAL" clId="{983CFBF0-021C-4D4B-8C99-0FFC1FF2AFDB}" dt="2026-03-25T03:09:21.319" v="897" actId="478"/>
          <ac:spMkLst>
            <pc:docMk/>
            <pc:sldMk cId="2880402364" sldId="327"/>
            <ac:spMk id="6" creationId="{91CDF165-7272-49A4-E62B-C50DEFACAF28}"/>
          </ac:spMkLst>
        </pc:spChg>
        <pc:spChg chg="del">
          <ac:chgData name="ALBERTO LILLO GARCÍA" userId="0d3015df-96a3-45b4-9caa-dceca3e4f515" providerId="ADAL" clId="{983CFBF0-021C-4D4B-8C99-0FFC1FF2AFDB}" dt="2026-03-25T03:09:21.319" v="897" actId="478"/>
          <ac:spMkLst>
            <pc:docMk/>
            <pc:sldMk cId="2880402364" sldId="327"/>
            <ac:spMk id="7" creationId="{A18BD457-8C8E-F7BB-71DA-03AFD5A8FCE1}"/>
          </ac:spMkLst>
        </pc:spChg>
      </pc:sldChg>
      <pc:sldChg chg="modSp add mod modTransition">
        <pc:chgData name="ALBERTO LILLO GARCÍA" userId="0d3015df-96a3-45b4-9caa-dceca3e4f515" providerId="ADAL" clId="{983CFBF0-021C-4D4B-8C99-0FFC1FF2AFDB}" dt="2026-03-25T04:07:10.469" v="1230"/>
        <pc:sldMkLst>
          <pc:docMk/>
          <pc:sldMk cId="3615554089" sldId="328"/>
        </pc:sldMkLst>
        <pc:spChg chg="mod">
          <ac:chgData name="ALBERTO LILLO GARCÍA" userId="0d3015df-96a3-45b4-9caa-dceca3e4f515" providerId="ADAL" clId="{983CFBF0-021C-4D4B-8C99-0FFC1FF2AFDB}" dt="2026-03-25T03:12:55.348" v="972" actId="20577"/>
          <ac:spMkLst>
            <pc:docMk/>
            <pc:sldMk cId="3615554089" sldId="328"/>
            <ac:spMk id="750" creationId="{B2087584-60A5-59E5-AB26-83144E814FE4}"/>
          </ac:spMkLst>
        </pc:spChg>
        <pc:spChg chg="mod">
          <ac:chgData name="ALBERTO LILLO GARCÍA" userId="0d3015df-96a3-45b4-9caa-dceca3e4f515" providerId="ADAL" clId="{983CFBF0-021C-4D4B-8C99-0FFC1FF2AFDB}" dt="2026-03-25T03:13:31.079" v="1015" actId="1076"/>
          <ac:spMkLst>
            <pc:docMk/>
            <pc:sldMk cId="3615554089" sldId="328"/>
            <ac:spMk id="752" creationId="{586A2680-9BDD-B387-AF8B-457747E4C9E1}"/>
          </ac:spMkLst>
        </pc:spChg>
      </pc:sldChg>
      <pc:sldMasterChg chg="addSp modSp mod addSldLayout delSldLayout modSldLayout">
        <pc:chgData name="ALBERTO LILLO GARCÍA" userId="0d3015df-96a3-45b4-9caa-dceca3e4f515" providerId="ADAL" clId="{983CFBF0-021C-4D4B-8C99-0FFC1FF2AFDB}" dt="2026-03-25T03:18:00.588" v="1098" actId="47"/>
        <pc:sldMasterMkLst>
          <pc:docMk/>
          <pc:sldMasterMk cId="0" sldId="2147483676"/>
        </pc:sldMasterMkLst>
        <pc:spChg chg="add mod">
          <ac:chgData name="ALBERTO LILLO GARCÍA" userId="0d3015df-96a3-45b4-9caa-dceca3e4f515" providerId="ADAL" clId="{983CFBF0-021C-4D4B-8C99-0FFC1FF2AFDB}" dt="2026-03-25T03:17:19.444" v="1097" actId="403"/>
          <ac:spMkLst>
            <pc:docMk/>
            <pc:sldMasterMk cId="0" sldId="2147483676"/>
            <ac:spMk id="2" creationId="{17CFA793-4B3D-418C-487D-8EE696CB6192}"/>
          </ac:spMkLst>
        </pc:spChg>
        <pc:sldLayoutChg chg="addSp modSp">
          <pc:chgData name="ALBERTO LILLO GARCÍA" userId="0d3015df-96a3-45b4-9caa-dceca3e4f515" providerId="ADAL" clId="{983CFBF0-021C-4D4B-8C99-0FFC1FF2AFDB}" dt="2026-03-23T18:30:06.643" v="690"/>
          <pc:sldLayoutMkLst>
            <pc:docMk/>
            <pc:sldMasterMk cId="0" sldId="2147483676"/>
            <pc:sldLayoutMk cId="0" sldId="2147483648"/>
          </pc:sldLayoutMkLst>
          <pc:spChg chg="add mod">
            <ac:chgData name="ALBERTO LILLO GARCÍA" userId="0d3015df-96a3-45b4-9caa-dceca3e4f515" providerId="ADAL" clId="{983CFBF0-021C-4D4B-8C99-0FFC1FF2AFDB}" dt="2026-03-23T18:30:06.643" v="690"/>
            <ac:spMkLst>
              <pc:docMk/>
              <pc:sldMasterMk cId="0" sldId="2147483676"/>
              <pc:sldLayoutMk cId="0" sldId="2147483648"/>
              <ac:spMk id="2" creationId="{60B90098-D94C-F5B2-AC24-BCCD8DEF292A}"/>
            </ac:spMkLst>
          </pc:spChg>
        </pc:sldLayoutChg>
        <pc:sldLayoutChg chg="addSp modSp">
          <pc:chgData name="ALBERTO LILLO GARCÍA" userId="0d3015df-96a3-45b4-9caa-dceca3e4f515" providerId="ADAL" clId="{983CFBF0-021C-4D4B-8C99-0FFC1FF2AFDB}" dt="2026-03-23T18:30:09.586" v="691"/>
          <pc:sldLayoutMkLst>
            <pc:docMk/>
            <pc:sldMasterMk cId="0" sldId="2147483676"/>
            <pc:sldLayoutMk cId="0" sldId="2147483649"/>
          </pc:sldLayoutMkLst>
          <pc:spChg chg="add mod">
            <ac:chgData name="ALBERTO LILLO GARCÍA" userId="0d3015df-96a3-45b4-9caa-dceca3e4f515" providerId="ADAL" clId="{983CFBF0-021C-4D4B-8C99-0FFC1FF2AFDB}" dt="2026-03-23T18:30:09.586" v="691"/>
            <ac:spMkLst>
              <pc:docMk/>
              <pc:sldMasterMk cId="0" sldId="2147483676"/>
              <pc:sldLayoutMk cId="0" sldId="2147483649"/>
              <ac:spMk id="2" creationId="{108A63C6-AB8E-6832-B5DF-E9994BE66519}"/>
            </ac:spMkLst>
          </pc:spChg>
        </pc:sldLayoutChg>
        <pc:sldLayoutChg chg="addSp modSp del">
          <pc:chgData name="ALBERTO LILLO GARCÍA" userId="0d3015df-96a3-45b4-9caa-dceca3e4f515" providerId="ADAL" clId="{983CFBF0-021C-4D4B-8C99-0FFC1FF2AFDB}" dt="2026-03-25T03:16:15.897" v="1058" actId="47"/>
          <pc:sldLayoutMkLst>
            <pc:docMk/>
            <pc:sldMasterMk cId="0" sldId="2147483676"/>
            <pc:sldLayoutMk cId="0" sldId="2147483651"/>
          </pc:sldLayoutMkLst>
        </pc:sldLayoutChg>
        <pc:sldLayoutChg chg="addSp modSp del">
          <pc:chgData name="ALBERTO LILLO GARCÍA" userId="0d3015df-96a3-45b4-9caa-dceca3e4f515" providerId="ADAL" clId="{983CFBF0-021C-4D4B-8C99-0FFC1FF2AFDB}" dt="2026-03-25T03:16:45.900" v="1092" actId="47"/>
          <pc:sldLayoutMkLst>
            <pc:docMk/>
            <pc:sldMasterMk cId="0" sldId="2147483676"/>
            <pc:sldLayoutMk cId="0" sldId="2147483652"/>
          </pc:sldLayoutMkLst>
        </pc:sldLayoutChg>
        <pc:sldLayoutChg chg="addSp modSp del">
          <pc:chgData name="ALBERTO LILLO GARCÍA" userId="0d3015df-96a3-45b4-9caa-dceca3e4f515" providerId="ADAL" clId="{983CFBF0-021C-4D4B-8C99-0FFC1FF2AFDB}" dt="2026-03-25T03:18:00.588" v="1098" actId="47"/>
          <pc:sldLayoutMkLst>
            <pc:docMk/>
            <pc:sldMasterMk cId="0" sldId="2147483676"/>
            <pc:sldLayoutMk cId="0" sldId="2147483653"/>
          </pc:sldLayoutMkLst>
        </pc:sldLayoutChg>
        <pc:sldLayoutChg chg="addSp modSp add del">
          <pc:chgData name="ALBERTO LILLO GARCÍA" userId="0d3015df-96a3-45b4-9caa-dceca3e4f515" providerId="ADAL" clId="{983CFBF0-021C-4D4B-8C99-0FFC1FF2AFDB}" dt="2026-03-25T03:16:43.952" v="1091" actId="47"/>
          <pc:sldLayoutMkLst>
            <pc:docMk/>
            <pc:sldMasterMk cId="0" sldId="2147483676"/>
            <pc:sldLayoutMk cId="0" sldId="2147483654"/>
          </pc:sldLayoutMkLst>
          <pc:spChg chg="add mod">
            <ac:chgData name="ALBERTO LILLO GARCÍA" userId="0d3015df-96a3-45b4-9caa-dceca3e4f515" providerId="ADAL" clId="{983CFBF0-021C-4D4B-8C99-0FFC1FF2AFDB}" dt="2026-03-23T18:30:16.551" v="695"/>
            <ac:spMkLst>
              <pc:docMk/>
              <pc:sldMasterMk cId="0" sldId="2147483676"/>
              <pc:sldLayoutMk cId="0" sldId="2147483654"/>
              <ac:spMk id="2" creationId="{2494A399-0CA9-87E7-2C89-A0D15478DC93}"/>
            </ac:spMkLst>
          </pc:spChg>
        </pc:sldLayoutChg>
        <pc:sldLayoutChg chg="addSp modSp del mod">
          <pc:chgData name="ALBERTO LILLO GARCÍA" userId="0d3015df-96a3-45b4-9caa-dceca3e4f515" providerId="ADAL" clId="{983CFBF0-021C-4D4B-8C99-0FFC1FF2AFDB}" dt="2026-03-25T03:15:47.766" v="1022" actId="47"/>
          <pc:sldLayoutMkLst>
            <pc:docMk/>
            <pc:sldMasterMk cId="0" sldId="2147483676"/>
            <pc:sldLayoutMk cId="0" sldId="2147483655"/>
          </pc:sldLayoutMkLst>
        </pc:sldLayoutChg>
        <pc:sldLayoutChg chg="addSp modSp del mod">
          <pc:chgData name="ALBERTO LILLO GARCÍA" userId="0d3015df-96a3-45b4-9caa-dceca3e4f515" providerId="ADAL" clId="{983CFBF0-021C-4D4B-8C99-0FFC1FF2AFDB}" dt="2026-03-25T03:16:36.958" v="1084" actId="47"/>
          <pc:sldLayoutMkLst>
            <pc:docMk/>
            <pc:sldMasterMk cId="0" sldId="2147483676"/>
            <pc:sldLayoutMk cId="0" sldId="2147483656"/>
          </pc:sldLayoutMkLst>
        </pc:sldLayoutChg>
        <pc:sldLayoutChg chg="addSp modSp">
          <pc:chgData name="ALBERTO LILLO GARCÍA" userId="0d3015df-96a3-45b4-9caa-dceca3e4f515" providerId="ADAL" clId="{983CFBF0-021C-4D4B-8C99-0FFC1FF2AFDB}" dt="2026-03-23T18:30:23.936" v="700"/>
          <pc:sldLayoutMkLst>
            <pc:docMk/>
            <pc:sldMasterMk cId="0" sldId="2147483676"/>
            <pc:sldLayoutMk cId="0" sldId="2147483657"/>
          </pc:sldLayoutMkLst>
          <pc:spChg chg="add mod">
            <ac:chgData name="ALBERTO LILLO GARCÍA" userId="0d3015df-96a3-45b4-9caa-dceca3e4f515" providerId="ADAL" clId="{983CFBF0-021C-4D4B-8C99-0FFC1FF2AFDB}" dt="2026-03-23T18:30:23.936" v="700"/>
            <ac:spMkLst>
              <pc:docMk/>
              <pc:sldMasterMk cId="0" sldId="2147483676"/>
              <pc:sldLayoutMk cId="0" sldId="2147483657"/>
              <ac:spMk id="2" creationId="{F59BAC9C-816E-EF65-9504-CD955754E3BD}"/>
            </ac:spMkLst>
          </pc:spChg>
        </pc:sldLayoutChg>
        <pc:sldLayoutChg chg="addSp modSp">
          <pc:chgData name="ALBERTO LILLO GARCÍA" userId="0d3015df-96a3-45b4-9caa-dceca3e4f515" providerId="ADAL" clId="{983CFBF0-021C-4D4B-8C99-0FFC1FF2AFDB}" dt="2026-03-23T18:30:25.700" v="701"/>
          <pc:sldLayoutMkLst>
            <pc:docMk/>
            <pc:sldMasterMk cId="0" sldId="2147483676"/>
            <pc:sldLayoutMk cId="0" sldId="2147483658"/>
          </pc:sldLayoutMkLst>
          <pc:spChg chg="add mod">
            <ac:chgData name="ALBERTO LILLO GARCÍA" userId="0d3015df-96a3-45b4-9caa-dceca3e4f515" providerId="ADAL" clId="{983CFBF0-021C-4D4B-8C99-0FFC1FF2AFDB}" dt="2026-03-23T18:30:25.700" v="701"/>
            <ac:spMkLst>
              <pc:docMk/>
              <pc:sldMasterMk cId="0" sldId="2147483676"/>
              <pc:sldLayoutMk cId="0" sldId="2147483658"/>
              <ac:spMk id="2" creationId="{FCA2BA92-86C5-F408-3EE0-1688E3BCFBE3}"/>
            </ac:spMkLst>
          </pc:spChg>
        </pc:sldLayoutChg>
        <pc:sldLayoutChg chg="addSp modSp mod">
          <pc:chgData name="ALBERTO LILLO GARCÍA" userId="0d3015df-96a3-45b4-9caa-dceca3e4f515" providerId="ADAL" clId="{983CFBF0-021C-4D4B-8C99-0FFC1FF2AFDB}" dt="2026-03-23T18:30:29.150" v="704" actId="1036"/>
          <pc:sldLayoutMkLst>
            <pc:docMk/>
            <pc:sldMasterMk cId="0" sldId="2147483676"/>
            <pc:sldLayoutMk cId="0" sldId="2147483659"/>
          </pc:sldLayoutMkLst>
          <pc:spChg chg="add mod">
            <ac:chgData name="ALBERTO LILLO GARCÍA" userId="0d3015df-96a3-45b4-9caa-dceca3e4f515" providerId="ADAL" clId="{983CFBF0-021C-4D4B-8C99-0FFC1FF2AFDB}" dt="2026-03-23T18:30:29.150" v="704" actId="1036"/>
            <ac:spMkLst>
              <pc:docMk/>
              <pc:sldMasterMk cId="0" sldId="2147483676"/>
              <pc:sldLayoutMk cId="0" sldId="2147483659"/>
              <ac:spMk id="2" creationId="{A1FC2B05-E86F-5D04-C0F2-252F5F547C89}"/>
            </ac:spMkLst>
          </pc:spChg>
        </pc:sldLayoutChg>
        <pc:sldLayoutChg chg="addSp modSp del">
          <pc:chgData name="ALBERTO LILLO GARCÍA" userId="0d3015df-96a3-45b4-9caa-dceca3e4f515" providerId="ADAL" clId="{983CFBF0-021C-4D4B-8C99-0FFC1FF2AFDB}" dt="2026-03-25T03:15:49.857" v="1023" actId="47"/>
          <pc:sldLayoutMkLst>
            <pc:docMk/>
            <pc:sldMasterMk cId="0" sldId="2147483676"/>
            <pc:sldLayoutMk cId="0" sldId="2147483660"/>
          </pc:sldLayoutMkLst>
        </pc:sldLayoutChg>
        <pc:sldLayoutChg chg="addSp modSp">
          <pc:chgData name="ALBERTO LILLO GARCÍA" userId="0d3015df-96a3-45b4-9caa-dceca3e4f515" providerId="ADAL" clId="{983CFBF0-021C-4D4B-8C99-0FFC1FF2AFDB}" dt="2026-03-23T18:30:33.442" v="706"/>
          <pc:sldLayoutMkLst>
            <pc:docMk/>
            <pc:sldMasterMk cId="0" sldId="2147483676"/>
            <pc:sldLayoutMk cId="0" sldId="2147483661"/>
          </pc:sldLayoutMkLst>
          <pc:spChg chg="add mod">
            <ac:chgData name="ALBERTO LILLO GARCÍA" userId="0d3015df-96a3-45b4-9caa-dceca3e4f515" providerId="ADAL" clId="{983CFBF0-021C-4D4B-8C99-0FFC1FF2AFDB}" dt="2026-03-23T18:30:33.442" v="706"/>
            <ac:spMkLst>
              <pc:docMk/>
              <pc:sldMasterMk cId="0" sldId="2147483676"/>
              <pc:sldLayoutMk cId="0" sldId="2147483661"/>
              <ac:spMk id="2" creationId="{23D278EB-107B-06E6-1E03-13C79FFC19F9}"/>
            </ac:spMkLst>
          </pc:spChg>
        </pc:sldLayoutChg>
        <pc:sldLayoutChg chg="addSp modSp mod">
          <pc:chgData name="ALBERTO LILLO GARCÍA" userId="0d3015df-96a3-45b4-9caa-dceca3e4f515" providerId="ADAL" clId="{983CFBF0-021C-4D4B-8C99-0FFC1FF2AFDB}" dt="2026-03-23T18:30:37.022" v="709" actId="1036"/>
          <pc:sldLayoutMkLst>
            <pc:docMk/>
            <pc:sldMasterMk cId="0" sldId="2147483676"/>
            <pc:sldLayoutMk cId="0" sldId="2147483662"/>
          </pc:sldLayoutMkLst>
          <pc:spChg chg="add mod">
            <ac:chgData name="ALBERTO LILLO GARCÍA" userId="0d3015df-96a3-45b4-9caa-dceca3e4f515" providerId="ADAL" clId="{983CFBF0-021C-4D4B-8C99-0FFC1FF2AFDB}" dt="2026-03-23T18:30:35.548" v="707"/>
            <ac:spMkLst>
              <pc:docMk/>
              <pc:sldMasterMk cId="0" sldId="2147483676"/>
              <pc:sldLayoutMk cId="0" sldId="2147483662"/>
              <ac:spMk id="2" creationId="{CFE4FBAC-61FE-9A74-F1BA-3AAACECB8982}"/>
            </ac:spMkLst>
          </pc:spChg>
          <pc:spChg chg="mod">
            <ac:chgData name="ALBERTO LILLO GARCÍA" userId="0d3015df-96a3-45b4-9caa-dceca3e4f515" providerId="ADAL" clId="{983CFBF0-021C-4D4B-8C99-0FFC1FF2AFDB}" dt="2026-03-23T18:30:37.022" v="709" actId="1036"/>
            <ac:spMkLst>
              <pc:docMk/>
              <pc:sldMasterMk cId="0" sldId="2147483676"/>
              <pc:sldLayoutMk cId="0" sldId="2147483662"/>
              <ac:spMk id="82" creationId="{00000000-0000-0000-0000-000000000000}"/>
            </ac:spMkLst>
          </pc:spChg>
        </pc:sldLayoutChg>
        <pc:sldLayoutChg chg="addSp modSp del">
          <pc:chgData name="ALBERTO LILLO GARCÍA" userId="0d3015df-96a3-45b4-9caa-dceca3e4f515" providerId="ADAL" clId="{983CFBF0-021C-4D4B-8C99-0FFC1FF2AFDB}" dt="2026-03-25T03:16:35.711" v="1081" actId="47"/>
          <pc:sldLayoutMkLst>
            <pc:docMk/>
            <pc:sldMasterMk cId="0" sldId="2147483676"/>
            <pc:sldLayoutMk cId="0" sldId="2147483663"/>
          </pc:sldLayoutMkLst>
        </pc:sldLayoutChg>
        <pc:sldLayoutChg chg="addSp modSp del">
          <pc:chgData name="ALBERTO LILLO GARCÍA" userId="0d3015df-96a3-45b4-9caa-dceca3e4f515" providerId="ADAL" clId="{983CFBF0-021C-4D4B-8C99-0FFC1FF2AFDB}" dt="2026-03-25T03:16:35.204" v="1079" actId="47"/>
          <pc:sldLayoutMkLst>
            <pc:docMk/>
            <pc:sldMasterMk cId="0" sldId="2147483676"/>
            <pc:sldLayoutMk cId="0" sldId="2147483664"/>
          </pc:sldLayoutMkLst>
        </pc:sldLayoutChg>
        <pc:sldLayoutChg chg="addSp modSp">
          <pc:chgData name="ALBERTO LILLO GARCÍA" userId="0d3015df-96a3-45b4-9caa-dceca3e4f515" providerId="ADAL" clId="{983CFBF0-021C-4D4B-8C99-0FFC1FF2AFDB}" dt="2026-03-23T18:30:48.674" v="712"/>
          <pc:sldLayoutMkLst>
            <pc:docMk/>
            <pc:sldMasterMk cId="0" sldId="2147483676"/>
            <pc:sldLayoutMk cId="0" sldId="2147483665"/>
          </pc:sldLayoutMkLst>
          <pc:spChg chg="add mod">
            <ac:chgData name="ALBERTO LILLO GARCÍA" userId="0d3015df-96a3-45b4-9caa-dceca3e4f515" providerId="ADAL" clId="{983CFBF0-021C-4D4B-8C99-0FFC1FF2AFDB}" dt="2026-03-23T18:30:48.674" v="712"/>
            <ac:spMkLst>
              <pc:docMk/>
              <pc:sldMasterMk cId="0" sldId="2147483676"/>
              <pc:sldLayoutMk cId="0" sldId="2147483665"/>
              <ac:spMk id="2" creationId="{F040D03B-39F8-76DC-B0E9-0E2FB2D2D606}"/>
            </ac:spMkLst>
          </pc:spChg>
        </pc:sldLayoutChg>
        <pc:sldLayoutChg chg="addSp modSp del">
          <pc:chgData name="ALBERTO LILLO GARCÍA" userId="0d3015df-96a3-45b4-9caa-dceca3e4f515" providerId="ADAL" clId="{983CFBF0-021C-4D4B-8C99-0FFC1FF2AFDB}" dt="2026-03-25T03:16:34.714" v="1078" actId="47"/>
          <pc:sldLayoutMkLst>
            <pc:docMk/>
            <pc:sldMasterMk cId="0" sldId="2147483676"/>
            <pc:sldLayoutMk cId="0" sldId="2147483666"/>
          </pc:sldLayoutMkLst>
        </pc:sldLayoutChg>
        <pc:sldLayoutChg chg="addSp modSp">
          <pc:chgData name="ALBERTO LILLO GARCÍA" userId="0d3015df-96a3-45b4-9caa-dceca3e4f515" providerId="ADAL" clId="{983CFBF0-021C-4D4B-8C99-0FFC1FF2AFDB}" dt="2026-03-23T18:30:51.541" v="714"/>
          <pc:sldLayoutMkLst>
            <pc:docMk/>
            <pc:sldMasterMk cId="0" sldId="2147483676"/>
            <pc:sldLayoutMk cId="0" sldId="2147483667"/>
          </pc:sldLayoutMkLst>
          <pc:spChg chg="add mod">
            <ac:chgData name="ALBERTO LILLO GARCÍA" userId="0d3015df-96a3-45b4-9caa-dceca3e4f515" providerId="ADAL" clId="{983CFBF0-021C-4D4B-8C99-0FFC1FF2AFDB}" dt="2026-03-23T18:30:51.541" v="714"/>
            <ac:spMkLst>
              <pc:docMk/>
              <pc:sldMasterMk cId="0" sldId="2147483676"/>
              <pc:sldLayoutMk cId="0" sldId="2147483667"/>
              <ac:spMk id="2" creationId="{13175533-D4FF-B4DD-AF7B-22408D5DA643}"/>
            </ac:spMkLst>
          </pc:spChg>
        </pc:sldLayoutChg>
        <pc:sldLayoutChg chg="addSp modSp del">
          <pc:chgData name="ALBERTO LILLO GARCÍA" userId="0d3015df-96a3-45b4-9caa-dceca3e4f515" providerId="ADAL" clId="{983CFBF0-021C-4D4B-8C99-0FFC1FF2AFDB}" dt="2026-03-25T03:16:36.389" v="1083" actId="47"/>
          <pc:sldLayoutMkLst>
            <pc:docMk/>
            <pc:sldMasterMk cId="0" sldId="2147483676"/>
            <pc:sldLayoutMk cId="0" sldId="2147483668"/>
          </pc:sldLayoutMkLst>
        </pc:sldLayoutChg>
        <pc:sldLayoutChg chg="addSp modSp del">
          <pc:chgData name="ALBERTO LILLO GARCÍA" userId="0d3015df-96a3-45b4-9caa-dceca3e4f515" providerId="ADAL" clId="{983CFBF0-021C-4D4B-8C99-0FFC1FF2AFDB}" dt="2026-03-25T03:16:38.086" v="1087" actId="47"/>
          <pc:sldLayoutMkLst>
            <pc:docMk/>
            <pc:sldMasterMk cId="0" sldId="2147483676"/>
            <pc:sldLayoutMk cId="0" sldId="2147483669"/>
          </pc:sldLayoutMkLst>
        </pc:sldLayoutChg>
        <pc:sldLayoutChg chg="addSp modSp">
          <pc:chgData name="ALBERTO LILLO GARCÍA" userId="0d3015df-96a3-45b4-9caa-dceca3e4f515" providerId="ADAL" clId="{983CFBF0-021C-4D4B-8C99-0FFC1FF2AFDB}" dt="2026-03-23T18:31:00.840" v="719"/>
          <pc:sldLayoutMkLst>
            <pc:docMk/>
            <pc:sldMasterMk cId="0" sldId="2147483676"/>
            <pc:sldLayoutMk cId="0" sldId="2147483670"/>
          </pc:sldLayoutMkLst>
          <pc:spChg chg="add mod">
            <ac:chgData name="ALBERTO LILLO GARCÍA" userId="0d3015df-96a3-45b4-9caa-dceca3e4f515" providerId="ADAL" clId="{983CFBF0-021C-4D4B-8C99-0FFC1FF2AFDB}" dt="2026-03-23T18:30:58.790" v="717"/>
            <ac:spMkLst>
              <pc:docMk/>
              <pc:sldMasterMk cId="0" sldId="2147483676"/>
              <pc:sldLayoutMk cId="0" sldId="2147483670"/>
              <ac:spMk id="2" creationId="{858D6DA9-190E-0979-F994-2F23449B1157}"/>
            </ac:spMkLst>
          </pc:spChg>
        </pc:sldLayoutChg>
        <pc:sldLayoutChg chg="addSp modSp del">
          <pc:chgData name="ALBERTO LILLO GARCÍA" userId="0d3015df-96a3-45b4-9caa-dceca3e4f515" providerId="ADAL" clId="{983CFBF0-021C-4D4B-8C99-0FFC1FF2AFDB}" dt="2026-03-25T03:16:35.593" v="1080" actId="47"/>
          <pc:sldLayoutMkLst>
            <pc:docMk/>
            <pc:sldMasterMk cId="0" sldId="2147483676"/>
            <pc:sldLayoutMk cId="0" sldId="2147483671"/>
          </pc:sldLayoutMkLst>
        </pc:sldLayoutChg>
        <pc:sldLayoutChg chg="addSp modSp">
          <pc:chgData name="ALBERTO LILLO GARCÍA" userId="0d3015df-96a3-45b4-9caa-dceca3e4f515" providerId="ADAL" clId="{983CFBF0-021C-4D4B-8C99-0FFC1FF2AFDB}" dt="2026-03-23T18:31:03.951" v="720"/>
          <pc:sldLayoutMkLst>
            <pc:docMk/>
            <pc:sldMasterMk cId="0" sldId="2147483676"/>
            <pc:sldLayoutMk cId="0" sldId="2147483672"/>
          </pc:sldLayoutMkLst>
          <pc:spChg chg="add mod">
            <ac:chgData name="ALBERTO LILLO GARCÍA" userId="0d3015df-96a3-45b4-9caa-dceca3e4f515" providerId="ADAL" clId="{983CFBF0-021C-4D4B-8C99-0FFC1FF2AFDB}" dt="2026-03-23T18:31:03.951" v="720"/>
            <ac:spMkLst>
              <pc:docMk/>
              <pc:sldMasterMk cId="0" sldId="2147483676"/>
              <pc:sldLayoutMk cId="0" sldId="2147483672"/>
              <ac:spMk id="2" creationId="{3828BF26-A40D-1A65-39D4-C61653A2C97C}"/>
            </ac:spMkLst>
          </pc:spChg>
        </pc:sldLayoutChg>
        <pc:sldLayoutChg chg="addSp modSp">
          <pc:chgData name="ALBERTO LILLO GARCÍA" userId="0d3015df-96a3-45b4-9caa-dceca3e4f515" providerId="ADAL" clId="{983CFBF0-021C-4D4B-8C99-0FFC1FF2AFDB}" dt="2026-03-23T18:31:08.780" v="722"/>
          <pc:sldLayoutMkLst>
            <pc:docMk/>
            <pc:sldMasterMk cId="0" sldId="2147483676"/>
            <pc:sldLayoutMk cId="0" sldId="2147483673"/>
          </pc:sldLayoutMkLst>
          <pc:spChg chg="add mod">
            <ac:chgData name="ALBERTO LILLO GARCÍA" userId="0d3015df-96a3-45b4-9caa-dceca3e4f515" providerId="ADAL" clId="{983CFBF0-021C-4D4B-8C99-0FFC1FF2AFDB}" dt="2026-03-23T18:31:08.780" v="722"/>
            <ac:spMkLst>
              <pc:docMk/>
              <pc:sldMasterMk cId="0" sldId="2147483676"/>
              <pc:sldLayoutMk cId="0" sldId="2147483673"/>
              <ac:spMk id="2" creationId="{20CDB913-FFEB-4538-9C86-DA7DF52BF143}"/>
            </ac:spMkLst>
          </pc:spChg>
        </pc:sldLayoutChg>
      </pc:sldMasterChg>
      <pc:sldMasterChg chg="del delSldLayout">
        <pc:chgData name="ALBERTO LILLO GARCÍA" userId="0d3015df-96a3-45b4-9caa-dceca3e4f515" providerId="ADAL" clId="{983CFBF0-021C-4D4B-8C99-0FFC1FF2AFDB}" dt="2026-03-25T03:16:34.571" v="1077" actId="47"/>
        <pc:sldMasterMkLst>
          <pc:docMk/>
          <pc:sldMasterMk cId="0" sldId="2147483677"/>
        </pc:sldMasterMkLst>
        <pc:sldLayoutChg chg="del">
          <pc:chgData name="ALBERTO LILLO GARCÍA" userId="0d3015df-96a3-45b4-9caa-dceca3e4f515" providerId="ADAL" clId="{983CFBF0-021C-4D4B-8C99-0FFC1FF2AFDB}" dt="2026-03-25T03:16:33.406" v="1072" actId="47"/>
          <pc:sldLayoutMkLst>
            <pc:docMk/>
            <pc:sldMasterMk cId="0" sldId="2147483677"/>
            <pc:sldLayoutMk cId="0" sldId="2147483674"/>
          </pc:sldLayoutMkLst>
        </pc:sldLayoutChg>
        <pc:sldLayoutChg chg="del">
          <pc:chgData name="ALBERTO LILLO GARCÍA" userId="0d3015df-96a3-45b4-9caa-dceca3e4f515" providerId="ADAL" clId="{983CFBF0-021C-4D4B-8C99-0FFC1FF2AFDB}" dt="2026-03-25T03:16:34.571" v="1077" actId="47"/>
          <pc:sldLayoutMkLst>
            <pc:docMk/>
            <pc:sldMasterMk cId="0" sldId="2147483677"/>
            <pc:sldLayoutMk cId="0" sldId="214748367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82" name="Google Shape;18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3d692eacab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310" name="Google Shape;310;g13d692eacab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49C584FE-58B0-F952-E37B-6AAC5D56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>
            <a:extLst>
              <a:ext uri="{FF2B5EF4-FFF2-40B4-BE49-F238E27FC236}">
                <a16:creationId xmlns:a16="http://schemas.microsoft.com/office/drawing/2014/main" id="{A992A817-1A6B-0FC3-4435-E10DB6FA0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>
            <a:extLst>
              <a:ext uri="{FF2B5EF4-FFF2-40B4-BE49-F238E27FC236}">
                <a16:creationId xmlns:a16="http://schemas.microsoft.com/office/drawing/2014/main" id="{C9C30DEF-7AA4-B74E-15B5-ED78D4DE7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5922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914DD3A7-FD6B-A242-393D-0D5FB66E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ADAB1F0C-968B-68C3-E1D4-63F7B4BED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8932370C-06DB-CED8-58D9-2E5AFB99A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40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>
          <a:extLst>
            <a:ext uri="{FF2B5EF4-FFF2-40B4-BE49-F238E27FC236}">
              <a16:creationId xmlns:a16="http://schemas.microsoft.com/office/drawing/2014/main" id="{7B7E28D8-191F-0502-65AA-A48D0C6B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13e832b9eaa_0_828:notes">
            <a:extLst>
              <a:ext uri="{FF2B5EF4-FFF2-40B4-BE49-F238E27FC236}">
                <a16:creationId xmlns:a16="http://schemas.microsoft.com/office/drawing/2014/main" id="{FD30E476-D316-AA0E-7156-17F0ADCA8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824" name="Google Shape;1824;g13e832b9eaa_0_828:notes">
            <a:extLst>
              <a:ext uri="{FF2B5EF4-FFF2-40B4-BE49-F238E27FC236}">
                <a16:creationId xmlns:a16="http://schemas.microsoft.com/office/drawing/2014/main" id="{CC02B99C-08ED-6B78-2E9D-426F93DCD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467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C7D47508-0B19-71F8-81DE-44DBA11A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>
            <a:extLst>
              <a:ext uri="{FF2B5EF4-FFF2-40B4-BE49-F238E27FC236}">
                <a16:creationId xmlns:a16="http://schemas.microsoft.com/office/drawing/2014/main" id="{81484295-769E-3888-BF30-CEE970F85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>
            <a:extLst>
              <a:ext uri="{FF2B5EF4-FFF2-40B4-BE49-F238E27FC236}">
                <a16:creationId xmlns:a16="http://schemas.microsoft.com/office/drawing/2014/main" id="{593F03B9-06B6-10E4-2D55-8AB050883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207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901B7A0C-7FAD-36D3-A83D-A11835C31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575F96EF-4421-ADE1-E5EF-F6DA32ED0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20340EC0-651C-157B-3B78-3D5A2DC3E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394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E8BB7CD0-CF8D-B796-1147-F81D469A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3B112412-B99A-14E0-A317-1F6A0F5B1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E9291B4F-40A0-E7A0-0E21-81AA8D2E9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2958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1E052BD7-3928-A1AE-8913-32127DD5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>
            <a:extLst>
              <a:ext uri="{FF2B5EF4-FFF2-40B4-BE49-F238E27FC236}">
                <a16:creationId xmlns:a16="http://schemas.microsoft.com/office/drawing/2014/main" id="{9504A896-B1B9-7034-7C6B-F5619FE5E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>
            <a:extLst>
              <a:ext uri="{FF2B5EF4-FFF2-40B4-BE49-F238E27FC236}">
                <a16:creationId xmlns:a16="http://schemas.microsoft.com/office/drawing/2014/main" id="{AB1259F8-7CF8-6540-881E-44556D956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11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11BD8769-F4CD-9047-9676-A72EBABD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>
            <a:extLst>
              <a:ext uri="{FF2B5EF4-FFF2-40B4-BE49-F238E27FC236}">
                <a16:creationId xmlns:a16="http://schemas.microsoft.com/office/drawing/2014/main" id="{AE20C273-AAC3-C6EC-B244-E35D62650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>
            <a:extLst>
              <a:ext uri="{FF2B5EF4-FFF2-40B4-BE49-F238E27FC236}">
                <a16:creationId xmlns:a16="http://schemas.microsoft.com/office/drawing/2014/main" id="{F7933FFD-A3FC-0BF2-52E2-5ADD02184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419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0F0BC8E1-661F-F192-29E2-87DF6C9D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68FA3283-CF55-E81A-D24D-7FFFD1E06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B047F4E1-BF18-1C04-8021-6C7D42C6F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8724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9308EBB7-1358-5E19-FABD-794841D2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B3A16469-ED00-CD68-B235-193603FC5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531A64C8-A649-A466-D9B8-F7F2B3477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928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744EC886-4E3C-B0CC-F615-ABB56A02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A2C62F52-B60A-3F41-63A8-D3BD1CEA7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B4B47820-8DEF-B337-3C09-7B37D0EF9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125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1D94DE0E-92B9-5019-1CB3-E74CCE44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EC09CF35-5DBA-5FEF-0098-8483F374F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D6DA7F70-170F-8027-012B-E6346E475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770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7BCAC7FC-B029-E26A-5946-C2EA1FE8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EE4DA904-D9EE-1C98-DAAA-ADA29B24E9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82A60173-7091-B4B7-3975-3B87311C5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7109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>
          <a:extLst>
            <a:ext uri="{FF2B5EF4-FFF2-40B4-BE49-F238E27FC236}">
              <a16:creationId xmlns:a16="http://schemas.microsoft.com/office/drawing/2014/main" id="{D5EB5D75-A6C9-4A11-5355-F7050ABD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163e72ff_1_0:notes">
            <a:extLst>
              <a:ext uri="{FF2B5EF4-FFF2-40B4-BE49-F238E27FC236}">
                <a16:creationId xmlns:a16="http://schemas.microsoft.com/office/drawing/2014/main" id="{80E8502C-A86A-5E40-C8C2-4899155652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757" name="Google Shape;757;g13d163e72ff_1_0:notes">
            <a:extLst>
              <a:ext uri="{FF2B5EF4-FFF2-40B4-BE49-F238E27FC236}">
                <a16:creationId xmlns:a16="http://schemas.microsoft.com/office/drawing/2014/main" id="{5796A69B-FABC-1577-0D83-75D2542E32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6820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D14BE841-FEDD-7802-D68E-66A08CDF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>
            <a:extLst>
              <a:ext uri="{FF2B5EF4-FFF2-40B4-BE49-F238E27FC236}">
                <a16:creationId xmlns:a16="http://schemas.microsoft.com/office/drawing/2014/main" id="{89CC1A38-633C-FEAB-C9F7-A2A690BC4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>
            <a:extLst>
              <a:ext uri="{FF2B5EF4-FFF2-40B4-BE49-F238E27FC236}">
                <a16:creationId xmlns:a16="http://schemas.microsoft.com/office/drawing/2014/main" id="{B7F55009-1B37-7879-5B28-EEEDFC71CB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105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>
          <a:extLst>
            <a:ext uri="{FF2B5EF4-FFF2-40B4-BE49-F238E27FC236}">
              <a16:creationId xmlns:a16="http://schemas.microsoft.com/office/drawing/2014/main" id="{BDC56803-B633-DD66-67AB-2D6922EF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3e832b9eaa_0_779:notes">
            <a:extLst>
              <a:ext uri="{FF2B5EF4-FFF2-40B4-BE49-F238E27FC236}">
                <a16:creationId xmlns:a16="http://schemas.microsoft.com/office/drawing/2014/main" id="{91B721B3-D62F-1FB0-CFD9-EEE3260CE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793" name="Google Shape;1793;g13e832b9eaa_0_779:notes">
            <a:extLst>
              <a:ext uri="{FF2B5EF4-FFF2-40B4-BE49-F238E27FC236}">
                <a16:creationId xmlns:a16="http://schemas.microsoft.com/office/drawing/2014/main" id="{C45A26A9-0317-8CD0-5ED4-6C998E4CB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634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>
          <a:extLst>
            <a:ext uri="{FF2B5EF4-FFF2-40B4-BE49-F238E27FC236}">
              <a16:creationId xmlns:a16="http://schemas.microsoft.com/office/drawing/2014/main" id="{7821E670-5FD6-AA48-4A4B-850C740B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3e832b9eaa_0_779:notes">
            <a:extLst>
              <a:ext uri="{FF2B5EF4-FFF2-40B4-BE49-F238E27FC236}">
                <a16:creationId xmlns:a16="http://schemas.microsoft.com/office/drawing/2014/main" id="{3E856E07-2D4A-4856-E948-3FFBBA25A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793" name="Google Shape;1793;g13e832b9eaa_0_779:notes">
            <a:extLst>
              <a:ext uri="{FF2B5EF4-FFF2-40B4-BE49-F238E27FC236}">
                <a16:creationId xmlns:a16="http://schemas.microsoft.com/office/drawing/2014/main" id="{313150D1-F707-7B69-F6D7-8427CF3121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9522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3ED9F654-BAEA-2EE9-BFCD-7EB7C563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>
            <a:extLst>
              <a:ext uri="{FF2B5EF4-FFF2-40B4-BE49-F238E27FC236}">
                <a16:creationId xmlns:a16="http://schemas.microsoft.com/office/drawing/2014/main" id="{2D09489F-6C1B-6583-6866-892CC6CD7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>
            <a:extLst>
              <a:ext uri="{FF2B5EF4-FFF2-40B4-BE49-F238E27FC236}">
                <a16:creationId xmlns:a16="http://schemas.microsoft.com/office/drawing/2014/main" id="{99010B5C-E193-C97A-7BAF-8BA813F1C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98532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>
          <a:extLst>
            <a:ext uri="{FF2B5EF4-FFF2-40B4-BE49-F238E27FC236}">
              <a16:creationId xmlns:a16="http://schemas.microsoft.com/office/drawing/2014/main" id="{E0B2320F-0879-9AB6-A99C-0436697C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3e832b9eaa_0_779:notes">
            <a:extLst>
              <a:ext uri="{FF2B5EF4-FFF2-40B4-BE49-F238E27FC236}">
                <a16:creationId xmlns:a16="http://schemas.microsoft.com/office/drawing/2014/main" id="{80EB6491-8807-F438-FBDB-C0AC7A7676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793" name="Google Shape;1793;g13e832b9eaa_0_779:notes">
            <a:extLst>
              <a:ext uri="{FF2B5EF4-FFF2-40B4-BE49-F238E27FC236}">
                <a16:creationId xmlns:a16="http://schemas.microsoft.com/office/drawing/2014/main" id="{FAE6E2A2-0C43-B797-2504-339922E4E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555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C9656188-3D0B-7907-B397-F12E7EAD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13ded5825b9_0_0:notes">
            <a:extLst>
              <a:ext uri="{FF2B5EF4-FFF2-40B4-BE49-F238E27FC236}">
                <a16:creationId xmlns:a16="http://schemas.microsoft.com/office/drawing/2014/main" id="{21EADBDB-49AE-54B8-FB24-BC23AA4299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316" name="Google Shape;1316;g13ded5825b9_0_0:notes">
            <a:extLst>
              <a:ext uri="{FF2B5EF4-FFF2-40B4-BE49-F238E27FC236}">
                <a16:creationId xmlns:a16="http://schemas.microsoft.com/office/drawing/2014/main" id="{E1304868-4715-D0F5-7439-CCAD68298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150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21E35F65-5E5B-366B-2CB5-9161BD7B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13ded5825b9_0_0:notes">
            <a:extLst>
              <a:ext uri="{FF2B5EF4-FFF2-40B4-BE49-F238E27FC236}">
                <a16:creationId xmlns:a16="http://schemas.microsoft.com/office/drawing/2014/main" id="{3ECBE2DE-C4C9-96AA-724B-858DE7DB7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316" name="Google Shape;1316;g13ded5825b9_0_0:notes">
            <a:extLst>
              <a:ext uri="{FF2B5EF4-FFF2-40B4-BE49-F238E27FC236}">
                <a16:creationId xmlns:a16="http://schemas.microsoft.com/office/drawing/2014/main" id="{002FAB0D-DD91-A6FC-F6E0-237B0818A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0629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>
          <a:extLst>
            <a:ext uri="{FF2B5EF4-FFF2-40B4-BE49-F238E27FC236}">
              <a16:creationId xmlns:a16="http://schemas.microsoft.com/office/drawing/2014/main" id="{B2E8BE1F-D98D-44EA-5F69-80DA42C2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3e832b9eaa_0_779:notes">
            <a:extLst>
              <a:ext uri="{FF2B5EF4-FFF2-40B4-BE49-F238E27FC236}">
                <a16:creationId xmlns:a16="http://schemas.microsoft.com/office/drawing/2014/main" id="{2E23A36E-1053-3934-E830-65498EDA7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793" name="Google Shape;1793;g13e832b9eaa_0_779:notes">
            <a:extLst>
              <a:ext uri="{FF2B5EF4-FFF2-40B4-BE49-F238E27FC236}">
                <a16:creationId xmlns:a16="http://schemas.microsoft.com/office/drawing/2014/main" id="{5DB47254-A45B-F406-D5D9-8653C262A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5539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3948D857-E0C6-6502-6EC8-EF993457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3d163e72ff_0_2952:notes">
            <a:extLst>
              <a:ext uri="{FF2B5EF4-FFF2-40B4-BE49-F238E27FC236}">
                <a16:creationId xmlns:a16="http://schemas.microsoft.com/office/drawing/2014/main" id="{2FEE85E3-DDAE-17B2-F9BE-80A9F408D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90" name="Google Shape;590;g13d163e72ff_0_2952:notes">
            <a:extLst>
              <a:ext uri="{FF2B5EF4-FFF2-40B4-BE49-F238E27FC236}">
                <a16:creationId xmlns:a16="http://schemas.microsoft.com/office/drawing/2014/main" id="{F58B3F5C-CC94-0303-6AB6-D1B8E6B7D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4830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>
          <a:extLst>
            <a:ext uri="{FF2B5EF4-FFF2-40B4-BE49-F238E27FC236}">
              <a16:creationId xmlns:a16="http://schemas.microsoft.com/office/drawing/2014/main" id="{BFB7C772-36EB-5440-F6F1-C582EEFF7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3e832b9eaa_0_779:notes">
            <a:extLst>
              <a:ext uri="{FF2B5EF4-FFF2-40B4-BE49-F238E27FC236}">
                <a16:creationId xmlns:a16="http://schemas.microsoft.com/office/drawing/2014/main" id="{B1F2A690-AC9E-4211-5F7B-5C4685517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793" name="Google Shape;1793;g13e832b9eaa_0_779:notes">
            <a:extLst>
              <a:ext uri="{FF2B5EF4-FFF2-40B4-BE49-F238E27FC236}">
                <a16:creationId xmlns:a16="http://schemas.microsoft.com/office/drawing/2014/main" id="{668C61C7-8F7F-37AE-81B5-E081BC706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547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d163e72ff_0_1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343" name="Google Shape;343;g13d163e72ff_0_1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13e832b9eaa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506" name="Google Shape;1506;g13e832b9eaa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355725" y="851775"/>
            <a:ext cx="4305300" cy="28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672986" y="3855929"/>
            <a:ext cx="3670800" cy="32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60B90098-D94C-F5B2-AC24-BCCD8DEF29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20025" y="540075"/>
            <a:ext cx="3854700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Archivo"/>
              <a:buNone/>
              <a:defRPr sz="36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100" y="1073725"/>
            <a:ext cx="12900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5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Font typeface="Archivo"/>
              <a:buNone/>
              <a:defRPr sz="96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220025" y="1591933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108A63C6-AB8E-6832-B5DF-E9994BE665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133254" y="349134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8185652" y="-98227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13100" y="798325"/>
            <a:ext cx="5079600" cy="2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2494A399-0CA9-87E7-2C89-A0D15478DC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flipH="1">
            <a:off x="5303452" y="3456071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/>
          <p:nvPr/>
        </p:nvSpPr>
        <p:spPr>
          <a:xfrm flipH="1">
            <a:off x="133254" y="-98227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/>
          <p:nvPr/>
        </p:nvSpPr>
        <p:spPr>
          <a:xfrm flipH="1">
            <a:off x="6862727" y="-1901704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2765775" y="540075"/>
            <a:ext cx="56685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4801750" y="2607350"/>
            <a:ext cx="36324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F59BAC9C-816E-EF65-9504-CD955754E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FCA2BA92-86C5-F408-3EE0-1688E3BCFB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-917671" y="314474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294104" y="-1291304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713100" y="419700"/>
            <a:ext cx="7717800" cy="638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1985813" y="1799525"/>
            <a:ext cx="2424000" cy="3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1985823" y="2126646"/>
            <a:ext cx="24240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2" hasCustomPrompt="1"/>
          </p:nvPr>
        </p:nvSpPr>
        <p:spPr>
          <a:xfrm>
            <a:off x="877838" y="1912775"/>
            <a:ext cx="783600" cy="4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4"/>
          </p:nvPr>
        </p:nvSpPr>
        <p:spPr>
          <a:xfrm>
            <a:off x="5942063" y="1799525"/>
            <a:ext cx="2424000" cy="3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5"/>
          </p:nvPr>
        </p:nvSpPr>
        <p:spPr>
          <a:xfrm>
            <a:off x="5942073" y="2126646"/>
            <a:ext cx="24240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4834088" y="1912775"/>
            <a:ext cx="783600" cy="4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/>
          </p:nvPr>
        </p:nvSpPr>
        <p:spPr>
          <a:xfrm>
            <a:off x="1985813" y="3235775"/>
            <a:ext cx="2424000" cy="3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8"/>
          </p:nvPr>
        </p:nvSpPr>
        <p:spPr>
          <a:xfrm>
            <a:off x="1943085" y="3562896"/>
            <a:ext cx="24240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9" hasCustomPrompt="1"/>
          </p:nvPr>
        </p:nvSpPr>
        <p:spPr>
          <a:xfrm>
            <a:off x="877838" y="3349025"/>
            <a:ext cx="783600" cy="4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3"/>
          </p:nvPr>
        </p:nvSpPr>
        <p:spPr>
          <a:xfrm>
            <a:off x="5942063" y="3235775"/>
            <a:ext cx="2424000" cy="3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4"/>
          </p:nvPr>
        </p:nvSpPr>
        <p:spPr>
          <a:xfrm>
            <a:off x="5942073" y="3562896"/>
            <a:ext cx="24240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5" hasCustomPrompt="1"/>
          </p:nvPr>
        </p:nvSpPr>
        <p:spPr>
          <a:xfrm>
            <a:off x="4834088" y="3349025"/>
            <a:ext cx="783600" cy="4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A1FC2B05-E86F-5D04-C0F2-252F5F547C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7637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713100" y="419700"/>
            <a:ext cx="7717800" cy="638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/>
          <p:nvPr/>
        </p:nvSpPr>
        <p:spPr>
          <a:xfrm flipH="1">
            <a:off x="7626527" y="328564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 flipH="1">
            <a:off x="-760996" y="1058098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23D278EB-107B-06E6-1E03-13C79FFC19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4698653" y="54007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11000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Font typeface="Archivo"/>
              <a:buNone/>
              <a:defRPr sz="60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4694075" y="2584100"/>
            <a:ext cx="3904500" cy="5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spcBef>
                <a:spcPts val="1200"/>
              </a:spcBef>
              <a:spcAft>
                <a:spcPts val="120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/>
          <p:nvPr/>
        </p:nvSpPr>
        <p:spPr>
          <a:xfrm flipH="1">
            <a:off x="-1250824" y="16080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6130716" y="366154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 flipH="1">
            <a:off x="8735743" y="-2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CFE4FBAC-61FE-9A74-F1BA-3AAACECB89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9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 flipH="1">
            <a:off x="7027177" y="3639521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9"/>
          <p:cNvSpPr/>
          <p:nvPr/>
        </p:nvSpPr>
        <p:spPr>
          <a:xfrm flipH="1">
            <a:off x="133254" y="-98227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4572000" y="2032425"/>
            <a:ext cx="3858900" cy="20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713100" y="419700"/>
            <a:ext cx="7717800" cy="638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F040D03B-39F8-76DC-B0E9-0E2FB2D2D6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8157427" y="-274602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-836848" y="2689648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1"/>
          <p:cNvSpPr/>
          <p:nvPr/>
        </p:nvSpPr>
        <p:spPr>
          <a:xfrm>
            <a:off x="713100" y="419700"/>
            <a:ext cx="7717800" cy="638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subTitle" idx="1"/>
          </p:nvPr>
        </p:nvSpPr>
        <p:spPr>
          <a:xfrm>
            <a:off x="1863457" y="1341773"/>
            <a:ext cx="3298800" cy="3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2"/>
          </p:nvPr>
        </p:nvSpPr>
        <p:spPr>
          <a:xfrm>
            <a:off x="1863457" y="1678535"/>
            <a:ext cx="3298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3"/>
          </p:nvPr>
        </p:nvSpPr>
        <p:spPr>
          <a:xfrm>
            <a:off x="1863457" y="2518685"/>
            <a:ext cx="3298800" cy="3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4"/>
          </p:nvPr>
        </p:nvSpPr>
        <p:spPr>
          <a:xfrm>
            <a:off x="1863457" y="2855448"/>
            <a:ext cx="3298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5"/>
          </p:nvPr>
        </p:nvSpPr>
        <p:spPr>
          <a:xfrm>
            <a:off x="1863457" y="3695598"/>
            <a:ext cx="3298800" cy="3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2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6"/>
          </p:nvPr>
        </p:nvSpPr>
        <p:spPr>
          <a:xfrm>
            <a:off x="1863457" y="4032360"/>
            <a:ext cx="3298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13175533-D4FF-B4DD-AF7B-22408D5DA6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5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/>
        </p:nvSpPr>
        <p:spPr>
          <a:xfrm flipH="1">
            <a:off x="6813327" y="3625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4"/>
          <p:cNvSpPr/>
          <p:nvPr/>
        </p:nvSpPr>
        <p:spPr>
          <a:xfrm flipH="1">
            <a:off x="133254" y="-98227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4"/>
          <p:cNvSpPr/>
          <p:nvPr/>
        </p:nvSpPr>
        <p:spPr>
          <a:xfrm flipH="1">
            <a:off x="4089902" y="-1887579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title" hasCustomPrompt="1"/>
          </p:nvPr>
        </p:nvSpPr>
        <p:spPr>
          <a:xfrm>
            <a:off x="1055025" y="3011125"/>
            <a:ext cx="18936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1"/>
          </p:nvPr>
        </p:nvSpPr>
        <p:spPr>
          <a:xfrm>
            <a:off x="1055037" y="3555324"/>
            <a:ext cx="1893600" cy="6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title" idx="2" hasCustomPrompt="1"/>
          </p:nvPr>
        </p:nvSpPr>
        <p:spPr>
          <a:xfrm>
            <a:off x="3625076" y="3011125"/>
            <a:ext cx="18936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24"/>
          <p:cNvSpPr txBox="1">
            <a:spLocks noGrp="1"/>
          </p:cNvSpPr>
          <p:nvPr>
            <p:ph type="subTitle" idx="3"/>
          </p:nvPr>
        </p:nvSpPr>
        <p:spPr>
          <a:xfrm>
            <a:off x="3625161" y="3555230"/>
            <a:ext cx="1893600" cy="6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title" idx="4" hasCustomPrompt="1"/>
          </p:nvPr>
        </p:nvSpPr>
        <p:spPr>
          <a:xfrm>
            <a:off x="6195272" y="3011125"/>
            <a:ext cx="18936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5"/>
          </p:nvPr>
        </p:nvSpPr>
        <p:spPr>
          <a:xfrm>
            <a:off x="6195284" y="3555249"/>
            <a:ext cx="1893600" cy="6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858D6DA9-190E-0979-F994-2F23449B11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/>
          <p:nvPr/>
        </p:nvSpPr>
        <p:spPr>
          <a:xfrm flipH="1">
            <a:off x="7141402" y="337144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6"/>
          <p:cNvSpPr/>
          <p:nvPr/>
        </p:nvSpPr>
        <p:spPr>
          <a:xfrm flipH="1">
            <a:off x="5252679" y="-289727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6"/>
          <p:cNvSpPr/>
          <p:nvPr/>
        </p:nvSpPr>
        <p:spPr>
          <a:xfrm flipH="1">
            <a:off x="-544921" y="1575898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3828BF26-A40D-1A65-39D4-C61653A2C9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-544921" y="337144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7"/>
          <p:cNvSpPr/>
          <p:nvPr/>
        </p:nvSpPr>
        <p:spPr>
          <a:xfrm>
            <a:off x="2751402" y="-289727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7"/>
          <p:cNvSpPr/>
          <p:nvPr/>
        </p:nvSpPr>
        <p:spPr>
          <a:xfrm>
            <a:off x="8549002" y="1575898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20CDB913-FFEB-4538-9C86-DA7DF52BF1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" name="Google Shape;13;p3">
            <a:extLst>
              <a:ext uri="{FF2B5EF4-FFF2-40B4-BE49-F238E27FC236}">
                <a16:creationId xmlns:a16="http://schemas.microsoft.com/office/drawing/2014/main" id="{17CFA793-4B3D-418C-487D-8EE696CB61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7" r:id="rId4"/>
    <p:sldLayoutId id="2147483658" r:id="rId5"/>
    <p:sldLayoutId id="2147483659" r:id="rId6"/>
    <p:sldLayoutId id="2147483661" r:id="rId7"/>
    <p:sldLayoutId id="2147483662" r:id="rId8"/>
    <p:sldLayoutId id="2147483665" r:id="rId9"/>
    <p:sldLayoutId id="2147483667" r:id="rId10"/>
    <p:sldLayoutId id="2147483670" r:id="rId11"/>
    <p:sldLayoutId id="2147483672" r:id="rId12"/>
    <p:sldLayoutId id="214748367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orient="horz" pos="340">
          <p15:clr>
            <a:srgbClr val="EA4335"/>
          </p15:clr>
        </p15:guide>
        <p15:guide id="3" orient="horz" pos="2899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7696779" y="368404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4585236" y="3823425"/>
            <a:ext cx="3846300" cy="55607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4653186" y="3850875"/>
            <a:ext cx="3710400" cy="50117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1"/>
          <p:cNvSpPr txBox="1">
            <a:spLocks noGrp="1"/>
          </p:cNvSpPr>
          <p:nvPr>
            <p:ph type="ctrTitle"/>
          </p:nvPr>
        </p:nvSpPr>
        <p:spPr>
          <a:xfrm>
            <a:off x="4358616" y="1025219"/>
            <a:ext cx="4305300" cy="21593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XML</a:t>
            </a:r>
            <a:br>
              <a:rPr lang="de"/>
            </a:br>
            <a:r>
              <a:rPr lang="es-ES"/>
              <a:t>YAHOO! ANSWERS</a:t>
            </a:r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subTitle" idx="1"/>
          </p:nvPr>
        </p:nvSpPr>
        <p:spPr>
          <a:xfrm>
            <a:off x="4672986" y="3792656"/>
            <a:ext cx="3690600" cy="501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Manuel Caballero Bonilla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Alberto Lillo García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9" name="Google Shape;189;p31"/>
          <p:cNvSpPr/>
          <p:nvPr/>
        </p:nvSpPr>
        <p:spPr>
          <a:xfrm>
            <a:off x="7696779" y="-1678479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1"/>
          <p:cNvSpPr/>
          <p:nvPr/>
        </p:nvSpPr>
        <p:spPr>
          <a:xfrm>
            <a:off x="3818252" y="-803777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31"/>
          <p:cNvGrpSpPr/>
          <p:nvPr/>
        </p:nvGrpSpPr>
        <p:grpSpPr>
          <a:xfrm>
            <a:off x="412173" y="590094"/>
            <a:ext cx="4149162" cy="3756438"/>
            <a:chOff x="1389500" y="680050"/>
            <a:chExt cx="4947725" cy="4479950"/>
          </a:xfrm>
        </p:grpSpPr>
        <p:sp>
          <p:nvSpPr>
            <p:cNvPr id="192" name="Google Shape;192;p31"/>
            <p:cNvSpPr/>
            <p:nvPr/>
          </p:nvSpPr>
          <p:spPr>
            <a:xfrm>
              <a:off x="1389500" y="680050"/>
              <a:ext cx="4947725" cy="3712825"/>
            </a:xfrm>
            <a:custGeom>
              <a:avLst/>
              <a:gdLst/>
              <a:ahLst/>
              <a:cxnLst/>
              <a:rect l="l" t="t" r="r" b="b"/>
              <a:pathLst>
                <a:path w="197909" h="148513" extrusionOk="0">
                  <a:moveTo>
                    <a:pt x="49520" y="1"/>
                  </a:moveTo>
                  <a:cubicBezTo>
                    <a:pt x="48271" y="1"/>
                    <a:pt x="47040" y="46"/>
                    <a:pt x="45833" y="136"/>
                  </a:cubicBezTo>
                  <a:cubicBezTo>
                    <a:pt x="13643" y="2504"/>
                    <a:pt x="0" y="31291"/>
                    <a:pt x="6171" y="62914"/>
                  </a:cubicBezTo>
                  <a:cubicBezTo>
                    <a:pt x="14444" y="105111"/>
                    <a:pt x="51837" y="148208"/>
                    <a:pt x="96269" y="148509"/>
                  </a:cubicBezTo>
                  <a:cubicBezTo>
                    <a:pt x="96543" y="148511"/>
                    <a:pt x="96816" y="148512"/>
                    <a:pt x="97089" y="148512"/>
                  </a:cubicBezTo>
                  <a:cubicBezTo>
                    <a:pt x="120041" y="148512"/>
                    <a:pt x="141939" y="140231"/>
                    <a:pt x="159114" y="128628"/>
                  </a:cubicBezTo>
                  <a:lnTo>
                    <a:pt x="159481" y="128361"/>
                  </a:lnTo>
                  <a:cubicBezTo>
                    <a:pt x="176893" y="116519"/>
                    <a:pt x="197908" y="96071"/>
                    <a:pt x="182397" y="69519"/>
                  </a:cubicBezTo>
                  <a:cubicBezTo>
                    <a:pt x="162083" y="34694"/>
                    <a:pt x="106943" y="47103"/>
                    <a:pt x="95702" y="30191"/>
                  </a:cubicBezTo>
                  <a:cubicBezTo>
                    <a:pt x="89931" y="21518"/>
                    <a:pt x="83460" y="11444"/>
                    <a:pt x="74120" y="6240"/>
                  </a:cubicBezTo>
                  <a:cubicBezTo>
                    <a:pt x="66378" y="1907"/>
                    <a:pt x="57586" y="1"/>
                    <a:pt x="4952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1389500" y="680050"/>
              <a:ext cx="4947725" cy="3712825"/>
            </a:xfrm>
            <a:custGeom>
              <a:avLst/>
              <a:gdLst/>
              <a:ahLst/>
              <a:cxnLst/>
              <a:rect l="l" t="t" r="r" b="b"/>
              <a:pathLst>
                <a:path w="197909" h="148513" extrusionOk="0">
                  <a:moveTo>
                    <a:pt x="49520" y="1"/>
                  </a:moveTo>
                  <a:cubicBezTo>
                    <a:pt x="48271" y="1"/>
                    <a:pt x="47040" y="46"/>
                    <a:pt x="45833" y="136"/>
                  </a:cubicBezTo>
                  <a:cubicBezTo>
                    <a:pt x="13643" y="2504"/>
                    <a:pt x="0" y="31291"/>
                    <a:pt x="6171" y="62914"/>
                  </a:cubicBezTo>
                  <a:cubicBezTo>
                    <a:pt x="14444" y="105111"/>
                    <a:pt x="51837" y="148208"/>
                    <a:pt x="96269" y="148509"/>
                  </a:cubicBezTo>
                  <a:cubicBezTo>
                    <a:pt x="96543" y="148511"/>
                    <a:pt x="96816" y="148512"/>
                    <a:pt x="97089" y="148512"/>
                  </a:cubicBezTo>
                  <a:cubicBezTo>
                    <a:pt x="120041" y="148512"/>
                    <a:pt x="141939" y="140231"/>
                    <a:pt x="159114" y="128628"/>
                  </a:cubicBezTo>
                  <a:lnTo>
                    <a:pt x="159481" y="128361"/>
                  </a:lnTo>
                  <a:cubicBezTo>
                    <a:pt x="176893" y="116519"/>
                    <a:pt x="197908" y="96071"/>
                    <a:pt x="182397" y="69519"/>
                  </a:cubicBezTo>
                  <a:cubicBezTo>
                    <a:pt x="162083" y="34694"/>
                    <a:pt x="106943" y="47103"/>
                    <a:pt x="95702" y="30191"/>
                  </a:cubicBezTo>
                  <a:cubicBezTo>
                    <a:pt x="89931" y="21518"/>
                    <a:pt x="83460" y="11444"/>
                    <a:pt x="74120" y="6240"/>
                  </a:cubicBezTo>
                  <a:cubicBezTo>
                    <a:pt x="66378" y="1907"/>
                    <a:pt x="57586" y="1"/>
                    <a:pt x="49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1"/>
            <p:cNvSpPr/>
            <p:nvPr/>
          </p:nvSpPr>
          <p:spPr>
            <a:xfrm>
              <a:off x="1720575" y="2481375"/>
              <a:ext cx="1231725" cy="1711250"/>
            </a:xfrm>
            <a:custGeom>
              <a:avLst/>
              <a:gdLst/>
              <a:ahLst/>
              <a:cxnLst/>
              <a:rect l="l" t="t" r="r" b="b"/>
              <a:pathLst>
                <a:path w="49269" h="68450" fill="none" extrusionOk="0">
                  <a:moveTo>
                    <a:pt x="11375" y="1"/>
                  </a:moveTo>
                  <a:lnTo>
                    <a:pt x="9140" y="1"/>
                  </a:lnTo>
                  <a:cubicBezTo>
                    <a:pt x="4070" y="1"/>
                    <a:pt x="0" y="4070"/>
                    <a:pt x="0" y="9141"/>
                  </a:cubicBezTo>
                  <a:lnTo>
                    <a:pt x="0" y="59310"/>
                  </a:lnTo>
                  <a:cubicBezTo>
                    <a:pt x="0" y="64380"/>
                    <a:pt x="4070" y="68450"/>
                    <a:pt x="9140" y="68450"/>
                  </a:cubicBezTo>
                  <a:lnTo>
                    <a:pt x="40129" y="68450"/>
                  </a:lnTo>
                  <a:cubicBezTo>
                    <a:pt x="45199" y="68450"/>
                    <a:pt x="49269" y="64380"/>
                    <a:pt x="49269" y="59310"/>
                  </a:cubicBezTo>
                  <a:lnTo>
                    <a:pt x="49269" y="59310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1"/>
            <p:cNvSpPr/>
            <p:nvPr/>
          </p:nvSpPr>
          <p:spPr>
            <a:xfrm>
              <a:off x="2888900" y="909425"/>
              <a:ext cx="1288450" cy="387800"/>
            </a:xfrm>
            <a:custGeom>
              <a:avLst/>
              <a:gdLst/>
              <a:ahLst/>
              <a:cxnLst/>
              <a:rect l="l" t="t" r="r" b="b"/>
              <a:pathLst>
                <a:path w="51538" h="15512" fill="none" extrusionOk="0">
                  <a:moveTo>
                    <a:pt x="34" y="15512"/>
                  </a:moveTo>
                  <a:lnTo>
                    <a:pt x="34" y="5605"/>
                  </a:lnTo>
                  <a:cubicBezTo>
                    <a:pt x="1" y="2536"/>
                    <a:pt x="2502" y="34"/>
                    <a:pt x="5605" y="1"/>
                  </a:cubicBezTo>
                  <a:lnTo>
                    <a:pt x="45933" y="1"/>
                  </a:lnTo>
                  <a:cubicBezTo>
                    <a:pt x="49002" y="1"/>
                    <a:pt x="51537" y="2536"/>
                    <a:pt x="51537" y="5605"/>
                  </a:cubicBezTo>
                  <a:lnTo>
                    <a:pt x="51537" y="5605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1"/>
            <p:cNvSpPr/>
            <p:nvPr/>
          </p:nvSpPr>
          <p:spPr>
            <a:xfrm>
              <a:off x="1799800" y="4602075"/>
              <a:ext cx="3992875" cy="557925"/>
            </a:xfrm>
            <a:custGeom>
              <a:avLst/>
              <a:gdLst/>
              <a:ahLst/>
              <a:cxnLst/>
              <a:rect l="l" t="t" r="r" b="b"/>
              <a:pathLst>
                <a:path w="159715" h="22317" extrusionOk="0">
                  <a:moveTo>
                    <a:pt x="79857" y="0"/>
                  </a:moveTo>
                  <a:cubicBezTo>
                    <a:pt x="35759" y="0"/>
                    <a:pt x="0" y="5004"/>
                    <a:pt x="0" y="11142"/>
                  </a:cubicBezTo>
                  <a:cubicBezTo>
                    <a:pt x="0" y="17313"/>
                    <a:pt x="35759" y="22316"/>
                    <a:pt x="79857" y="22316"/>
                  </a:cubicBezTo>
                  <a:cubicBezTo>
                    <a:pt x="123955" y="22316"/>
                    <a:pt x="159714" y="17313"/>
                    <a:pt x="159714" y="11142"/>
                  </a:cubicBezTo>
                  <a:cubicBezTo>
                    <a:pt x="159714" y="5004"/>
                    <a:pt x="123955" y="0"/>
                    <a:pt x="79857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1"/>
            <p:cNvSpPr/>
            <p:nvPr/>
          </p:nvSpPr>
          <p:spPr>
            <a:xfrm>
              <a:off x="1799800" y="4602075"/>
              <a:ext cx="3992875" cy="557925"/>
            </a:xfrm>
            <a:custGeom>
              <a:avLst/>
              <a:gdLst/>
              <a:ahLst/>
              <a:cxnLst/>
              <a:rect l="l" t="t" r="r" b="b"/>
              <a:pathLst>
                <a:path w="159715" h="22317" extrusionOk="0">
                  <a:moveTo>
                    <a:pt x="79857" y="0"/>
                  </a:moveTo>
                  <a:cubicBezTo>
                    <a:pt x="35759" y="0"/>
                    <a:pt x="0" y="5004"/>
                    <a:pt x="0" y="11142"/>
                  </a:cubicBezTo>
                  <a:cubicBezTo>
                    <a:pt x="0" y="17313"/>
                    <a:pt x="35759" y="22316"/>
                    <a:pt x="79857" y="22316"/>
                  </a:cubicBezTo>
                  <a:cubicBezTo>
                    <a:pt x="123955" y="22316"/>
                    <a:pt x="159714" y="17313"/>
                    <a:pt x="159714" y="11142"/>
                  </a:cubicBezTo>
                  <a:cubicBezTo>
                    <a:pt x="159714" y="5004"/>
                    <a:pt x="123955" y="0"/>
                    <a:pt x="798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1914050" y="1398950"/>
              <a:ext cx="3764375" cy="2339200"/>
            </a:xfrm>
            <a:custGeom>
              <a:avLst/>
              <a:gdLst/>
              <a:ahLst/>
              <a:cxnLst/>
              <a:rect l="l" t="t" r="r" b="b"/>
              <a:pathLst>
                <a:path w="150575" h="93568" extrusionOk="0">
                  <a:moveTo>
                    <a:pt x="9273" y="0"/>
                  </a:moveTo>
                  <a:cubicBezTo>
                    <a:pt x="4403" y="0"/>
                    <a:pt x="367" y="3736"/>
                    <a:pt x="33" y="8606"/>
                  </a:cubicBezTo>
                  <a:cubicBezTo>
                    <a:pt x="0" y="8840"/>
                    <a:pt x="0" y="9007"/>
                    <a:pt x="0" y="9240"/>
                  </a:cubicBezTo>
                  <a:lnTo>
                    <a:pt x="0" y="84327"/>
                  </a:lnTo>
                  <a:cubicBezTo>
                    <a:pt x="0" y="89431"/>
                    <a:pt x="4136" y="93567"/>
                    <a:pt x="9273" y="93567"/>
                  </a:cubicBezTo>
                  <a:lnTo>
                    <a:pt x="141301" y="93567"/>
                  </a:lnTo>
                  <a:cubicBezTo>
                    <a:pt x="146438" y="93567"/>
                    <a:pt x="150574" y="89431"/>
                    <a:pt x="150574" y="84327"/>
                  </a:cubicBezTo>
                  <a:lnTo>
                    <a:pt x="150574" y="9240"/>
                  </a:lnTo>
                  <a:cubicBezTo>
                    <a:pt x="150574" y="9040"/>
                    <a:pt x="150574" y="8807"/>
                    <a:pt x="150541" y="8606"/>
                  </a:cubicBezTo>
                  <a:cubicBezTo>
                    <a:pt x="150207" y="3770"/>
                    <a:pt x="146171" y="0"/>
                    <a:pt x="141301" y="0"/>
                  </a:cubicBezTo>
                  <a:close/>
                </a:path>
              </a:pathLst>
            </a:custGeom>
            <a:solidFill>
              <a:srgbClr val="FFFFFF"/>
            </a:solidFill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1"/>
            <p:cNvSpPr/>
            <p:nvPr/>
          </p:nvSpPr>
          <p:spPr>
            <a:xfrm>
              <a:off x="2026625" y="1700825"/>
              <a:ext cx="3550875" cy="1950600"/>
            </a:xfrm>
            <a:custGeom>
              <a:avLst/>
              <a:gdLst/>
              <a:ahLst/>
              <a:cxnLst/>
              <a:rect l="l" t="t" r="r" b="b"/>
              <a:pathLst>
                <a:path w="142035" h="78024" extrusionOk="0">
                  <a:moveTo>
                    <a:pt x="0" y="1"/>
                  </a:moveTo>
                  <a:lnTo>
                    <a:pt x="0" y="69350"/>
                  </a:lnTo>
                  <a:cubicBezTo>
                    <a:pt x="0" y="74120"/>
                    <a:pt x="3903" y="78023"/>
                    <a:pt x="8673" y="78023"/>
                  </a:cubicBezTo>
                  <a:lnTo>
                    <a:pt x="133362" y="78023"/>
                  </a:lnTo>
                  <a:cubicBezTo>
                    <a:pt x="138132" y="78023"/>
                    <a:pt x="142035" y="74120"/>
                    <a:pt x="142035" y="69350"/>
                  </a:cubicBezTo>
                  <a:lnTo>
                    <a:pt x="14203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1"/>
            <p:cNvSpPr/>
            <p:nvPr/>
          </p:nvSpPr>
          <p:spPr>
            <a:xfrm>
              <a:off x="2025775" y="1700825"/>
              <a:ext cx="3552575" cy="1950600"/>
            </a:xfrm>
            <a:custGeom>
              <a:avLst/>
              <a:gdLst/>
              <a:ahLst/>
              <a:cxnLst/>
              <a:rect l="l" t="t" r="r" b="b"/>
              <a:pathLst>
                <a:path w="142103" h="78024" extrusionOk="0">
                  <a:moveTo>
                    <a:pt x="34" y="1"/>
                  </a:moveTo>
                  <a:lnTo>
                    <a:pt x="34" y="69350"/>
                  </a:lnTo>
                  <a:cubicBezTo>
                    <a:pt x="1" y="74087"/>
                    <a:pt x="3870" y="77990"/>
                    <a:pt x="8607" y="78023"/>
                  </a:cubicBezTo>
                  <a:lnTo>
                    <a:pt x="133496" y="78023"/>
                  </a:lnTo>
                  <a:cubicBezTo>
                    <a:pt x="138266" y="77990"/>
                    <a:pt x="142102" y="74087"/>
                    <a:pt x="142069" y="69350"/>
                  </a:cubicBezTo>
                  <a:lnTo>
                    <a:pt x="1420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1"/>
            <p:cNvSpPr/>
            <p:nvPr/>
          </p:nvSpPr>
          <p:spPr>
            <a:xfrm>
              <a:off x="1914875" y="1398950"/>
              <a:ext cx="3762700" cy="215175"/>
            </a:xfrm>
            <a:custGeom>
              <a:avLst/>
              <a:gdLst/>
              <a:ahLst/>
              <a:cxnLst/>
              <a:rect l="l" t="t" r="r" b="b"/>
              <a:pathLst>
                <a:path w="150508" h="8607" extrusionOk="0">
                  <a:moveTo>
                    <a:pt x="9240" y="0"/>
                  </a:moveTo>
                  <a:cubicBezTo>
                    <a:pt x="4370" y="0"/>
                    <a:pt x="334" y="3770"/>
                    <a:pt x="0" y="8606"/>
                  </a:cubicBezTo>
                  <a:lnTo>
                    <a:pt x="150508" y="8606"/>
                  </a:lnTo>
                  <a:cubicBezTo>
                    <a:pt x="150174" y="3770"/>
                    <a:pt x="146138" y="0"/>
                    <a:pt x="141268" y="0"/>
                  </a:cubicBezTo>
                  <a:close/>
                </a:path>
              </a:pathLst>
            </a:custGeom>
            <a:solidFill>
              <a:srgbClr val="6453C2"/>
            </a:solidFill>
            <a:ln w="11675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2281800" y="1464825"/>
              <a:ext cx="95925" cy="82200"/>
            </a:xfrm>
            <a:custGeom>
              <a:avLst/>
              <a:gdLst/>
              <a:ahLst/>
              <a:cxnLst/>
              <a:rect l="l" t="t" r="r" b="b"/>
              <a:pathLst>
                <a:path w="3837" h="3288" extrusionOk="0">
                  <a:moveTo>
                    <a:pt x="2169" y="0"/>
                  </a:moveTo>
                  <a:cubicBezTo>
                    <a:pt x="734" y="0"/>
                    <a:pt x="1" y="1768"/>
                    <a:pt x="1035" y="2802"/>
                  </a:cubicBezTo>
                  <a:cubicBezTo>
                    <a:pt x="1370" y="3138"/>
                    <a:pt x="1782" y="3287"/>
                    <a:pt x="2186" y="3287"/>
                  </a:cubicBezTo>
                  <a:cubicBezTo>
                    <a:pt x="3029" y="3287"/>
                    <a:pt x="3837" y="2638"/>
                    <a:pt x="3837" y="1668"/>
                  </a:cubicBezTo>
                  <a:cubicBezTo>
                    <a:pt x="3837" y="734"/>
                    <a:pt x="3103" y="0"/>
                    <a:pt x="21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1"/>
            <p:cNvSpPr/>
            <p:nvPr/>
          </p:nvSpPr>
          <p:spPr>
            <a:xfrm>
              <a:off x="2454425" y="1464825"/>
              <a:ext cx="95925" cy="82200"/>
            </a:xfrm>
            <a:custGeom>
              <a:avLst/>
              <a:gdLst/>
              <a:ahLst/>
              <a:cxnLst/>
              <a:rect l="l" t="t" r="r" b="b"/>
              <a:pathLst>
                <a:path w="3837" h="3288" extrusionOk="0">
                  <a:moveTo>
                    <a:pt x="2202" y="0"/>
                  </a:moveTo>
                  <a:cubicBezTo>
                    <a:pt x="734" y="0"/>
                    <a:pt x="0" y="1768"/>
                    <a:pt x="1035" y="2802"/>
                  </a:cubicBezTo>
                  <a:cubicBezTo>
                    <a:pt x="1370" y="3138"/>
                    <a:pt x="1782" y="3287"/>
                    <a:pt x="2186" y="3287"/>
                  </a:cubicBezTo>
                  <a:cubicBezTo>
                    <a:pt x="3029" y="3287"/>
                    <a:pt x="3837" y="2638"/>
                    <a:pt x="3837" y="1668"/>
                  </a:cubicBezTo>
                  <a:cubicBezTo>
                    <a:pt x="3837" y="734"/>
                    <a:pt x="3103" y="0"/>
                    <a:pt x="22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1"/>
            <p:cNvSpPr/>
            <p:nvPr/>
          </p:nvSpPr>
          <p:spPr>
            <a:xfrm>
              <a:off x="2642050" y="1464825"/>
              <a:ext cx="81750" cy="82575"/>
            </a:xfrm>
            <a:custGeom>
              <a:avLst/>
              <a:gdLst/>
              <a:ahLst/>
              <a:cxnLst/>
              <a:rect l="l" t="t" r="r" b="b"/>
              <a:pathLst>
                <a:path w="3270" h="3303" extrusionOk="0">
                  <a:moveTo>
                    <a:pt x="1635" y="0"/>
                  </a:moveTo>
                  <a:cubicBezTo>
                    <a:pt x="735" y="0"/>
                    <a:pt x="1" y="734"/>
                    <a:pt x="1" y="1635"/>
                  </a:cubicBezTo>
                  <a:cubicBezTo>
                    <a:pt x="1" y="2569"/>
                    <a:pt x="735" y="3303"/>
                    <a:pt x="1635" y="3303"/>
                  </a:cubicBezTo>
                  <a:cubicBezTo>
                    <a:pt x="2536" y="3303"/>
                    <a:pt x="3270" y="2569"/>
                    <a:pt x="3270" y="1635"/>
                  </a:cubicBezTo>
                  <a:cubicBezTo>
                    <a:pt x="3270" y="734"/>
                    <a:pt x="2536" y="0"/>
                    <a:pt x="1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1"/>
            <p:cNvSpPr/>
            <p:nvPr/>
          </p:nvSpPr>
          <p:spPr>
            <a:xfrm>
              <a:off x="2027450" y="1700825"/>
              <a:ext cx="3550050" cy="1950600"/>
            </a:xfrm>
            <a:custGeom>
              <a:avLst/>
              <a:gdLst/>
              <a:ahLst/>
              <a:cxnLst/>
              <a:rect l="l" t="t" r="r" b="b"/>
              <a:pathLst>
                <a:path w="142002" h="78024" fill="none" extrusionOk="0">
                  <a:moveTo>
                    <a:pt x="142002" y="1"/>
                  </a:moveTo>
                  <a:lnTo>
                    <a:pt x="142002" y="69350"/>
                  </a:lnTo>
                  <a:cubicBezTo>
                    <a:pt x="142002" y="74120"/>
                    <a:pt x="138099" y="78023"/>
                    <a:pt x="133329" y="78023"/>
                  </a:cubicBezTo>
                  <a:lnTo>
                    <a:pt x="8640" y="78023"/>
                  </a:lnTo>
                  <a:cubicBezTo>
                    <a:pt x="4504" y="78023"/>
                    <a:pt x="935" y="75088"/>
                    <a:pt x="134" y="71018"/>
                  </a:cubicBezTo>
                  <a:lnTo>
                    <a:pt x="134" y="70985"/>
                  </a:lnTo>
                  <a:cubicBezTo>
                    <a:pt x="34" y="70451"/>
                    <a:pt x="1" y="69884"/>
                    <a:pt x="1" y="69317"/>
                  </a:cubicBezTo>
                  <a:lnTo>
                    <a:pt x="1" y="1"/>
                  </a:lnTo>
                  <a:close/>
                </a:path>
              </a:pathLst>
            </a:custGeom>
            <a:noFill/>
            <a:ln w="11675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1"/>
            <p:cNvSpPr/>
            <p:nvPr/>
          </p:nvSpPr>
          <p:spPr>
            <a:xfrm>
              <a:off x="5163025" y="1861775"/>
              <a:ext cx="414475" cy="602950"/>
            </a:xfrm>
            <a:custGeom>
              <a:avLst/>
              <a:gdLst/>
              <a:ahLst/>
              <a:cxnLst/>
              <a:rect l="l" t="t" r="r" b="b"/>
              <a:pathLst>
                <a:path w="16579" h="24118" extrusionOk="0">
                  <a:moveTo>
                    <a:pt x="12081" y="7805"/>
                  </a:moveTo>
                  <a:cubicBezTo>
                    <a:pt x="14277" y="7805"/>
                    <a:pt x="16379" y="9507"/>
                    <a:pt x="16379" y="12076"/>
                  </a:cubicBezTo>
                  <a:cubicBezTo>
                    <a:pt x="16379" y="14444"/>
                    <a:pt x="14444" y="16379"/>
                    <a:pt x="12076" y="16379"/>
                  </a:cubicBezTo>
                  <a:cubicBezTo>
                    <a:pt x="8273" y="16346"/>
                    <a:pt x="6372" y="11742"/>
                    <a:pt x="9074" y="9074"/>
                  </a:cubicBezTo>
                  <a:cubicBezTo>
                    <a:pt x="9950" y="8197"/>
                    <a:pt x="11026" y="7805"/>
                    <a:pt x="12081" y="7805"/>
                  </a:cubicBezTo>
                  <a:close/>
                  <a:moveTo>
                    <a:pt x="10441" y="0"/>
                  </a:moveTo>
                  <a:lnTo>
                    <a:pt x="9641" y="3470"/>
                  </a:lnTo>
                  <a:cubicBezTo>
                    <a:pt x="8974" y="3670"/>
                    <a:pt x="8340" y="3937"/>
                    <a:pt x="7706" y="4270"/>
                  </a:cubicBezTo>
                  <a:lnTo>
                    <a:pt x="4737" y="2369"/>
                  </a:lnTo>
                  <a:lnTo>
                    <a:pt x="2402" y="4704"/>
                  </a:lnTo>
                  <a:lnTo>
                    <a:pt x="4270" y="7673"/>
                  </a:lnTo>
                  <a:cubicBezTo>
                    <a:pt x="3937" y="8273"/>
                    <a:pt x="3670" y="8940"/>
                    <a:pt x="3470" y="9607"/>
                  </a:cubicBezTo>
                  <a:lnTo>
                    <a:pt x="0" y="10375"/>
                  </a:lnTo>
                  <a:lnTo>
                    <a:pt x="0" y="13677"/>
                  </a:lnTo>
                  <a:lnTo>
                    <a:pt x="3470" y="14478"/>
                  </a:lnTo>
                  <a:cubicBezTo>
                    <a:pt x="3670" y="15145"/>
                    <a:pt x="3937" y="15812"/>
                    <a:pt x="4270" y="16412"/>
                  </a:cubicBezTo>
                  <a:lnTo>
                    <a:pt x="2369" y="19414"/>
                  </a:lnTo>
                  <a:lnTo>
                    <a:pt x="4704" y="21749"/>
                  </a:lnTo>
                  <a:lnTo>
                    <a:pt x="7706" y="19848"/>
                  </a:lnTo>
                  <a:cubicBezTo>
                    <a:pt x="8306" y="20182"/>
                    <a:pt x="8974" y="20482"/>
                    <a:pt x="9641" y="20649"/>
                  </a:cubicBezTo>
                  <a:lnTo>
                    <a:pt x="10408" y="24118"/>
                  </a:lnTo>
                  <a:lnTo>
                    <a:pt x="13710" y="24118"/>
                  </a:lnTo>
                  <a:lnTo>
                    <a:pt x="14477" y="20649"/>
                  </a:lnTo>
                  <a:cubicBezTo>
                    <a:pt x="15145" y="20448"/>
                    <a:pt x="15812" y="20182"/>
                    <a:pt x="16412" y="19848"/>
                  </a:cubicBezTo>
                  <a:lnTo>
                    <a:pt x="16579" y="19948"/>
                  </a:lnTo>
                  <a:lnTo>
                    <a:pt x="16579" y="4204"/>
                  </a:lnTo>
                  <a:lnTo>
                    <a:pt x="16446" y="4270"/>
                  </a:lnTo>
                  <a:cubicBezTo>
                    <a:pt x="15845" y="3937"/>
                    <a:pt x="15178" y="3670"/>
                    <a:pt x="14511" y="3470"/>
                  </a:cubicBezTo>
                  <a:lnTo>
                    <a:pt x="1374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2809675" y="1700825"/>
              <a:ext cx="1272600" cy="900675"/>
            </a:xfrm>
            <a:custGeom>
              <a:avLst/>
              <a:gdLst/>
              <a:ahLst/>
              <a:cxnLst/>
              <a:rect l="l" t="t" r="r" b="b"/>
              <a:pathLst>
                <a:path w="50904" h="36027" extrusionOk="0">
                  <a:moveTo>
                    <a:pt x="25412" y="1546"/>
                  </a:moveTo>
                  <a:cubicBezTo>
                    <a:pt x="30051" y="1546"/>
                    <a:pt x="34492" y="5137"/>
                    <a:pt x="34492" y="10575"/>
                  </a:cubicBezTo>
                  <a:cubicBezTo>
                    <a:pt x="34492" y="15545"/>
                    <a:pt x="30456" y="19581"/>
                    <a:pt x="25485" y="19581"/>
                  </a:cubicBezTo>
                  <a:cubicBezTo>
                    <a:pt x="17446" y="19581"/>
                    <a:pt x="13410" y="9874"/>
                    <a:pt x="19081" y="4204"/>
                  </a:cubicBezTo>
                  <a:cubicBezTo>
                    <a:pt x="20927" y="2368"/>
                    <a:pt x="23192" y="1546"/>
                    <a:pt x="25412" y="1546"/>
                  </a:cubicBezTo>
                  <a:close/>
                  <a:moveTo>
                    <a:pt x="8140" y="1"/>
                  </a:moveTo>
                  <a:lnTo>
                    <a:pt x="9007" y="1335"/>
                  </a:lnTo>
                  <a:cubicBezTo>
                    <a:pt x="8273" y="2636"/>
                    <a:pt x="7706" y="4003"/>
                    <a:pt x="7339" y="5404"/>
                  </a:cubicBezTo>
                  <a:lnTo>
                    <a:pt x="1" y="7039"/>
                  </a:lnTo>
                  <a:lnTo>
                    <a:pt x="1" y="14044"/>
                  </a:lnTo>
                  <a:lnTo>
                    <a:pt x="7339" y="15678"/>
                  </a:lnTo>
                  <a:cubicBezTo>
                    <a:pt x="7706" y="17113"/>
                    <a:pt x="8273" y="18480"/>
                    <a:pt x="9007" y="19781"/>
                  </a:cubicBezTo>
                  <a:lnTo>
                    <a:pt x="4971" y="26119"/>
                  </a:lnTo>
                  <a:lnTo>
                    <a:pt x="9908" y="31056"/>
                  </a:lnTo>
                  <a:lnTo>
                    <a:pt x="16246" y="27020"/>
                  </a:lnTo>
                  <a:cubicBezTo>
                    <a:pt x="17513" y="27754"/>
                    <a:pt x="18881" y="28321"/>
                    <a:pt x="20315" y="28721"/>
                  </a:cubicBezTo>
                  <a:lnTo>
                    <a:pt x="21950" y="36026"/>
                  </a:lnTo>
                  <a:lnTo>
                    <a:pt x="28921" y="36026"/>
                  </a:lnTo>
                  <a:lnTo>
                    <a:pt x="30556" y="28688"/>
                  </a:lnTo>
                  <a:cubicBezTo>
                    <a:pt x="31957" y="28287"/>
                    <a:pt x="33324" y="27720"/>
                    <a:pt x="34625" y="27020"/>
                  </a:cubicBezTo>
                  <a:lnTo>
                    <a:pt x="40963" y="31056"/>
                  </a:lnTo>
                  <a:lnTo>
                    <a:pt x="45900" y="26119"/>
                  </a:lnTo>
                  <a:lnTo>
                    <a:pt x="41897" y="19781"/>
                  </a:lnTo>
                  <a:cubicBezTo>
                    <a:pt x="42598" y="18480"/>
                    <a:pt x="43165" y="17113"/>
                    <a:pt x="43565" y="15712"/>
                  </a:cubicBezTo>
                  <a:lnTo>
                    <a:pt x="50904" y="14077"/>
                  </a:lnTo>
                  <a:lnTo>
                    <a:pt x="50904" y="7072"/>
                  </a:lnTo>
                  <a:lnTo>
                    <a:pt x="43565" y="5471"/>
                  </a:lnTo>
                  <a:cubicBezTo>
                    <a:pt x="43165" y="4037"/>
                    <a:pt x="42598" y="2669"/>
                    <a:pt x="41897" y="1368"/>
                  </a:cubicBezTo>
                  <a:lnTo>
                    <a:pt x="4279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2026625" y="2646500"/>
              <a:ext cx="905675" cy="1017425"/>
            </a:xfrm>
            <a:custGeom>
              <a:avLst/>
              <a:gdLst/>
              <a:ahLst/>
              <a:cxnLst/>
              <a:rect l="l" t="t" r="r" b="b"/>
              <a:pathLst>
                <a:path w="36227" h="40697" extrusionOk="0">
                  <a:moveTo>
                    <a:pt x="14144" y="1"/>
                  </a:moveTo>
                  <a:lnTo>
                    <a:pt x="12543" y="5738"/>
                  </a:lnTo>
                  <a:cubicBezTo>
                    <a:pt x="11408" y="6005"/>
                    <a:pt x="10308" y="6405"/>
                    <a:pt x="9274" y="6906"/>
                  </a:cubicBezTo>
                  <a:lnTo>
                    <a:pt x="4403" y="3436"/>
                  </a:lnTo>
                  <a:lnTo>
                    <a:pt x="267" y="7172"/>
                  </a:lnTo>
                  <a:lnTo>
                    <a:pt x="3203" y="12376"/>
                  </a:lnTo>
                  <a:cubicBezTo>
                    <a:pt x="2569" y="13344"/>
                    <a:pt x="2068" y="14411"/>
                    <a:pt x="1701" y="15512"/>
                  </a:cubicBezTo>
                  <a:lnTo>
                    <a:pt x="34" y="15812"/>
                  </a:lnTo>
                  <a:lnTo>
                    <a:pt x="34" y="23317"/>
                  </a:lnTo>
                  <a:lnTo>
                    <a:pt x="1234" y="23651"/>
                  </a:lnTo>
                  <a:cubicBezTo>
                    <a:pt x="1501" y="24785"/>
                    <a:pt x="1868" y="25886"/>
                    <a:pt x="2402" y="26953"/>
                  </a:cubicBezTo>
                  <a:lnTo>
                    <a:pt x="0" y="30289"/>
                  </a:lnTo>
                  <a:lnTo>
                    <a:pt x="167" y="33158"/>
                  </a:lnTo>
                  <a:lnTo>
                    <a:pt x="167" y="33191"/>
                  </a:lnTo>
                  <a:lnTo>
                    <a:pt x="2635" y="35926"/>
                  </a:lnTo>
                  <a:lnTo>
                    <a:pt x="7839" y="32991"/>
                  </a:lnTo>
                  <a:cubicBezTo>
                    <a:pt x="8840" y="33625"/>
                    <a:pt x="9907" y="34158"/>
                    <a:pt x="11008" y="34525"/>
                  </a:cubicBezTo>
                  <a:lnTo>
                    <a:pt x="12009" y="40163"/>
                  </a:lnTo>
                  <a:lnTo>
                    <a:pt x="12042" y="40430"/>
                  </a:lnTo>
                  <a:lnTo>
                    <a:pt x="17579" y="40696"/>
                  </a:lnTo>
                  <a:lnTo>
                    <a:pt x="17713" y="40163"/>
                  </a:lnTo>
                  <a:lnTo>
                    <a:pt x="19181" y="34959"/>
                  </a:lnTo>
                  <a:cubicBezTo>
                    <a:pt x="20315" y="34692"/>
                    <a:pt x="21449" y="34292"/>
                    <a:pt x="22483" y="33791"/>
                  </a:cubicBezTo>
                  <a:lnTo>
                    <a:pt x="27353" y="37261"/>
                  </a:lnTo>
                  <a:lnTo>
                    <a:pt x="31489" y="33525"/>
                  </a:lnTo>
                  <a:lnTo>
                    <a:pt x="28554" y="28321"/>
                  </a:lnTo>
                  <a:cubicBezTo>
                    <a:pt x="29188" y="27354"/>
                    <a:pt x="29688" y="26286"/>
                    <a:pt x="30055" y="25185"/>
                  </a:cubicBezTo>
                  <a:lnTo>
                    <a:pt x="35926" y="24185"/>
                  </a:lnTo>
                  <a:lnTo>
                    <a:pt x="36226" y="18614"/>
                  </a:lnTo>
                  <a:lnTo>
                    <a:pt x="30489" y="17013"/>
                  </a:lnTo>
                  <a:cubicBezTo>
                    <a:pt x="30222" y="15879"/>
                    <a:pt x="29822" y="14778"/>
                    <a:pt x="29288" y="13710"/>
                  </a:cubicBezTo>
                  <a:lnTo>
                    <a:pt x="32757" y="8840"/>
                  </a:lnTo>
                  <a:lnTo>
                    <a:pt x="29054" y="4737"/>
                  </a:lnTo>
                  <a:lnTo>
                    <a:pt x="23851" y="7639"/>
                  </a:lnTo>
                  <a:cubicBezTo>
                    <a:pt x="22850" y="7006"/>
                    <a:pt x="21782" y="6505"/>
                    <a:pt x="20682" y="6138"/>
                  </a:cubicBezTo>
                  <a:lnTo>
                    <a:pt x="19681" y="234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1"/>
            <p:cNvSpPr/>
            <p:nvPr/>
          </p:nvSpPr>
          <p:spPr>
            <a:xfrm>
              <a:off x="3376750" y="2593975"/>
              <a:ext cx="763075" cy="763050"/>
            </a:xfrm>
            <a:custGeom>
              <a:avLst/>
              <a:gdLst/>
              <a:ahLst/>
              <a:cxnLst/>
              <a:rect l="l" t="t" r="r" b="b"/>
              <a:pathLst>
                <a:path w="30523" h="30522" extrusionOk="0">
                  <a:moveTo>
                    <a:pt x="15185" y="9818"/>
                  </a:moveTo>
                  <a:cubicBezTo>
                    <a:pt x="17479" y="9818"/>
                    <a:pt x="19758" y="11230"/>
                    <a:pt x="20448" y="13843"/>
                  </a:cubicBezTo>
                  <a:cubicBezTo>
                    <a:pt x="21249" y="16712"/>
                    <a:pt x="19548" y="19681"/>
                    <a:pt x="16679" y="20448"/>
                  </a:cubicBezTo>
                  <a:cubicBezTo>
                    <a:pt x="16165" y="20591"/>
                    <a:pt x="15661" y="20658"/>
                    <a:pt x="15173" y="20658"/>
                  </a:cubicBezTo>
                  <a:cubicBezTo>
                    <a:pt x="11227" y="20658"/>
                    <a:pt x="8370" y="16283"/>
                    <a:pt x="10508" y="12542"/>
                  </a:cubicBezTo>
                  <a:cubicBezTo>
                    <a:pt x="11566" y="10692"/>
                    <a:pt x="13380" y="9818"/>
                    <a:pt x="15185" y="9818"/>
                  </a:cubicBezTo>
                  <a:close/>
                  <a:moveTo>
                    <a:pt x="13277" y="0"/>
                  </a:moveTo>
                  <a:lnTo>
                    <a:pt x="9240" y="1101"/>
                  </a:lnTo>
                  <a:lnTo>
                    <a:pt x="9474" y="5604"/>
                  </a:lnTo>
                  <a:cubicBezTo>
                    <a:pt x="8707" y="6038"/>
                    <a:pt x="8006" y="6605"/>
                    <a:pt x="7372" y="7205"/>
                  </a:cubicBezTo>
                  <a:lnTo>
                    <a:pt x="3069" y="5871"/>
                  </a:lnTo>
                  <a:lnTo>
                    <a:pt x="1001" y="9507"/>
                  </a:lnTo>
                  <a:lnTo>
                    <a:pt x="4337" y="12542"/>
                  </a:lnTo>
                  <a:cubicBezTo>
                    <a:pt x="4103" y="13376"/>
                    <a:pt x="4003" y="14277"/>
                    <a:pt x="4003" y="15144"/>
                  </a:cubicBezTo>
                  <a:lnTo>
                    <a:pt x="0" y="17212"/>
                  </a:lnTo>
                  <a:lnTo>
                    <a:pt x="1101" y="21249"/>
                  </a:lnTo>
                  <a:lnTo>
                    <a:pt x="5604" y="21049"/>
                  </a:lnTo>
                  <a:cubicBezTo>
                    <a:pt x="6038" y="21816"/>
                    <a:pt x="6605" y="22516"/>
                    <a:pt x="7206" y="23150"/>
                  </a:cubicBezTo>
                  <a:lnTo>
                    <a:pt x="5871" y="27420"/>
                  </a:lnTo>
                  <a:lnTo>
                    <a:pt x="9507" y="29488"/>
                  </a:lnTo>
                  <a:lnTo>
                    <a:pt x="12509" y="26219"/>
                  </a:lnTo>
                  <a:cubicBezTo>
                    <a:pt x="13377" y="26419"/>
                    <a:pt x="14244" y="26552"/>
                    <a:pt x="15145" y="26552"/>
                  </a:cubicBezTo>
                  <a:lnTo>
                    <a:pt x="17246" y="30522"/>
                  </a:lnTo>
                  <a:lnTo>
                    <a:pt x="21282" y="29421"/>
                  </a:lnTo>
                  <a:lnTo>
                    <a:pt x="21082" y="25585"/>
                  </a:lnTo>
                  <a:lnTo>
                    <a:pt x="21049" y="24918"/>
                  </a:lnTo>
                  <a:cubicBezTo>
                    <a:pt x="21816" y="24484"/>
                    <a:pt x="22517" y="23951"/>
                    <a:pt x="23184" y="23317"/>
                  </a:cubicBezTo>
                  <a:lnTo>
                    <a:pt x="27453" y="24651"/>
                  </a:lnTo>
                  <a:lnTo>
                    <a:pt x="29255" y="21549"/>
                  </a:lnTo>
                  <a:lnTo>
                    <a:pt x="29555" y="21015"/>
                  </a:lnTo>
                  <a:lnTo>
                    <a:pt x="26219" y="18013"/>
                  </a:lnTo>
                  <a:cubicBezTo>
                    <a:pt x="26419" y="17146"/>
                    <a:pt x="26519" y="16278"/>
                    <a:pt x="26553" y="15378"/>
                  </a:cubicBezTo>
                  <a:lnTo>
                    <a:pt x="30522" y="13310"/>
                  </a:lnTo>
                  <a:lnTo>
                    <a:pt x="29421" y="9273"/>
                  </a:lnTo>
                  <a:lnTo>
                    <a:pt x="24918" y="9474"/>
                  </a:lnTo>
                  <a:cubicBezTo>
                    <a:pt x="24485" y="8706"/>
                    <a:pt x="23918" y="8006"/>
                    <a:pt x="23317" y="7372"/>
                  </a:cubicBezTo>
                  <a:lnTo>
                    <a:pt x="24651" y="3069"/>
                  </a:lnTo>
                  <a:lnTo>
                    <a:pt x="21015" y="1001"/>
                  </a:lnTo>
                  <a:lnTo>
                    <a:pt x="17980" y="4303"/>
                  </a:lnTo>
                  <a:cubicBezTo>
                    <a:pt x="17113" y="4103"/>
                    <a:pt x="16245" y="4003"/>
                    <a:pt x="15378" y="3970"/>
                  </a:cubicBezTo>
                  <a:lnTo>
                    <a:pt x="1327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1"/>
            <p:cNvSpPr/>
            <p:nvPr/>
          </p:nvSpPr>
          <p:spPr>
            <a:xfrm>
              <a:off x="4174825" y="2551425"/>
              <a:ext cx="1034100" cy="1033275"/>
            </a:xfrm>
            <a:custGeom>
              <a:avLst/>
              <a:gdLst/>
              <a:ahLst/>
              <a:cxnLst/>
              <a:rect l="l" t="t" r="r" b="b"/>
              <a:pathLst>
                <a:path w="41364" h="41331" extrusionOk="0">
                  <a:moveTo>
                    <a:pt x="20699" y="13402"/>
                  </a:moveTo>
                  <a:cubicBezTo>
                    <a:pt x="22868" y="13402"/>
                    <a:pt x="25060" y="14360"/>
                    <a:pt x="26553" y="16446"/>
                  </a:cubicBezTo>
                  <a:cubicBezTo>
                    <a:pt x="28888" y="19682"/>
                    <a:pt x="28154" y="24218"/>
                    <a:pt x="24885" y="26553"/>
                  </a:cubicBezTo>
                  <a:cubicBezTo>
                    <a:pt x="23553" y="27512"/>
                    <a:pt x="22095" y="27939"/>
                    <a:pt x="20677" y="27939"/>
                  </a:cubicBezTo>
                  <a:cubicBezTo>
                    <a:pt x="16519" y="27939"/>
                    <a:pt x="12714" y="24258"/>
                    <a:pt x="13510" y="19482"/>
                  </a:cubicBezTo>
                  <a:cubicBezTo>
                    <a:pt x="14135" y="15632"/>
                    <a:pt x="17389" y="13402"/>
                    <a:pt x="20699" y="13402"/>
                  </a:cubicBezTo>
                  <a:close/>
                  <a:moveTo>
                    <a:pt x="21282" y="1"/>
                  </a:moveTo>
                  <a:lnTo>
                    <a:pt x="18980" y="5605"/>
                  </a:lnTo>
                  <a:cubicBezTo>
                    <a:pt x="17813" y="5738"/>
                    <a:pt x="16645" y="6005"/>
                    <a:pt x="15545" y="6405"/>
                  </a:cubicBezTo>
                  <a:lnTo>
                    <a:pt x="11041" y="2369"/>
                  </a:lnTo>
                  <a:lnTo>
                    <a:pt x="6472" y="5638"/>
                  </a:lnTo>
                  <a:lnTo>
                    <a:pt x="8840" y="11209"/>
                  </a:lnTo>
                  <a:cubicBezTo>
                    <a:pt x="8173" y="12010"/>
                    <a:pt x="7606" y="12877"/>
                    <a:pt x="7139" y="13811"/>
                  </a:cubicBezTo>
                  <a:cubicBezTo>
                    <a:pt x="7072" y="13944"/>
                    <a:pt x="7005" y="14078"/>
                    <a:pt x="6972" y="14211"/>
                  </a:cubicBezTo>
                  <a:lnTo>
                    <a:pt x="934" y="14545"/>
                  </a:lnTo>
                  <a:lnTo>
                    <a:pt x="0" y="20082"/>
                  </a:lnTo>
                  <a:lnTo>
                    <a:pt x="901" y="20449"/>
                  </a:lnTo>
                  <a:lnTo>
                    <a:pt x="5604" y="22350"/>
                  </a:lnTo>
                  <a:cubicBezTo>
                    <a:pt x="5738" y="23518"/>
                    <a:pt x="6005" y="24685"/>
                    <a:pt x="6405" y="25786"/>
                  </a:cubicBezTo>
                  <a:lnTo>
                    <a:pt x="2369" y="30323"/>
                  </a:lnTo>
                  <a:lnTo>
                    <a:pt x="5638" y="34893"/>
                  </a:lnTo>
                  <a:lnTo>
                    <a:pt x="11208" y="32524"/>
                  </a:lnTo>
                  <a:cubicBezTo>
                    <a:pt x="12142" y="33291"/>
                    <a:pt x="13143" y="33925"/>
                    <a:pt x="14210" y="34426"/>
                  </a:cubicBezTo>
                  <a:lnTo>
                    <a:pt x="14544" y="40430"/>
                  </a:lnTo>
                  <a:lnTo>
                    <a:pt x="20081" y="41330"/>
                  </a:lnTo>
                  <a:lnTo>
                    <a:pt x="22350" y="35793"/>
                  </a:lnTo>
                  <a:cubicBezTo>
                    <a:pt x="23517" y="35660"/>
                    <a:pt x="24685" y="35393"/>
                    <a:pt x="25785" y="34993"/>
                  </a:cubicBezTo>
                  <a:lnTo>
                    <a:pt x="30289" y="39029"/>
                  </a:lnTo>
                  <a:lnTo>
                    <a:pt x="34892" y="35760"/>
                  </a:lnTo>
                  <a:lnTo>
                    <a:pt x="32523" y="30189"/>
                  </a:lnTo>
                  <a:cubicBezTo>
                    <a:pt x="33257" y="29255"/>
                    <a:pt x="33891" y="28254"/>
                    <a:pt x="34425" y="27154"/>
                  </a:cubicBezTo>
                  <a:lnTo>
                    <a:pt x="40462" y="26820"/>
                  </a:lnTo>
                  <a:lnTo>
                    <a:pt x="41363" y="21283"/>
                  </a:lnTo>
                  <a:lnTo>
                    <a:pt x="35759" y="19015"/>
                  </a:lnTo>
                  <a:cubicBezTo>
                    <a:pt x="35626" y="17847"/>
                    <a:pt x="35359" y="16680"/>
                    <a:pt x="34959" y="15545"/>
                  </a:cubicBezTo>
                  <a:lnTo>
                    <a:pt x="38995" y="11042"/>
                  </a:lnTo>
                  <a:lnTo>
                    <a:pt x="35726" y="6472"/>
                  </a:lnTo>
                  <a:lnTo>
                    <a:pt x="30155" y="8841"/>
                  </a:lnTo>
                  <a:cubicBezTo>
                    <a:pt x="29221" y="8107"/>
                    <a:pt x="28220" y="7473"/>
                    <a:pt x="27153" y="6973"/>
                  </a:cubicBezTo>
                  <a:lnTo>
                    <a:pt x="26819" y="935"/>
                  </a:lnTo>
                  <a:lnTo>
                    <a:pt x="2128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1"/>
            <p:cNvSpPr/>
            <p:nvPr/>
          </p:nvSpPr>
          <p:spPr>
            <a:xfrm>
              <a:off x="2080000" y="2195350"/>
              <a:ext cx="1363500" cy="1782975"/>
            </a:xfrm>
            <a:custGeom>
              <a:avLst/>
              <a:gdLst/>
              <a:ahLst/>
              <a:cxnLst/>
              <a:rect l="l" t="t" r="r" b="b"/>
              <a:pathLst>
                <a:path w="54540" h="71319" extrusionOk="0">
                  <a:moveTo>
                    <a:pt x="5471" y="0"/>
                  </a:moveTo>
                  <a:cubicBezTo>
                    <a:pt x="2435" y="0"/>
                    <a:pt x="0" y="2435"/>
                    <a:pt x="0" y="5471"/>
                  </a:cubicBezTo>
                  <a:lnTo>
                    <a:pt x="0" y="65848"/>
                  </a:lnTo>
                  <a:cubicBezTo>
                    <a:pt x="0" y="68883"/>
                    <a:pt x="2435" y="71318"/>
                    <a:pt x="5471" y="71318"/>
                  </a:cubicBezTo>
                  <a:lnTo>
                    <a:pt x="49102" y="71318"/>
                  </a:lnTo>
                  <a:cubicBezTo>
                    <a:pt x="52104" y="71318"/>
                    <a:pt x="54539" y="68883"/>
                    <a:pt x="54539" y="65848"/>
                  </a:cubicBezTo>
                  <a:lnTo>
                    <a:pt x="54539" y="5471"/>
                  </a:lnTo>
                  <a:cubicBezTo>
                    <a:pt x="54539" y="2435"/>
                    <a:pt x="52104" y="0"/>
                    <a:pt x="49102" y="0"/>
                  </a:cubicBezTo>
                  <a:close/>
                </a:path>
              </a:pathLst>
            </a:custGeom>
            <a:solidFill>
              <a:srgbClr val="6453C2"/>
            </a:solidFill>
            <a:ln w="11675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/>
            <p:cNvSpPr/>
            <p:nvPr/>
          </p:nvSpPr>
          <p:spPr>
            <a:xfrm>
              <a:off x="2080000" y="2195350"/>
              <a:ext cx="1363500" cy="1782975"/>
            </a:xfrm>
            <a:custGeom>
              <a:avLst/>
              <a:gdLst/>
              <a:ahLst/>
              <a:cxnLst/>
              <a:rect l="l" t="t" r="r" b="b"/>
              <a:pathLst>
                <a:path w="54540" h="71319" extrusionOk="0">
                  <a:moveTo>
                    <a:pt x="5471" y="0"/>
                  </a:moveTo>
                  <a:cubicBezTo>
                    <a:pt x="2435" y="0"/>
                    <a:pt x="0" y="2435"/>
                    <a:pt x="0" y="5471"/>
                  </a:cubicBezTo>
                  <a:lnTo>
                    <a:pt x="0" y="65848"/>
                  </a:lnTo>
                  <a:cubicBezTo>
                    <a:pt x="0" y="68883"/>
                    <a:pt x="2435" y="71318"/>
                    <a:pt x="5471" y="71318"/>
                  </a:cubicBezTo>
                  <a:lnTo>
                    <a:pt x="49102" y="71318"/>
                  </a:lnTo>
                  <a:cubicBezTo>
                    <a:pt x="52104" y="71318"/>
                    <a:pt x="54539" y="68883"/>
                    <a:pt x="54539" y="65848"/>
                  </a:cubicBezTo>
                  <a:lnTo>
                    <a:pt x="54539" y="5471"/>
                  </a:lnTo>
                  <a:cubicBezTo>
                    <a:pt x="54539" y="2435"/>
                    <a:pt x="52104" y="0"/>
                    <a:pt x="491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2207575" y="2330450"/>
              <a:ext cx="1363500" cy="1782125"/>
            </a:xfrm>
            <a:custGeom>
              <a:avLst/>
              <a:gdLst/>
              <a:ahLst/>
              <a:cxnLst/>
              <a:rect l="l" t="t" r="r" b="b"/>
              <a:pathLst>
                <a:path w="54540" h="71285" extrusionOk="0">
                  <a:moveTo>
                    <a:pt x="5438" y="0"/>
                  </a:moveTo>
                  <a:cubicBezTo>
                    <a:pt x="2436" y="0"/>
                    <a:pt x="1" y="2435"/>
                    <a:pt x="1" y="5471"/>
                  </a:cubicBezTo>
                  <a:lnTo>
                    <a:pt x="1" y="65814"/>
                  </a:lnTo>
                  <a:cubicBezTo>
                    <a:pt x="1" y="68850"/>
                    <a:pt x="2436" y="71285"/>
                    <a:pt x="5438" y="71285"/>
                  </a:cubicBezTo>
                  <a:lnTo>
                    <a:pt x="49069" y="71285"/>
                  </a:lnTo>
                  <a:cubicBezTo>
                    <a:pt x="52071" y="71285"/>
                    <a:pt x="54540" y="68850"/>
                    <a:pt x="54540" y="65814"/>
                  </a:cubicBezTo>
                  <a:lnTo>
                    <a:pt x="54540" y="5471"/>
                  </a:lnTo>
                  <a:cubicBezTo>
                    <a:pt x="54540" y="2435"/>
                    <a:pt x="52071" y="0"/>
                    <a:pt x="49069" y="0"/>
                  </a:cubicBezTo>
                  <a:close/>
                </a:path>
              </a:pathLst>
            </a:custGeom>
            <a:solidFill>
              <a:srgbClr val="FFFFFF"/>
            </a:solidFill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2207575" y="2330450"/>
              <a:ext cx="1363500" cy="216850"/>
            </a:xfrm>
            <a:custGeom>
              <a:avLst/>
              <a:gdLst/>
              <a:ahLst/>
              <a:cxnLst/>
              <a:rect l="l" t="t" r="r" b="b"/>
              <a:pathLst>
                <a:path w="54540" h="8674" extrusionOk="0">
                  <a:moveTo>
                    <a:pt x="5438" y="0"/>
                  </a:moveTo>
                  <a:cubicBezTo>
                    <a:pt x="2436" y="0"/>
                    <a:pt x="1" y="2435"/>
                    <a:pt x="1" y="5471"/>
                  </a:cubicBezTo>
                  <a:lnTo>
                    <a:pt x="1" y="8673"/>
                  </a:lnTo>
                  <a:lnTo>
                    <a:pt x="54540" y="8673"/>
                  </a:lnTo>
                  <a:lnTo>
                    <a:pt x="54540" y="5471"/>
                  </a:lnTo>
                  <a:cubicBezTo>
                    <a:pt x="54540" y="2435"/>
                    <a:pt x="52071" y="0"/>
                    <a:pt x="49069" y="0"/>
                  </a:cubicBezTo>
                  <a:close/>
                </a:path>
              </a:pathLst>
            </a:custGeom>
            <a:solidFill>
              <a:srgbClr val="6453C2"/>
            </a:solidFill>
            <a:ln w="11675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1"/>
            <p:cNvSpPr/>
            <p:nvPr/>
          </p:nvSpPr>
          <p:spPr>
            <a:xfrm>
              <a:off x="2335175" y="2641500"/>
              <a:ext cx="336100" cy="55900"/>
            </a:xfrm>
            <a:custGeom>
              <a:avLst/>
              <a:gdLst/>
              <a:ahLst/>
              <a:cxnLst/>
              <a:rect l="l" t="t" r="r" b="b"/>
              <a:pathLst>
                <a:path w="13444" h="2236" extrusionOk="0">
                  <a:moveTo>
                    <a:pt x="0" y="0"/>
                  </a:moveTo>
                  <a:lnTo>
                    <a:pt x="0" y="2235"/>
                  </a:lnTo>
                  <a:lnTo>
                    <a:pt x="13443" y="2235"/>
                  </a:lnTo>
                  <a:lnTo>
                    <a:pt x="13443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1"/>
            <p:cNvSpPr/>
            <p:nvPr/>
          </p:nvSpPr>
          <p:spPr>
            <a:xfrm>
              <a:off x="2335175" y="3146025"/>
              <a:ext cx="336100" cy="55900"/>
            </a:xfrm>
            <a:custGeom>
              <a:avLst/>
              <a:gdLst/>
              <a:ahLst/>
              <a:cxnLst/>
              <a:rect l="l" t="t" r="r" b="b"/>
              <a:pathLst>
                <a:path w="13444" h="2236" extrusionOk="0">
                  <a:moveTo>
                    <a:pt x="0" y="1"/>
                  </a:moveTo>
                  <a:lnTo>
                    <a:pt x="0" y="2236"/>
                  </a:lnTo>
                  <a:lnTo>
                    <a:pt x="13443" y="2236"/>
                  </a:lnTo>
                  <a:lnTo>
                    <a:pt x="1344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1"/>
            <p:cNvSpPr/>
            <p:nvPr/>
          </p:nvSpPr>
          <p:spPr>
            <a:xfrm>
              <a:off x="2335175" y="3603025"/>
              <a:ext cx="336100" cy="55900"/>
            </a:xfrm>
            <a:custGeom>
              <a:avLst/>
              <a:gdLst/>
              <a:ahLst/>
              <a:cxnLst/>
              <a:rect l="l" t="t" r="r" b="b"/>
              <a:pathLst>
                <a:path w="13444" h="2236" extrusionOk="0">
                  <a:moveTo>
                    <a:pt x="0" y="0"/>
                  </a:moveTo>
                  <a:lnTo>
                    <a:pt x="0" y="2235"/>
                  </a:lnTo>
                  <a:lnTo>
                    <a:pt x="13443" y="2235"/>
                  </a:lnTo>
                  <a:lnTo>
                    <a:pt x="13443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1"/>
            <p:cNvSpPr/>
            <p:nvPr/>
          </p:nvSpPr>
          <p:spPr>
            <a:xfrm>
              <a:off x="2335175" y="2780775"/>
              <a:ext cx="953200" cy="40875"/>
            </a:xfrm>
            <a:custGeom>
              <a:avLst/>
              <a:gdLst/>
              <a:ahLst/>
              <a:cxnLst/>
              <a:rect l="l" t="t" r="r" b="b"/>
              <a:pathLst>
                <a:path w="38128" h="1635" extrusionOk="0">
                  <a:moveTo>
                    <a:pt x="0" y="0"/>
                  </a:moveTo>
                  <a:lnTo>
                    <a:pt x="0" y="1635"/>
                  </a:lnTo>
                  <a:lnTo>
                    <a:pt x="38128" y="1635"/>
                  </a:lnTo>
                  <a:lnTo>
                    <a:pt x="3812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2335175" y="2859150"/>
              <a:ext cx="781425" cy="40900"/>
            </a:xfrm>
            <a:custGeom>
              <a:avLst/>
              <a:gdLst/>
              <a:ahLst/>
              <a:cxnLst/>
              <a:rect l="l" t="t" r="r" b="b"/>
              <a:pathLst>
                <a:path w="31257" h="1636" extrusionOk="0">
                  <a:moveTo>
                    <a:pt x="0" y="1"/>
                  </a:moveTo>
                  <a:lnTo>
                    <a:pt x="0" y="1635"/>
                  </a:lnTo>
                  <a:lnTo>
                    <a:pt x="31256" y="1635"/>
                  </a:lnTo>
                  <a:lnTo>
                    <a:pt x="3125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1"/>
            <p:cNvSpPr/>
            <p:nvPr/>
          </p:nvSpPr>
          <p:spPr>
            <a:xfrm>
              <a:off x="2335175" y="2937550"/>
              <a:ext cx="883150" cy="40050"/>
            </a:xfrm>
            <a:custGeom>
              <a:avLst/>
              <a:gdLst/>
              <a:ahLst/>
              <a:cxnLst/>
              <a:rect l="l" t="t" r="r" b="b"/>
              <a:pathLst>
                <a:path w="35326" h="1602" extrusionOk="0">
                  <a:moveTo>
                    <a:pt x="0" y="0"/>
                  </a:moveTo>
                  <a:lnTo>
                    <a:pt x="0" y="1601"/>
                  </a:lnTo>
                  <a:lnTo>
                    <a:pt x="35326" y="1601"/>
                  </a:lnTo>
                  <a:lnTo>
                    <a:pt x="3532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1"/>
            <p:cNvSpPr/>
            <p:nvPr/>
          </p:nvSpPr>
          <p:spPr>
            <a:xfrm>
              <a:off x="2335175" y="3014275"/>
              <a:ext cx="883150" cy="40875"/>
            </a:xfrm>
            <a:custGeom>
              <a:avLst/>
              <a:gdLst/>
              <a:ahLst/>
              <a:cxnLst/>
              <a:rect l="l" t="t" r="r" b="b"/>
              <a:pathLst>
                <a:path w="35326" h="1635" extrusionOk="0">
                  <a:moveTo>
                    <a:pt x="0" y="0"/>
                  </a:moveTo>
                  <a:lnTo>
                    <a:pt x="0" y="1635"/>
                  </a:lnTo>
                  <a:lnTo>
                    <a:pt x="35326" y="1635"/>
                  </a:lnTo>
                  <a:lnTo>
                    <a:pt x="3532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1"/>
            <p:cNvSpPr/>
            <p:nvPr/>
          </p:nvSpPr>
          <p:spPr>
            <a:xfrm>
              <a:off x="2335175" y="3237750"/>
              <a:ext cx="953200" cy="41725"/>
            </a:xfrm>
            <a:custGeom>
              <a:avLst/>
              <a:gdLst/>
              <a:ahLst/>
              <a:cxnLst/>
              <a:rect l="l" t="t" r="r" b="b"/>
              <a:pathLst>
                <a:path w="38128" h="1669" extrusionOk="0">
                  <a:moveTo>
                    <a:pt x="0" y="1"/>
                  </a:moveTo>
                  <a:lnTo>
                    <a:pt x="0" y="1669"/>
                  </a:lnTo>
                  <a:lnTo>
                    <a:pt x="38128" y="1669"/>
                  </a:lnTo>
                  <a:lnTo>
                    <a:pt x="3812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1"/>
            <p:cNvSpPr/>
            <p:nvPr/>
          </p:nvSpPr>
          <p:spPr>
            <a:xfrm>
              <a:off x="2335175" y="3316975"/>
              <a:ext cx="781425" cy="40050"/>
            </a:xfrm>
            <a:custGeom>
              <a:avLst/>
              <a:gdLst/>
              <a:ahLst/>
              <a:cxnLst/>
              <a:rect l="l" t="t" r="r" b="b"/>
              <a:pathLst>
                <a:path w="31257" h="1602" extrusionOk="0">
                  <a:moveTo>
                    <a:pt x="0" y="1"/>
                  </a:moveTo>
                  <a:lnTo>
                    <a:pt x="0" y="1602"/>
                  </a:lnTo>
                  <a:lnTo>
                    <a:pt x="31256" y="1602"/>
                  </a:lnTo>
                  <a:lnTo>
                    <a:pt x="3125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1"/>
            <p:cNvSpPr/>
            <p:nvPr/>
          </p:nvSpPr>
          <p:spPr>
            <a:xfrm>
              <a:off x="2335175" y="3394550"/>
              <a:ext cx="883150" cy="40050"/>
            </a:xfrm>
            <a:custGeom>
              <a:avLst/>
              <a:gdLst/>
              <a:ahLst/>
              <a:cxnLst/>
              <a:rect l="l" t="t" r="r" b="b"/>
              <a:pathLst>
                <a:path w="35326" h="1602" extrusionOk="0">
                  <a:moveTo>
                    <a:pt x="0" y="0"/>
                  </a:moveTo>
                  <a:lnTo>
                    <a:pt x="0" y="1601"/>
                  </a:lnTo>
                  <a:lnTo>
                    <a:pt x="35326" y="1601"/>
                  </a:lnTo>
                  <a:lnTo>
                    <a:pt x="3532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1"/>
            <p:cNvSpPr/>
            <p:nvPr/>
          </p:nvSpPr>
          <p:spPr>
            <a:xfrm>
              <a:off x="2335175" y="3739775"/>
              <a:ext cx="953200" cy="41725"/>
            </a:xfrm>
            <a:custGeom>
              <a:avLst/>
              <a:gdLst/>
              <a:ahLst/>
              <a:cxnLst/>
              <a:rect l="l" t="t" r="r" b="b"/>
              <a:pathLst>
                <a:path w="38128" h="1669" extrusionOk="0">
                  <a:moveTo>
                    <a:pt x="0" y="1"/>
                  </a:moveTo>
                  <a:lnTo>
                    <a:pt x="0" y="1669"/>
                  </a:lnTo>
                  <a:lnTo>
                    <a:pt x="38128" y="1669"/>
                  </a:lnTo>
                  <a:lnTo>
                    <a:pt x="3812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1"/>
            <p:cNvSpPr/>
            <p:nvPr/>
          </p:nvSpPr>
          <p:spPr>
            <a:xfrm>
              <a:off x="2335175" y="3819000"/>
              <a:ext cx="781425" cy="40900"/>
            </a:xfrm>
            <a:custGeom>
              <a:avLst/>
              <a:gdLst/>
              <a:ahLst/>
              <a:cxnLst/>
              <a:rect l="l" t="t" r="r" b="b"/>
              <a:pathLst>
                <a:path w="31257" h="1636" extrusionOk="0">
                  <a:moveTo>
                    <a:pt x="0" y="1"/>
                  </a:moveTo>
                  <a:lnTo>
                    <a:pt x="0" y="1635"/>
                  </a:lnTo>
                  <a:lnTo>
                    <a:pt x="31256" y="1635"/>
                  </a:lnTo>
                  <a:lnTo>
                    <a:pt x="3125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1"/>
            <p:cNvSpPr/>
            <p:nvPr/>
          </p:nvSpPr>
          <p:spPr>
            <a:xfrm>
              <a:off x="2335175" y="3896575"/>
              <a:ext cx="883150" cy="40875"/>
            </a:xfrm>
            <a:custGeom>
              <a:avLst/>
              <a:gdLst/>
              <a:ahLst/>
              <a:cxnLst/>
              <a:rect l="l" t="t" r="r" b="b"/>
              <a:pathLst>
                <a:path w="35326" h="1635" extrusionOk="0">
                  <a:moveTo>
                    <a:pt x="0" y="0"/>
                  </a:moveTo>
                  <a:lnTo>
                    <a:pt x="0" y="1635"/>
                  </a:lnTo>
                  <a:lnTo>
                    <a:pt x="35326" y="1635"/>
                  </a:lnTo>
                  <a:lnTo>
                    <a:pt x="3532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1"/>
            <p:cNvSpPr/>
            <p:nvPr/>
          </p:nvSpPr>
          <p:spPr>
            <a:xfrm>
              <a:off x="3375925" y="1120400"/>
              <a:ext cx="1731250" cy="936550"/>
            </a:xfrm>
            <a:custGeom>
              <a:avLst/>
              <a:gdLst/>
              <a:ahLst/>
              <a:cxnLst/>
              <a:rect l="l" t="t" r="r" b="b"/>
              <a:pathLst>
                <a:path w="69250" h="37462" extrusionOk="0">
                  <a:moveTo>
                    <a:pt x="6538" y="1"/>
                  </a:moveTo>
                  <a:cubicBezTo>
                    <a:pt x="2936" y="1"/>
                    <a:pt x="0" y="2936"/>
                    <a:pt x="0" y="6539"/>
                  </a:cubicBezTo>
                  <a:lnTo>
                    <a:pt x="0" y="30923"/>
                  </a:lnTo>
                  <a:cubicBezTo>
                    <a:pt x="0" y="34526"/>
                    <a:pt x="2936" y="37461"/>
                    <a:pt x="6538" y="37461"/>
                  </a:cubicBezTo>
                  <a:lnTo>
                    <a:pt x="62745" y="37461"/>
                  </a:lnTo>
                  <a:cubicBezTo>
                    <a:pt x="66347" y="37461"/>
                    <a:pt x="69250" y="34526"/>
                    <a:pt x="69250" y="30923"/>
                  </a:cubicBezTo>
                  <a:lnTo>
                    <a:pt x="69250" y="6539"/>
                  </a:lnTo>
                  <a:cubicBezTo>
                    <a:pt x="69250" y="2936"/>
                    <a:pt x="66347" y="1"/>
                    <a:pt x="62745" y="1"/>
                  </a:cubicBezTo>
                  <a:close/>
                </a:path>
              </a:pathLst>
            </a:custGeom>
            <a:solidFill>
              <a:srgbClr val="FFFFFF"/>
            </a:solidFill>
            <a:ln w="11675" cap="flat" cmpd="sng">
              <a:solidFill>
                <a:srgbClr val="22222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1"/>
            <p:cNvSpPr/>
            <p:nvPr/>
          </p:nvSpPr>
          <p:spPr>
            <a:xfrm>
              <a:off x="3375925" y="1120400"/>
              <a:ext cx="1731250" cy="176825"/>
            </a:xfrm>
            <a:custGeom>
              <a:avLst/>
              <a:gdLst/>
              <a:ahLst/>
              <a:cxnLst/>
              <a:rect l="l" t="t" r="r" b="b"/>
              <a:pathLst>
                <a:path w="69250" h="7073" extrusionOk="0">
                  <a:moveTo>
                    <a:pt x="6538" y="1"/>
                  </a:moveTo>
                  <a:cubicBezTo>
                    <a:pt x="2936" y="1"/>
                    <a:pt x="0" y="2936"/>
                    <a:pt x="0" y="6539"/>
                  </a:cubicBezTo>
                  <a:lnTo>
                    <a:pt x="0" y="7073"/>
                  </a:lnTo>
                  <a:lnTo>
                    <a:pt x="69250" y="7073"/>
                  </a:lnTo>
                  <a:lnTo>
                    <a:pt x="69250" y="6539"/>
                  </a:lnTo>
                  <a:cubicBezTo>
                    <a:pt x="69250" y="2936"/>
                    <a:pt x="66347" y="1"/>
                    <a:pt x="62745" y="1"/>
                  </a:cubicBezTo>
                  <a:close/>
                </a:path>
              </a:pathLst>
            </a:custGeom>
            <a:solidFill>
              <a:srgbClr val="6453C2"/>
            </a:solidFill>
            <a:ln w="11675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1"/>
            <p:cNvSpPr/>
            <p:nvPr/>
          </p:nvSpPr>
          <p:spPr>
            <a:xfrm>
              <a:off x="3587725" y="1195450"/>
              <a:ext cx="52575" cy="50075"/>
            </a:xfrm>
            <a:custGeom>
              <a:avLst/>
              <a:gdLst/>
              <a:ahLst/>
              <a:cxnLst/>
              <a:rect l="l" t="t" r="r" b="b"/>
              <a:pathLst>
                <a:path w="2103" h="2003" extrusionOk="0">
                  <a:moveTo>
                    <a:pt x="994" y="1"/>
                  </a:moveTo>
                  <a:cubicBezTo>
                    <a:pt x="484" y="1"/>
                    <a:pt x="1" y="396"/>
                    <a:pt x="1" y="1002"/>
                  </a:cubicBezTo>
                  <a:cubicBezTo>
                    <a:pt x="1" y="1608"/>
                    <a:pt x="484" y="2003"/>
                    <a:pt x="994" y="2003"/>
                  </a:cubicBezTo>
                  <a:cubicBezTo>
                    <a:pt x="1241" y="2003"/>
                    <a:pt x="1495" y="1910"/>
                    <a:pt x="1702" y="1702"/>
                  </a:cubicBezTo>
                  <a:cubicBezTo>
                    <a:pt x="2102" y="1335"/>
                    <a:pt x="2102" y="702"/>
                    <a:pt x="1702" y="301"/>
                  </a:cubicBezTo>
                  <a:cubicBezTo>
                    <a:pt x="1495" y="94"/>
                    <a:pt x="1241" y="1"/>
                    <a:pt x="9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3703650" y="1195450"/>
              <a:ext cx="52550" cy="50075"/>
            </a:xfrm>
            <a:custGeom>
              <a:avLst/>
              <a:gdLst/>
              <a:ahLst/>
              <a:cxnLst/>
              <a:rect l="l" t="t" r="r" b="b"/>
              <a:pathLst>
                <a:path w="2102" h="2003" extrusionOk="0">
                  <a:moveTo>
                    <a:pt x="993" y="1"/>
                  </a:moveTo>
                  <a:cubicBezTo>
                    <a:pt x="484" y="1"/>
                    <a:pt x="0" y="396"/>
                    <a:pt x="0" y="1002"/>
                  </a:cubicBezTo>
                  <a:cubicBezTo>
                    <a:pt x="0" y="1608"/>
                    <a:pt x="484" y="2003"/>
                    <a:pt x="993" y="2003"/>
                  </a:cubicBezTo>
                  <a:cubicBezTo>
                    <a:pt x="1241" y="2003"/>
                    <a:pt x="1494" y="1910"/>
                    <a:pt x="1702" y="1702"/>
                  </a:cubicBezTo>
                  <a:cubicBezTo>
                    <a:pt x="2102" y="1335"/>
                    <a:pt x="2102" y="702"/>
                    <a:pt x="1702" y="301"/>
                  </a:cubicBezTo>
                  <a:cubicBezTo>
                    <a:pt x="1494" y="94"/>
                    <a:pt x="1241" y="1"/>
                    <a:pt x="99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1"/>
            <p:cNvSpPr/>
            <p:nvPr/>
          </p:nvSpPr>
          <p:spPr>
            <a:xfrm>
              <a:off x="3819575" y="1195450"/>
              <a:ext cx="52550" cy="50075"/>
            </a:xfrm>
            <a:custGeom>
              <a:avLst/>
              <a:gdLst/>
              <a:ahLst/>
              <a:cxnLst/>
              <a:rect l="l" t="t" r="r" b="b"/>
              <a:pathLst>
                <a:path w="2102" h="2003" extrusionOk="0">
                  <a:moveTo>
                    <a:pt x="993" y="1"/>
                  </a:moveTo>
                  <a:cubicBezTo>
                    <a:pt x="484" y="1"/>
                    <a:pt x="0" y="396"/>
                    <a:pt x="0" y="1002"/>
                  </a:cubicBezTo>
                  <a:cubicBezTo>
                    <a:pt x="0" y="1608"/>
                    <a:pt x="484" y="2003"/>
                    <a:pt x="993" y="2003"/>
                  </a:cubicBezTo>
                  <a:cubicBezTo>
                    <a:pt x="1241" y="2003"/>
                    <a:pt x="1494" y="1910"/>
                    <a:pt x="1701" y="1702"/>
                  </a:cubicBezTo>
                  <a:cubicBezTo>
                    <a:pt x="2102" y="1335"/>
                    <a:pt x="2102" y="702"/>
                    <a:pt x="1701" y="301"/>
                  </a:cubicBezTo>
                  <a:cubicBezTo>
                    <a:pt x="1494" y="94"/>
                    <a:pt x="1241" y="1"/>
                    <a:pt x="99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1"/>
            <p:cNvSpPr/>
            <p:nvPr/>
          </p:nvSpPr>
          <p:spPr>
            <a:xfrm>
              <a:off x="3486825" y="1409775"/>
              <a:ext cx="565425" cy="488725"/>
            </a:xfrm>
            <a:custGeom>
              <a:avLst/>
              <a:gdLst/>
              <a:ahLst/>
              <a:cxnLst/>
              <a:rect l="l" t="t" r="r" b="b"/>
              <a:pathLst>
                <a:path w="22617" h="19549" fill="none" extrusionOk="0">
                  <a:moveTo>
                    <a:pt x="1" y="1"/>
                  </a:moveTo>
                  <a:lnTo>
                    <a:pt x="22617" y="1"/>
                  </a:lnTo>
                  <a:lnTo>
                    <a:pt x="22617" y="19548"/>
                  </a:lnTo>
                  <a:lnTo>
                    <a:pt x="1" y="19548"/>
                  </a:lnTo>
                  <a:close/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1"/>
            <p:cNvSpPr/>
            <p:nvPr/>
          </p:nvSpPr>
          <p:spPr>
            <a:xfrm>
              <a:off x="4139800" y="1409775"/>
              <a:ext cx="651325" cy="34225"/>
            </a:xfrm>
            <a:custGeom>
              <a:avLst/>
              <a:gdLst/>
              <a:ahLst/>
              <a:cxnLst/>
              <a:rect l="l" t="t" r="r" b="b"/>
              <a:pathLst>
                <a:path w="26053" h="1369" extrusionOk="0">
                  <a:moveTo>
                    <a:pt x="0" y="1"/>
                  </a:moveTo>
                  <a:lnTo>
                    <a:pt x="0" y="1369"/>
                  </a:lnTo>
                  <a:lnTo>
                    <a:pt x="26052" y="1369"/>
                  </a:lnTo>
                  <a:lnTo>
                    <a:pt x="2605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4139800" y="1480675"/>
              <a:ext cx="499550" cy="34200"/>
            </a:xfrm>
            <a:custGeom>
              <a:avLst/>
              <a:gdLst/>
              <a:ahLst/>
              <a:cxnLst/>
              <a:rect l="l" t="t" r="r" b="b"/>
              <a:pathLst>
                <a:path w="19982" h="1368" extrusionOk="0">
                  <a:moveTo>
                    <a:pt x="0" y="0"/>
                  </a:moveTo>
                  <a:lnTo>
                    <a:pt x="0" y="1368"/>
                  </a:lnTo>
                  <a:lnTo>
                    <a:pt x="19981" y="1368"/>
                  </a:lnTo>
                  <a:lnTo>
                    <a:pt x="1998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4139800" y="1551550"/>
              <a:ext cx="743875" cy="35050"/>
            </a:xfrm>
            <a:custGeom>
              <a:avLst/>
              <a:gdLst/>
              <a:ahLst/>
              <a:cxnLst/>
              <a:rect l="l" t="t" r="r" b="b"/>
              <a:pathLst>
                <a:path w="29755" h="1402" extrusionOk="0">
                  <a:moveTo>
                    <a:pt x="0" y="1"/>
                  </a:moveTo>
                  <a:lnTo>
                    <a:pt x="0" y="1402"/>
                  </a:lnTo>
                  <a:lnTo>
                    <a:pt x="29755" y="1402"/>
                  </a:lnTo>
                  <a:lnTo>
                    <a:pt x="2975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4139800" y="1620775"/>
              <a:ext cx="632975" cy="35050"/>
            </a:xfrm>
            <a:custGeom>
              <a:avLst/>
              <a:gdLst/>
              <a:ahLst/>
              <a:cxnLst/>
              <a:rect l="l" t="t" r="r" b="b"/>
              <a:pathLst>
                <a:path w="25319" h="1402" extrusionOk="0">
                  <a:moveTo>
                    <a:pt x="0" y="0"/>
                  </a:moveTo>
                  <a:lnTo>
                    <a:pt x="0" y="1401"/>
                  </a:lnTo>
                  <a:lnTo>
                    <a:pt x="25318" y="1401"/>
                  </a:lnTo>
                  <a:lnTo>
                    <a:pt x="2531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4767750" y="2797450"/>
              <a:ext cx="455350" cy="322750"/>
            </a:xfrm>
            <a:custGeom>
              <a:avLst/>
              <a:gdLst/>
              <a:ahLst/>
              <a:cxnLst/>
              <a:rect l="l" t="t" r="r" b="b"/>
              <a:pathLst>
                <a:path w="18214" h="12910" extrusionOk="0">
                  <a:moveTo>
                    <a:pt x="2735" y="0"/>
                  </a:moveTo>
                  <a:cubicBezTo>
                    <a:pt x="1234" y="0"/>
                    <a:pt x="0" y="1235"/>
                    <a:pt x="0" y="2736"/>
                  </a:cubicBezTo>
                  <a:lnTo>
                    <a:pt x="0" y="10208"/>
                  </a:lnTo>
                  <a:cubicBezTo>
                    <a:pt x="0" y="11709"/>
                    <a:pt x="1234" y="12910"/>
                    <a:pt x="2735" y="12910"/>
                  </a:cubicBezTo>
                  <a:lnTo>
                    <a:pt x="15478" y="12910"/>
                  </a:lnTo>
                  <a:cubicBezTo>
                    <a:pt x="16979" y="12910"/>
                    <a:pt x="18213" y="11709"/>
                    <a:pt x="18213" y="10208"/>
                  </a:cubicBezTo>
                  <a:lnTo>
                    <a:pt x="18213" y="2736"/>
                  </a:lnTo>
                  <a:cubicBezTo>
                    <a:pt x="18213" y="1235"/>
                    <a:pt x="16979" y="0"/>
                    <a:pt x="15478" y="0"/>
                  </a:cubicBezTo>
                  <a:close/>
                </a:path>
              </a:pathLst>
            </a:custGeom>
            <a:solidFill>
              <a:srgbClr val="FFFFFF"/>
            </a:solidFill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4826950" y="2895025"/>
              <a:ext cx="87600" cy="126775"/>
            </a:xfrm>
            <a:custGeom>
              <a:avLst/>
              <a:gdLst/>
              <a:ahLst/>
              <a:cxnLst/>
              <a:rect l="l" t="t" r="r" b="b"/>
              <a:pathLst>
                <a:path w="3504" h="5071" fill="none" extrusionOk="0">
                  <a:moveTo>
                    <a:pt x="3503" y="0"/>
                  </a:moveTo>
                  <a:lnTo>
                    <a:pt x="1" y="2168"/>
                  </a:lnTo>
                  <a:lnTo>
                    <a:pt x="3270" y="5070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>
              <a:off x="5062125" y="2900025"/>
              <a:ext cx="90925" cy="126775"/>
            </a:xfrm>
            <a:custGeom>
              <a:avLst/>
              <a:gdLst/>
              <a:ahLst/>
              <a:cxnLst/>
              <a:rect l="l" t="t" r="r" b="b"/>
              <a:pathLst>
                <a:path w="3637" h="5071" fill="none" extrusionOk="0">
                  <a:moveTo>
                    <a:pt x="467" y="5071"/>
                  </a:moveTo>
                  <a:lnTo>
                    <a:pt x="3636" y="2402"/>
                  </a:lnTo>
                  <a:lnTo>
                    <a:pt x="0" y="0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>
              <a:off x="4957050" y="2865825"/>
              <a:ext cx="65075" cy="201850"/>
            </a:xfrm>
            <a:custGeom>
              <a:avLst/>
              <a:gdLst/>
              <a:ahLst/>
              <a:cxnLst/>
              <a:rect l="l" t="t" r="r" b="b"/>
              <a:pathLst>
                <a:path w="2603" h="8074" fill="none" extrusionOk="0">
                  <a:moveTo>
                    <a:pt x="0" y="8073"/>
                  </a:moveTo>
                  <a:lnTo>
                    <a:pt x="2602" y="1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>
              <a:off x="3561875" y="4712150"/>
              <a:ext cx="723050" cy="259975"/>
            </a:xfrm>
            <a:custGeom>
              <a:avLst/>
              <a:gdLst/>
              <a:ahLst/>
              <a:cxnLst/>
              <a:rect l="l" t="t" r="r" b="b"/>
              <a:pathLst>
                <a:path w="28922" h="10399" extrusionOk="0">
                  <a:moveTo>
                    <a:pt x="12843" y="0"/>
                  </a:moveTo>
                  <a:cubicBezTo>
                    <a:pt x="12843" y="0"/>
                    <a:pt x="4604" y="968"/>
                    <a:pt x="3103" y="1902"/>
                  </a:cubicBezTo>
                  <a:cubicBezTo>
                    <a:pt x="1569" y="2869"/>
                    <a:pt x="1" y="4337"/>
                    <a:pt x="434" y="6305"/>
                  </a:cubicBezTo>
                  <a:cubicBezTo>
                    <a:pt x="835" y="8306"/>
                    <a:pt x="2269" y="9174"/>
                    <a:pt x="5438" y="10108"/>
                  </a:cubicBezTo>
                  <a:cubicBezTo>
                    <a:pt x="5705" y="10208"/>
                    <a:pt x="6005" y="10274"/>
                    <a:pt x="6305" y="10308"/>
                  </a:cubicBezTo>
                  <a:cubicBezTo>
                    <a:pt x="6725" y="10370"/>
                    <a:pt x="7164" y="10398"/>
                    <a:pt x="7613" y="10398"/>
                  </a:cubicBezTo>
                  <a:cubicBezTo>
                    <a:pt x="10511" y="10398"/>
                    <a:pt x="13816" y="9236"/>
                    <a:pt x="15145" y="8773"/>
                  </a:cubicBezTo>
                  <a:cubicBezTo>
                    <a:pt x="16813" y="8173"/>
                    <a:pt x="28921" y="4704"/>
                    <a:pt x="28921" y="4704"/>
                  </a:cubicBezTo>
                  <a:lnTo>
                    <a:pt x="14845" y="568"/>
                  </a:lnTo>
                  <a:lnTo>
                    <a:pt x="12843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3561875" y="4712150"/>
              <a:ext cx="371125" cy="257700"/>
            </a:xfrm>
            <a:custGeom>
              <a:avLst/>
              <a:gdLst/>
              <a:ahLst/>
              <a:cxnLst/>
              <a:rect l="l" t="t" r="r" b="b"/>
              <a:pathLst>
                <a:path w="14845" h="10308" extrusionOk="0">
                  <a:moveTo>
                    <a:pt x="12843" y="0"/>
                  </a:moveTo>
                  <a:cubicBezTo>
                    <a:pt x="12843" y="0"/>
                    <a:pt x="4604" y="968"/>
                    <a:pt x="3103" y="1902"/>
                  </a:cubicBezTo>
                  <a:cubicBezTo>
                    <a:pt x="1569" y="2869"/>
                    <a:pt x="1" y="4337"/>
                    <a:pt x="434" y="6305"/>
                  </a:cubicBezTo>
                  <a:cubicBezTo>
                    <a:pt x="835" y="8306"/>
                    <a:pt x="2269" y="9174"/>
                    <a:pt x="5438" y="10108"/>
                  </a:cubicBezTo>
                  <a:cubicBezTo>
                    <a:pt x="5705" y="10208"/>
                    <a:pt x="6005" y="10274"/>
                    <a:pt x="6305" y="10308"/>
                  </a:cubicBezTo>
                  <a:cubicBezTo>
                    <a:pt x="5271" y="9541"/>
                    <a:pt x="4037" y="8440"/>
                    <a:pt x="3570" y="7306"/>
                  </a:cubicBezTo>
                  <a:cubicBezTo>
                    <a:pt x="2703" y="5137"/>
                    <a:pt x="3403" y="3570"/>
                    <a:pt x="4871" y="2702"/>
                  </a:cubicBezTo>
                  <a:cubicBezTo>
                    <a:pt x="6339" y="1868"/>
                    <a:pt x="13043" y="1401"/>
                    <a:pt x="14845" y="568"/>
                  </a:cubicBezTo>
                  <a:lnTo>
                    <a:pt x="128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3537700" y="4717150"/>
              <a:ext cx="701350" cy="275225"/>
            </a:xfrm>
            <a:custGeom>
              <a:avLst/>
              <a:gdLst/>
              <a:ahLst/>
              <a:cxnLst/>
              <a:rect l="l" t="t" r="r" b="b"/>
              <a:pathLst>
                <a:path w="28054" h="11009" fill="none" extrusionOk="0">
                  <a:moveTo>
                    <a:pt x="28054" y="5004"/>
                  </a:moveTo>
                  <a:cubicBezTo>
                    <a:pt x="28054" y="5004"/>
                    <a:pt x="18981" y="7339"/>
                    <a:pt x="15378" y="8840"/>
                  </a:cubicBezTo>
                  <a:cubicBezTo>
                    <a:pt x="11775" y="10341"/>
                    <a:pt x="4904" y="11008"/>
                    <a:pt x="2469" y="7906"/>
                  </a:cubicBezTo>
                  <a:cubicBezTo>
                    <a:pt x="0" y="4804"/>
                    <a:pt x="2169" y="2135"/>
                    <a:pt x="4604" y="1535"/>
                  </a:cubicBezTo>
                  <a:cubicBezTo>
                    <a:pt x="7072" y="935"/>
                    <a:pt x="12009" y="1"/>
                    <a:pt x="14711" y="368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3608575" y="4726325"/>
              <a:ext cx="296900" cy="239375"/>
            </a:xfrm>
            <a:custGeom>
              <a:avLst/>
              <a:gdLst/>
              <a:ahLst/>
              <a:cxnLst/>
              <a:rect l="l" t="t" r="r" b="b"/>
              <a:pathLst>
                <a:path w="11876" h="9575" fill="none" extrusionOk="0">
                  <a:moveTo>
                    <a:pt x="4637" y="9574"/>
                  </a:moveTo>
                  <a:cubicBezTo>
                    <a:pt x="4637" y="9574"/>
                    <a:pt x="1" y="7039"/>
                    <a:pt x="1535" y="3503"/>
                  </a:cubicBezTo>
                  <a:cubicBezTo>
                    <a:pt x="2669" y="868"/>
                    <a:pt x="8840" y="1435"/>
                    <a:pt x="11876" y="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1"/>
            <p:cNvSpPr/>
            <p:nvPr/>
          </p:nvSpPr>
          <p:spPr>
            <a:xfrm>
              <a:off x="4575100" y="4706300"/>
              <a:ext cx="635475" cy="376150"/>
            </a:xfrm>
            <a:custGeom>
              <a:avLst/>
              <a:gdLst/>
              <a:ahLst/>
              <a:cxnLst/>
              <a:rect l="l" t="t" r="r" b="b"/>
              <a:pathLst>
                <a:path w="25419" h="15046" extrusionOk="0">
                  <a:moveTo>
                    <a:pt x="4971" y="1"/>
                  </a:moveTo>
                  <a:lnTo>
                    <a:pt x="3903" y="1669"/>
                  </a:lnTo>
                  <a:lnTo>
                    <a:pt x="1" y="7840"/>
                  </a:lnTo>
                  <a:lnTo>
                    <a:pt x="7473" y="11943"/>
                  </a:lnTo>
                  <a:cubicBezTo>
                    <a:pt x="7473" y="11943"/>
                    <a:pt x="15445" y="14978"/>
                    <a:pt x="19681" y="15045"/>
                  </a:cubicBezTo>
                  <a:cubicBezTo>
                    <a:pt x="21383" y="15045"/>
                    <a:pt x="22583" y="14778"/>
                    <a:pt x="23417" y="14278"/>
                  </a:cubicBezTo>
                  <a:cubicBezTo>
                    <a:pt x="24652" y="13544"/>
                    <a:pt x="25085" y="12376"/>
                    <a:pt x="25219" y="11109"/>
                  </a:cubicBezTo>
                  <a:cubicBezTo>
                    <a:pt x="25419" y="9041"/>
                    <a:pt x="24018" y="7340"/>
                    <a:pt x="22050" y="5772"/>
                  </a:cubicBezTo>
                  <a:cubicBezTo>
                    <a:pt x="20082" y="4204"/>
                    <a:pt x="14544" y="3970"/>
                    <a:pt x="12243" y="2936"/>
                  </a:cubicBezTo>
                  <a:cubicBezTo>
                    <a:pt x="9974" y="1902"/>
                    <a:pt x="7706" y="635"/>
                    <a:pt x="7706" y="635"/>
                  </a:cubicBezTo>
                  <a:lnTo>
                    <a:pt x="4971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4672675" y="4706300"/>
              <a:ext cx="537900" cy="356950"/>
            </a:xfrm>
            <a:custGeom>
              <a:avLst/>
              <a:gdLst/>
              <a:ahLst/>
              <a:cxnLst/>
              <a:rect l="l" t="t" r="r" b="b"/>
              <a:pathLst>
                <a:path w="21516" h="14278" extrusionOk="0">
                  <a:moveTo>
                    <a:pt x="1068" y="1"/>
                  </a:moveTo>
                  <a:lnTo>
                    <a:pt x="0" y="1669"/>
                  </a:lnTo>
                  <a:cubicBezTo>
                    <a:pt x="968" y="2203"/>
                    <a:pt x="3336" y="3470"/>
                    <a:pt x="4437" y="4037"/>
                  </a:cubicBezTo>
                  <a:cubicBezTo>
                    <a:pt x="5871" y="4804"/>
                    <a:pt x="8607" y="6472"/>
                    <a:pt x="12176" y="6739"/>
                  </a:cubicBezTo>
                  <a:cubicBezTo>
                    <a:pt x="15745" y="7006"/>
                    <a:pt x="18447" y="8674"/>
                    <a:pt x="19281" y="10542"/>
                  </a:cubicBezTo>
                  <a:cubicBezTo>
                    <a:pt x="19781" y="11709"/>
                    <a:pt x="19848" y="13044"/>
                    <a:pt x="19514" y="14278"/>
                  </a:cubicBezTo>
                  <a:cubicBezTo>
                    <a:pt x="20749" y="13544"/>
                    <a:pt x="21182" y="12376"/>
                    <a:pt x="21316" y="11109"/>
                  </a:cubicBezTo>
                  <a:cubicBezTo>
                    <a:pt x="21516" y="9041"/>
                    <a:pt x="20115" y="7340"/>
                    <a:pt x="18147" y="5772"/>
                  </a:cubicBezTo>
                  <a:cubicBezTo>
                    <a:pt x="16179" y="4204"/>
                    <a:pt x="10641" y="3970"/>
                    <a:pt x="8340" y="2936"/>
                  </a:cubicBezTo>
                  <a:cubicBezTo>
                    <a:pt x="6071" y="1902"/>
                    <a:pt x="3803" y="635"/>
                    <a:pt x="3803" y="635"/>
                  </a:cubicBezTo>
                  <a:lnTo>
                    <a:pt x="10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4597625" y="4763025"/>
              <a:ext cx="569600" cy="321925"/>
            </a:xfrm>
            <a:custGeom>
              <a:avLst/>
              <a:gdLst/>
              <a:ahLst/>
              <a:cxnLst/>
              <a:rect l="l" t="t" r="r" b="b"/>
              <a:pathLst>
                <a:path w="22784" h="12877" fill="none" extrusionOk="0">
                  <a:moveTo>
                    <a:pt x="768" y="6705"/>
                  </a:moveTo>
                  <a:cubicBezTo>
                    <a:pt x="6138" y="9841"/>
                    <a:pt x="12076" y="11875"/>
                    <a:pt x="18247" y="12676"/>
                  </a:cubicBezTo>
                  <a:cubicBezTo>
                    <a:pt x="19581" y="12843"/>
                    <a:pt x="21182" y="12876"/>
                    <a:pt x="22083" y="11842"/>
                  </a:cubicBezTo>
                  <a:cubicBezTo>
                    <a:pt x="22583" y="11242"/>
                    <a:pt x="22783" y="10474"/>
                    <a:pt x="22717" y="9707"/>
                  </a:cubicBezTo>
                  <a:cubicBezTo>
                    <a:pt x="22550" y="7806"/>
                    <a:pt x="20949" y="6271"/>
                    <a:pt x="19181" y="5504"/>
                  </a:cubicBezTo>
                  <a:cubicBezTo>
                    <a:pt x="17413" y="4770"/>
                    <a:pt x="15445" y="4570"/>
                    <a:pt x="13577" y="4170"/>
                  </a:cubicBezTo>
                  <a:cubicBezTo>
                    <a:pt x="11709" y="3736"/>
                    <a:pt x="9874" y="3069"/>
                    <a:pt x="8206" y="2202"/>
                  </a:cubicBezTo>
                  <a:cubicBezTo>
                    <a:pt x="6839" y="1501"/>
                    <a:pt x="5538" y="634"/>
                    <a:pt x="4037" y="300"/>
                  </a:cubicBezTo>
                  <a:cubicBezTo>
                    <a:pt x="2569" y="0"/>
                    <a:pt x="801" y="367"/>
                    <a:pt x="0" y="1668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692700" y="4707150"/>
              <a:ext cx="519550" cy="365275"/>
            </a:xfrm>
            <a:custGeom>
              <a:avLst/>
              <a:gdLst/>
              <a:ahLst/>
              <a:cxnLst/>
              <a:rect l="l" t="t" r="r" b="b"/>
              <a:pathLst>
                <a:path w="20782" h="14611" fill="none" extrusionOk="0">
                  <a:moveTo>
                    <a:pt x="17779" y="14611"/>
                  </a:moveTo>
                  <a:cubicBezTo>
                    <a:pt x="19180" y="13910"/>
                    <a:pt x="20214" y="12609"/>
                    <a:pt x="20515" y="11075"/>
                  </a:cubicBezTo>
                  <a:cubicBezTo>
                    <a:pt x="20782" y="9274"/>
                    <a:pt x="19747" y="7439"/>
                    <a:pt x="18313" y="6338"/>
                  </a:cubicBezTo>
                  <a:cubicBezTo>
                    <a:pt x="16845" y="5237"/>
                    <a:pt x="15044" y="4704"/>
                    <a:pt x="13243" y="4337"/>
                  </a:cubicBezTo>
                  <a:cubicBezTo>
                    <a:pt x="11475" y="3970"/>
                    <a:pt x="9640" y="3703"/>
                    <a:pt x="7939" y="3036"/>
                  </a:cubicBezTo>
                  <a:cubicBezTo>
                    <a:pt x="5304" y="2002"/>
                    <a:pt x="2735" y="0"/>
                    <a:pt x="0" y="70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3686125" y="3060775"/>
              <a:ext cx="1461075" cy="1271925"/>
            </a:xfrm>
            <a:custGeom>
              <a:avLst/>
              <a:gdLst/>
              <a:ahLst/>
              <a:cxnLst/>
              <a:rect l="l" t="t" r="r" b="b"/>
              <a:pathLst>
                <a:path w="58443" h="50877" extrusionOk="0">
                  <a:moveTo>
                    <a:pt x="13511" y="25660"/>
                  </a:moveTo>
                  <a:lnTo>
                    <a:pt x="15178" y="33165"/>
                  </a:lnTo>
                  <a:cubicBezTo>
                    <a:pt x="15178" y="33165"/>
                    <a:pt x="14769" y="33135"/>
                    <a:pt x="14212" y="33135"/>
                  </a:cubicBezTo>
                  <a:cubicBezTo>
                    <a:pt x="13331" y="33135"/>
                    <a:pt x="12082" y="33210"/>
                    <a:pt x="11509" y="33599"/>
                  </a:cubicBezTo>
                  <a:cubicBezTo>
                    <a:pt x="10609" y="34266"/>
                    <a:pt x="11109" y="36835"/>
                    <a:pt x="11109" y="36835"/>
                  </a:cubicBezTo>
                  <a:lnTo>
                    <a:pt x="9541" y="35434"/>
                  </a:lnTo>
                  <a:lnTo>
                    <a:pt x="13511" y="25660"/>
                  </a:lnTo>
                  <a:close/>
                  <a:moveTo>
                    <a:pt x="42631" y="24125"/>
                  </a:moveTo>
                  <a:cubicBezTo>
                    <a:pt x="42631" y="24125"/>
                    <a:pt x="47535" y="32565"/>
                    <a:pt x="48402" y="35534"/>
                  </a:cubicBezTo>
                  <a:cubicBezTo>
                    <a:pt x="48402" y="35534"/>
                    <a:pt x="43065" y="39803"/>
                    <a:pt x="43265" y="39803"/>
                  </a:cubicBezTo>
                  <a:cubicBezTo>
                    <a:pt x="43255" y="39809"/>
                    <a:pt x="43245" y="39812"/>
                    <a:pt x="43237" y="39812"/>
                  </a:cubicBezTo>
                  <a:cubicBezTo>
                    <a:pt x="42912" y="39812"/>
                    <a:pt x="44513" y="35308"/>
                    <a:pt x="43732" y="34299"/>
                  </a:cubicBezTo>
                  <a:cubicBezTo>
                    <a:pt x="43058" y="33400"/>
                    <a:pt x="41248" y="33330"/>
                    <a:pt x="40694" y="33330"/>
                  </a:cubicBezTo>
                  <a:cubicBezTo>
                    <a:pt x="40590" y="33330"/>
                    <a:pt x="40530" y="33332"/>
                    <a:pt x="40530" y="33332"/>
                  </a:cubicBezTo>
                  <a:lnTo>
                    <a:pt x="40730" y="32031"/>
                  </a:lnTo>
                  <a:lnTo>
                    <a:pt x="42164" y="24693"/>
                  </a:lnTo>
                  <a:lnTo>
                    <a:pt x="42631" y="24125"/>
                  </a:lnTo>
                  <a:close/>
                  <a:moveTo>
                    <a:pt x="26477" y="0"/>
                  </a:moveTo>
                  <a:cubicBezTo>
                    <a:pt x="24578" y="0"/>
                    <a:pt x="22384" y="976"/>
                    <a:pt x="22384" y="976"/>
                  </a:cubicBezTo>
                  <a:cubicBezTo>
                    <a:pt x="22384" y="976"/>
                    <a:pt x="22095" y="924"/>
                    <a:pt x="21667" y="924"/>
                  </a:cubicBezTo>
                  <a:cubicBezTo>
                    <a:pt x="20812" y="924"/>
                    <a:pt x="19404" y="1131"/>
                    <a:pt x="18648" y="2377"/>
                  </a:cubicBezTo>
                  <a:cubicBezTo>
                    <a:pt x="18047" y="3878"/>
                    <a:pt x="18247" y="6146"/>
                    <a:pt x="18247" y="6146"/>
                  </a:cubicBezTo>
                  <a:lnTo>
                    <a:pt x="18014" y="6213"/>
                  </a:lnTo>
                  <a:cubicBezTo>
                    <a:pt x="16513" y="6780"/>
                    <a:pt x="8340" y="9849"/>
                    <a:pt x="6606" y="11083"/>
                  </a:cubicBezTo>
                  <a:cubicBezTo>
                    <a:pt x="4671" y="12450"/>
                    <a:pt x="2569" y="26360"/>
                    <a:pt x="1869" y="30463"/>
                  </a:cubicBezTo>
                  <a:cubicBezTo>
                    <a:pt x="1202" y="34533"/>
                    <a:pt x="1" y="38236"/>
                    <a:pt x="601" y="39637"/>
                  </a:cubicBezTo>
                  <a:cubicBezTo>
                    <a:pt x="1235" y="41038"/>
                    <a:pt x="10008" y="47809"/>
                    <a:pt x="15078" y="49544"/>
                  </a:cubicBezTo>
                  <a:cubicBezTo>
                    <a:pt x="18316" y="50673"/>
                    <a:pt x="26804" y="50877"/>
                    <a:pt x="32517" y="50877"/>
                  </a:cubicBezTo>
                  <a:cubicBezTo>
                    <a:pt x="35750" y="50877"/>
                    <a:pt x="38095" y="50811"/>
                    <a:pt x="38095" y="50811"/>
                  </a:cubicBezTo>
                  <a:cubicBezTo>
                    <a:pt x="38095" y="50811"/>
                    <a:pt x="38395" y="50711"/>
                    <a:pt x="38895" y="50544"/>
                  </a:cubicBezTo>
                  <a:cubicBezTo>
                    <a:pt x="41931" y="49577"/>
                    <a:pt x="52705" y="45541"/>
                    <a:pt x="58443" y="36101"/>
                  </a:cubicBezTo>
                  <a:cubicBezTo>
                    <a:pt x="58443" y="36101"/>
                    <a:pt x="52905" y="17954"/>
                    <a:pt x="45634" y="10215"/>
                  </a:cubicBezTo>
                  <a:lnTo>
                    <a:pt x="33025" y="5412"/>
                  </a:lnTo>
                  <a:lnTo>
                    <a:pt x="32858" y="5345"/>
                  </a:lnTo>
                  <a:cubicBezTo>
                    <a:pt x="32858" y="5345"/>
                    <a:pt x="32891" y="5012"/>
                    <a:pt x="32958" y="4511"/>
                  </a:cubicBezTo>
                  <a:cubicBezTo>
                    <a:pt x="33025" y="3511"/>
                    <a:pt x="33058" y="1843"/>
                    <a:pt x="32591" y="1309"/>
                  </a:cubicBezTo>
                  <a:cubicBezTo>
                    <a:pt x="31890" y="475"/>
                    <a:pt x="29889" y="1176"/>
                    <a:pt x="27954" y="275"/>
                  </a:cubicBezTo>
                  <a:cubicBezTo>
                    <a:pt x="27522" y="77"/>
                    <a:pt x="27011" y="0"/>
                    <a:pt x="26477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4045550" y="2554775"/>
              <a:ext cx="567875" cy="655875"/>
            </a:xfrm>
            <a:custGeom>
              <a:avLst/>
              <a:gdLst/>
              <a:ahLst/>
              <a:cxnLst/>
              <a:rect l="l" t="t" r="r" b="b"/>
              <a:pathLst>
                <a:path w="22715" h="26235" extrusionOk="0">
                  <a:moveTo>
                    <a:pt x="7440" y="0"/>
                  </a:moveTo>
                  <a:lnTo>
                    <a:pt x="902" y="6939"/>
                  </a:lnTo>
                  <a:cubicBezTo>
                    <a:pt x="902" y="6939"/>
                    <a:pt x="1" y="7739"/>
                    <a:pt x="368" y="9741"/>
                  </a:cubicBezTo>
                  <a:cubicBezTo>
                    <a:pt x="701" y="11742"/>
                    <a:pt x="1535" y="13477"/>
                    <a:pt x="2169" y="13610"/>
                  </a:cubicBezTo>
                  <a:cubicBezTo>
                    <a:pt x="2669" y="13677"/>
                    <a:pt x="3170" y="13744"/>
                    <a:pt x="3704" y="13744"/>
                  </a:cubicBezTo>
                  <a:cubicBezTo>
                    <a:pt x="3704" y="13744"/>
                    <a:pt x="5071" y="16746"/>
                    <a:pt x="6072" y="17947"/>
                  </a:cubicBezTo>
                  <a:cubicBezTo>
                    <a:pt x="6072" y="17947"/>
                    <a:pt x="6405" y="22617"/>
                    <a:pt x="6239" y="23917"/>
                  </a:cubicBezTo>
                  <a:cubicBezTo>
                    <a:pt x="6239" y="23917"/>
                    <a:pt x="8574" y="25952"/>
                    <a:pt x="10775" y="26219"/>
                  </a:cubicBezTo>
                  <a:cubicBezTo>
                    <a:pt x="10859" y="26229"/>
                    <a:pt x="10945" y="26234"/>
                    <a:pt x="11032" y="26234"/>
                  </a:cubicBezTo>
                  <a:cubicBezTo>
                    <a:pt x="13234" y="26234"/>
                    <a:pt x="16413" y="23117"/>
                    <a:pt x="16413" y="23117"/>
                  </a:cubicBezTo>
                  <a:lnTo>
                    <a:pt x="17247" y="18981"/>
                  </a:lnTo>
                  <a:cubicBezTo>
                    <a:pt x="17247" y="18981"/>
                    <a:pt x="19248" y="15945"/>
                    <a:pt x="19381" y="15111"/>
                  </a:cubicBezTo>
                  <a:cubicBezTo>
                    <a:pt x="19515" y="14311"/>
                    <a:pt x="20415" y="14511"/>
                    <a:pt x="20882" y="14110"/>
                  </a:cubicBezTo>
                  <a:cubicBezTo>
                    <a:pt x="21316" y="13710"/>
                    <a:pt x="22350" y="11942"/>
                    <a:pt x="22550" y="10241"/>
                  </a:cubicBezTo>
                  <a:cubicBezTo>
                    <a:pt x="22697" y="8776"/>
                    <a:pt x="22715" y="7105"/>
                    <a:pt x="21382" y="7105"/>
                  </a:cubicBezTo>
                  <a:cubicBezTo>
                    <a:pt x="21198" y="7105"/>
                    <a:pt x="20988" y="7137"/>
                    <a:pt x="20749" y="7205"/>
                  </a:cubicBezTo>
                  <a:cubicBezTo>
                    <a:pt x="19081" y="6738"/>
                    <a:pt x="20115" y="3169"/>
                    <a:pt x="20115" y="3169"/>
                  </a:cubicBezTo>
                  <a:lnTo>
                    <a:pt x="17146" y="534"/>
                  </a:lnTo>
                  <a:lnTo>
                    <a:pt x="74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4456675" y="3173550"/>
              <a:ext cx="690525" cy="1150850"/>
            </a:xfrm>
            <a:custGeom>
              <a:avLst/>
              <a:gdLst/>
              <a:ahLst/>
              <a:cxnLst/>
              <a:rect l="l" t="t" r="r" b="b"/>
              <a:pathLst>
                <a:path w="27621" h="46034" extrusionOk="0">
                  <a:moveTo>
                    <a:pt x="11809" y="19614"/>
                  </a:moveTo>
                  <a:cubicBezTo>
                    <a:pt x="11809" y="19614"/>
                    <a:pt x="16713" y="28054"/>
                    <a:pt x="17580" y="31023"/>
                  </a:cubicBezTo>
                  <a:cubicBezTo>
                    <a:pt x="17580" y="31023"/>
                    <a:pt x="12243" y="35292"/>
                    <a:pt x="12443" y="35292"/>
                  </a:cubicBezTo>
                  <a:cubicBezTo>
                    <a:pt x="12433" y="35298"/>
                    <a:pt x="12423" y="35301"/>
                    <a:pt x="12415" y="35301"/>
                  </a:cubicBezTo>
                  <a:cubicBezTo>
                    <a:pt x="12090" y="35301"/>
                    <a:pt x="13691" y="30797"/>
                    <a:pt x="12910" y="29788"/>
                  </a:cubicBezTo>
                  <a:cubicBezTo>
                    <a:pt x="12236" y="28889"/>
                    <a:pt x="10426" y="28819"/>
                    <a:pt x="9872" y="28819"/>
                  </a:cubicBezTo>
                  <a:cubicBezTo>
                    <a:pt x="9768" y="28819"/>
                    <a:pt x="9708" y="28821"/>
                    <a:pt x="9708" y="28821"/>
                  </a:cubicBezTo>
                  <a:lnTo>
                    <a:pt x="9908" y="27520"/>
                  </a:lnTo>
                  <a:lnTo>
                    <a:pt x="11342" y="20182"/>
                  </a:lnTo>
                  <a:lnTo>
                    <a:pt x="11809" y="19614"/>
                  </a:lnTo>
                  <a:close/>
                  <a:moveTo>
                    <a:pt x="2136" y="0"/>
                  </a:moveTo>
                  <a:lnTo>
                    <a:pt x="1869" y="1635"/>
                  </a:lnTo>
                  <a:lnTo>
                    <a:pt x="1" y="4170"/>
                  </a:lnTo>
                  <a:cubicBezTo>
                    <a:pt x="1969" y="4904"/>
                    <a:pt x="3937" y="5771"/>
                    <a:pt x="5838" y="6739"/>
                  </a:cubicBezTo>
                  <a:cubicBezTo>
                    <a:pt x="7673" y="7739"/>
                    <a:pt x="8741" y="9741"/>
                    <a:pt x="8507" y="11842"/>
                  </a:cubicBezTo>
                  <a:lnTo>
                    <a:pt x="6172" y="31756"/>
                  </a:lnTo>
                  <a:lnTo>
                    <a:pt x="5205" y="43065"/>
                  </a:lnTo>
                  <a:lnTo>
                    <a:pt x="8107" y="46033"/>
                  </a:lnTo>
                  <a:cubicBezTo>
                    <a:pt x="11142" y="45066"/>
                    <a:pt x="21917" y="41030"/>
                    <a:pt x="27621" y="31590"/>
                  </a:cubicBezTo>
                  <a:cubicBezTo>
                    <a:pt x="27621" y="31590"/>
                    <a:pt x="22083" y="13443"/>
                    <a:pt x="14812" y="5704"/>
                  </a:cubicBezTo>
                  <a:lnTo>
                    <a:pt x="2203" y="901"/>
                  </a:lnTo>
                  <a:lnTo>
                    <a:pt x="2036" y="834"/>
                  </a:lnTo>
                  <a:cubicBezTo>
                    <a:pt x="2036" y="834"/>
                    <a:pt x="2069" y="501"/>
                    <a:pt x="21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3747025" y="3379525"/>
              <a:ext cx="339425" cy="745550"/>
            </a:xfrm>
            <a:custGeom>
              <a:avLst/>
              <a:gdLst/>
              <a:ahLst/>
              <a:cxnLst/>
              <a:rect l="l" t="t" r="r" b="b"/>
              <a:pathLst>
                <a:path w="13577" h="29822" extrusionOk="0">
                  <a:moveTo>
                    <a:pt x="11041" y="12910"/>
                  </a:moveTo>
                  <a:lnTo>
                    <a:pt x="11021" y="12959"/>
                  </a:lnTo>
                  <a:lnTo>
                    <a:pt x="11021" y="12959"/>
                  </a:lnTo>
                  <a:cubicBezTo>
                    <a:pt x="11058" y="13075"/>
                    <a:pt x="11093" y="13186"/>
                    <a:pt x="11127" y="13294"/>
                  </a:cubicBezTo>
                  <a:lnTo>
                    <a:pt x="11127" y="13294"/>
                  </a:lnTo>
                  <a:lnTo>
                    <a:pt x="11041" y="12910"/>
                  </a:lnTo>
                  <a:close/>
                  <a:moveTo>
                    <a:pt x="5704" y="1"/>
                  </a:moveTo>
                  <a:lnTo>
                    <a:pt x="6338" y="8440"/>
                  </a:lnTo>
                  <a:cubicBezTo>
                    <a:pt x="6338" y="8440"/>
                    <a:pt x="4236" y="18547"/>
                    <a:pt x="2335" y="21549"/>
                  </a:cubicBezTo>
                  <a:cubicBezTo>
                    <a:pt x="434" y="24518"/>
                    <a:pt x="0" y="25285"/>
                    <a:pt x="2335" y="25285"/>
                  </a:cubicBezTo>
                  <a:cubicBezTo>
                    <a:pt x="4670" y="25285"/>
                    <a:pt x="10341" y="29822"/>
                    <a:pt x="10341" y="29822"/>
                  </a:cubicBezTo>
                  <a:lnTo>
                    <a:pt x="9907" y="26053"/>
                  </a:lnTo>
                  <a:lnTo>
                    <a:pt x="13576" y="21549"/>
                  </a:lnTo>
                  <a:lnTo>
                    <a:pt x="11642" y="14978"/>
                  </a:lnTo>
                  <a:cubicBezTo>
                    <a:pt x="11642" y="14978"/>
                    <a:pt x="11450" y="14328"/>
                    <a:pt x="11127" y="13294"/>
                  </a:cubicBezTo>
                  <a:lnTo>
                    <a:pt x="11127" y="13294"/>
                  </a:lnTo>
                  <a:lnTo>
                    <a:pt x="12709" y="20415"/>
                  </a:lnTo>
                  <a:cubicBezTo>
                    <a:pt x="12709" y="20415"/>
                    <a:pt x="12329" y="20387"/>
                    <a:pt x="11805" y="20387"/>
                  </a:cubicBezTo>
                  <a:cubicBezTo>
                    <a:pt x="10931" y="20387"/>
                    <a:pt x="9657" y="20465"/>
                    <a:pt x="9073" y="20882"/>
                  </a:cubicBezTo>
                  <a:cubicBezTo>
                    <a:pt x="8139" y="21516"/>
                    <a:pt x="8640" y="24085"/>
                    <a:pt x="8640" y="24085"/>
                  </a:cubicBezTo>
                  <a:lnTo>
                    <a:pt x="7072" y="22684"/>
                  </a:lnTo>
                  <a:lnTo>
                    <a:pt x="11021" y="12959"/>
                  </a:lnTo>
                  <a:lnTo>
                    <a:pt x="11021" y="12959"/>
                  </a:lnTo>
                  <a:cubicBezTo>
                    <a:pt x="9901" y="9407"/>
                    <a:pt x="7489" y="2207"/>
                    <a:pt x="57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4197325" y="3003425"/>
              <a:ext cx="9200" cy="129275"/>
            </a:xfrm>
            <a:custGeom>
              <a:avLst/>
              <a:gdLst/>
              <a:ahLst/>
              <a:cxnLst/>
              <a:rect l="l" t="t" r="r" b="b"/>
              <a:pathLst>
                <a:path w="368" h="5171" fill="none" extrusionOk="0">
                  <a:moveTo>
                    <a:pt x="1" y="1"/>
                  </a:moveTo>
                  <a:cubicBezTo>
                    <a:pt x="1" y="1"/>
                    <a:pt x="368" y="3536"/>
                    <a:pt x="1" y="517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4464200" y="3035950"/>
              <a:ext cx="10025" cy="84250"/>
            </a:xfrm>
            <a:custGeom>
              <a:avLst/>
              <a:gdLst/>
              <a:ahLst/>
              <a:cxnLst/>
              <a:rect l="l" t="t" r="r" b="b"/>
              <a:pathLst>
                <a:path w="401" h="3370" fill="none" extrusionOk="0">
                  <a:moveTo>
                    <a:pt x="0" y="3370"/>
                  </a:moveTo>
                  <a:cubicBezTo>
                    <a:pt x="0" y="2235"/>
                    <a:pt x="134" y="1101"/>
                    <a:pt x="400" y="0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4120625" y="2620650"/>
              <a:ext cx="421150" cy="496225"/>
            </a:xfrm>
            <a:custGeom>
              <a:avLst/>
              <a:gdLst/>
              <a:ahLst/>
              <a:cxnLst/>
              <a:rect l="l" t="t" r="r" b="b"/>
              <a:pathLst>
                <a:path w="16846" h="19849" fill="none" extrusionOk="0">
                  <a:moveTo>
                    <a:pt x="14711" y="1"/>
                  </a:moveTo>
                  <a:cubicBezTo>
                    <a:pt x="14711" y="1"/>
                    <a:pt x="16845" y="2702"/>
                    <a:pt x="16745" y="4737"/>
                  </a:cubicBezTo>
                  <a:cubicBezTo>
                    <a:pt x="16612" y="6772"/>
                    <a:pt x="16478" y="9174"/>
                    <a:pt x="16512" y="11542"/>
                  </a:cubicBezTo>
                  <a:cubicBezTo>
                    <a:pt x="16579" y="13911"/>
                    <a:pt x="12742" y="18847"/>
                    <a:pt x="10741" y="19281"/>
                  </a:cubicBezTo>
                  <a:cubicBezTo>
                    <a:pt x="8773" y="19715"/>
                    <a:pt x="7072" y="19848"/>
                    <a:pt x="5804" y="18581"/>
                  </a:cubicBezTo>
                  <a:cubicBezTo>
                    <a:pt x="4537" y="17313"/>
                    <a:pt x="3269" y="15545"/>
                    <a:pt x="1635" y="13310"/>
                  </a:cubicBezTo>
                  <a:cubicBezTo>
                    <a:pt x="0" y="11042"/>
                    <a:pt x="400" y="6105"/>
                    <a:pt x="400" y="6105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4354125" y="2819950"/>
              <a:ext cx="30025" cy="149300"/>
            </a:xfrm>
            <a:custGeom>
              <a:avLst/>
              <a:gdLst/>
              <a:ahLst/>
              <a:cxnLst/>
              <a:rect l="l" t="t" r="r" b="b"/>
              <a:pathLst>
                <a:path w="1201" h="5972" fill="none" extrusionOk="0">
                  <a:moveTo>
                    <a:pt x="200" y="1"/>
                  </a:moveTo>
                  <a:cubicBezTo>
                    <a:pt x="67" y="768"/>
                    <a:pt x="0" y="1502"/>
                    <a:pt x="33" y="2269"/>
                  </a:cubicBezTo>
                  <a:cubicBezTo>
                    <a:pt x="0" y="2870"/>
                    <a:pt x="200" y="3503"/>
                    <a:pt x="600" y="4004"/>
                  </a:cubicBezTo>
                  <a:cubicBezTo>
                    <a:pt x="834" y="4237"/>
                    <a:pt x="1168" y="4437"/>
                    <a:pt x="1201" y="4771"/>
                  </a:cubicBezTo>
                  <a:cubicBezTo>
                    <a:pt x="1201" y="5071"/>
                    <a:pt x="1034" y="5371"/>
                    <a:pt x="767" y="5505"/>
                  </a:cubicBezTo>
                  <a:cubicBezTo>
                    <a:pt x="500" y="5638"/>
                    <a:pt x="234" y="5805"/>
                    <a:pt x="0" y="5972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4274050" y="2975900"/>
              <a:ext cx="60075" cy="47575"/>
            </a:xfrm>
            <a:custGeom>
              <a:avLst/>
              <a:gdLst/>
              <a:ahLst/>
              <a:cxnLst/>
              <a:rect l="l" t="t" r="r" b="b"/>
              <a:pathLst>
                <a:path w="2403" h="1903" fill="none" extrusionOk="0">
                  <a:moveTo>
                    <a:pt x="1" y="1"/>
                  </a:moveTo>
                  <a:cubicBezTo>
                    <a:pt x="1" y="1"/>
                    <a:pt x="268" y="1569"/>
                    <a:pt x="2402" y="1902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4257375" y="2829975"/>
              <a:ext cx="22550" cy="41725"/>
            </a:xfrm>
            <a:custGeom>
              <a:avLst/>
              <a:gdLst/>
              <a:ahLst/>
              <a:cxnLst/>
              <a:rect l="l" t="t" r="r" b="b"/>
              <a:pathLst>
                <a:path w="902" h="1669" extrusionOk="0">
                  <a:moveTo>
                    <a:pt x="468" y="0"/>
                  </a:moveTo>
                  <a:cubicBezTo>
                    <a:pt x="201" y="0"/>
                    <a:pt x="1" y="367"/>
                    <a:pt x="1" y="834"/>
                  </a:cubicBezTo>
                  <a:cubicBezTo>
                    <a:pt x="1" y="1301"/>
                    <a:pt x="201" y="1668"/>
                    <a:pt x="468" y="1668"/>
                  </a:cubicBezTo>
                  <a:cubicBezTo>
                    <a:pt x="701" y="1668"/>
                    <a:pt x="901" y="1301"/>
                    <a:pt x="901" y="834"/>
                  </a:cubicBezTo>
                  <a:cubicBezTo>
                    <a:pt x="901" y="367"/>
                    <a:pt x="701" y="0"/>
                    <a:pt x="4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417500" y="2834975"/>
              <a:ext cx="21700" cy="41725"/>
            </a:xfrm>
            <a:custGeom>
              <a:avLst/>
              <a:gdLst/>
              <a:ahLst/>
              <a:cxnLst/>
              <a:rect l="l" t="t" r="r" b="b"/>
              <a:pathLst>
                <a:path w="868" h="1669" extrusionOk="0">
                  <a:moveTo>
                    <a:pt x="434" y="0"/>
                  </a:moveTo>
                  <a:cubicBezTo>
                    <a:pt x="200" y="0"/>
                    <a:pt x="0" y="367"/>
                    <a:pt x="0" y="834"/>
                  </a:cubicBezTo>
                  <a:cubicBezTo>
                    <a:pt x="0" y="1301"/>
                    <a:pt x="200" y="1668"/>
                    <a:pt x="434" y="1668"/>
                  </a:cubicBezTo>
                  <a:cubicBezTo>
                    <a:pt x="667" y="1668"/>
                    <a:pt x="867" y="1301"/>
                    <a:pt x="867" y="834"/>
                  </a:cubicBezTo>
                  <a:cubicBezTo>
                    <a:pt x="867" y="367"/>
                    <a:pt x="667" y="0"/>
                    <a:pt x="4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4407475" y="2753250"/>
              <a:ext cx="95925" cy="58400"/>
            </a:xfrm>
            <a:custGeom>
              <a:avLst/>
              <a:gdLst/>
              <a:ahLst/>
              <a:cxnLst/>
              <a:rect l="l" t="t" r="r" b="b"/>
              <a:pathLst>
                <a:path w="3837" h="2336" fill="none" extrusionOk="0">
                  <a:moveTo>
                    <a:pt x="1" y="2068"/>
                  </a:moveTo>
                  <a:cubicBezTo>
                    <a:pt x="1" y="2068"/>
                    <a:pt x="2069" y="0"/>
                    <a:pt x="3837" y="2335"/>
                  </a:cubicBezTo>
                </a:path>
              </a:pathLst>
            </a:custGeom>
            <a:noFill/>
            <a:ln w="233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212350" y="2769100"/>
              <a:ext cx="85075" cy="37550"/>
            </a:xfrm>
            <a:custGeom>
              <a:avLst/>
              <a:gdLst/>
              <a:ahLst/>
              <a:cxnLst/>
              <a:rect l="l" t="t" r="r" b="b"/>
              <a:pathLst>
                <a:path w="3403" h="1502" fill="none" extrusionOk="0">
                  <a:moveTo>
                    <a:pt x="3403" y="1501"/>
                  </a:moveTo>
                  <a:cubicBezTo>
                    <a:pt x="3403" y="1501"/>
                    <a:pt x="2102" y="0"/>
                    <a:pt x="0" y="1501"/>
                  </a:cubicBezTo>
                </a:path>
              </a:pathLst>
            </a:custGeom>
            <a:noFill/>
            <a:ln w="233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197325" y="3004250"/>
              <a:ext cx="271900" cy="164200"/>
            </a:xfrm>
            <a:custGeom>
              <a:avLst/>
              <a:gdLst/>
              <a:ahLst/>
              <a:cxnLst/>
              <a:rect l="l" t="t" r="r" b="b"/>
              <a:pathLst>
                <a:path w="10876" h="6568" extrusionOk="0">
                  <a:moveTo>
                    <a:pt x="1" y="1"/>
                  </a:moveTo>
                  <a:lnTo>
                    <a:pt x="168" y="1936"/>
                  </a:lnTo>
                  <a:cubicBezTo>
                    <a:pt x="168" y="1936"/>
                    <a:pt x="1435" y="5438"/>
                    <a:pt x="4271" y="6439"/>
                  </a:cubicBezTo>
                  <a:cubicBezTo>
                    <a:pt x="4521" y="6527"/>
                    <a:pt x="4778" y="6567"/>
                    <a:pt x="5040" y="6567"/>
                  </a:cubicBezTo>
                  <a:cubicBezTo>
                    <a:pt x="7742" y="6567"/>
                    <a:pt x="10875" y="2269"/>
                    <a:pt x="10875" y="2269"/>
                  </a:cubicBezTo>
                  <a:lnTo>
                    <a:pt x="10675" y="1602"/>
                  </a:lnTo>
                  <a:cubicBezTo>
                    <a:pt x="10675" y="1602"/>
                    <a:pt x="8572" y="4331"/>
                    <a:pt x="6097" y="4331"/>
                  </a:cubicBezTo>
                  <a:cubicBezTo>
                    <a:pt x="5891" y="4331"/>
                    <a:pt x="5682" y="4312"/>
                    <a:pt x="5471" y="4271"/>
                  </a:cubicBezTo>
                  <a:cubicBezTo>
                    <a:pt x="2736" y="370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034725" y="2699050"/>
              <a:ext cx="103425" cy="210175"/>
            </a:xfrm>
            <a:custGeom>
              <a:avLst/>
              <a:gdLst/>
              <a:ahLst/>
              <a:cxnLst/>
              <a:rect l="l" t="t" r="r" b="b"/>
              <a:pathLst>
                <a:path w="4137" h="8407" fill="none" extrusionOk="0">
                  <a:moveTo>
                    <a:pt x="4137" y="7839"/>
                  </a:moveTo>
                  <a:cubicBezTo>
                    <a:pt x="4137" y="7839"/>
                    <a:pt x="2435" y="8406"/>
                    <a:pt x="1968" y="7105"/>
                  </a:cubicBezTo>
                  <a:cubicBezTo>
                    <a:pt x="1535" y="5804"/>
                    <a:pt x="0" y="2302"/>
                    <a:pt x="1335" y="1168"/>
                  </a:cubicBezTo>
                  <a:cubicBezTo>
                    <a:pt x="2669" y="0"/>
                    <a:pt x="3770" y="2702"/>
                    <a:pt x="3770" y="2702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4533400" y="2709875"/>
              <a:ext cx="100100" cy="211025"/>
            </a:xfrm>
            <a:custGeom>
              <a:avLst/>
              <a:gdLst/>
              <a:ahLst/>
              <a:cxnLst/>
              <a:rect l="l" t="t" r="r" b="b"/>
              <a:pathLst>
                <a:path w="4004" h="8441" fill="none" extrusionOk="0">
                  <a:moveTo>
                    <a:pt x="1" y="8107"/>
                  </a:moveTo>
                  <a:cubicBezTo>
                    <a:pt x="1" y="8107"/>
                    <a:pt x="1569" y="8440"/>
                    <a:pt x="2036" y="7106"/>
                  </a:cubicBezTo>
                  <a:cubicBezTo>
                    <a:pt x="2469" y="5805"/>
                    <a:pt x="4004" y="2302"/>
                    <a:pt x="2669" y="1168"/>
                  </a:cubicBezTo>
                  <a:cubicBezTo>
                    <a:pt x="1302" y="1"/>
                    <a:pt x="234" y="2703"/>
                    <a:pt x="234" y="2703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3979675" y="2405675"/>
              <a:ext cx="667175" cy="445175"/>
            </a:xfrm>
            <a:custGeom>
              <a:avLst/>
              <a:gdLst/>
              <a:ahLst/>
              <a:cxnLst/>
              <a:rect l="l" t="t" r="r" b="b"/>
              <a:pathLst>
                <a:path w="26687" h="17807" extrusionOk="0">
                  <a:moveTo>
                    <a:pt x="23485" y="0"/>
                  </a:moveTo>
                  <a:cubicBezTo>
                    <a:pt x="22312" y="0"/>
                    <a:pt x="21213" y="616"/>
                    <a:pt x="20115" y="1027"/>
                  </a:cubicBezTo>
                  <a:cubicBezTo>
                    <a:pt x="19582" y="1225"/>
                    <a:pt x="19051" y="1304"/>
                    <a:pt x="18522" y="1304"/>
                  </a:cubicBezTo>
                  <a:cubicBezTo>
                    <a:pt x="16637" y="1304"/>
                    <a:pt x="14771" y="302"/>
                    <a:pt x="12843" y="93"/>
                  </a:cubicBezTo>
                  <a:cubicBezTo>
                    <a:pt x="12457" y="50"/>
                    <a:pt x="12052" y="24"/>
                    <a:pt x="11642" y="24"/>
                  </a:cubicBezTo>
                  <a:cubicBezTo>
                    <a:pt x="9855" y="24"/>
                    <a:pt x="7968" y="519"/>
                    <a:pt x="7072" y="2228"/>
                  </a:cubicBezTo>
                  <a:cubicBezTo>
                    <a:pt x="7072" y="2228"/>
                    <a:pt x="3336" y="2662"/>
                    <a:pt x="1669" y="5764"/>
                  </a:cubicBezTo>
                  <a:cubicBezTo>
                    <a:pt x="1" y="8866"/>
                    <a:pt x="3136" y="13169"/>
                    <a:pt x="3136" y="13169"/>
                  </a:cubicBezTo>
                  <a:cubicBezTo>
                    <a:pt x="3136" y="13169"/>
                    <a:pt x="3450" y="12790"/>
                    <a:pt x="3966" y="12790"/>
                  </a:cubicBezTo>
                  <a:cubicBezTo>
                    <a:pt x="4488" y="12790"/>
                    <a:pt x="5217" y="13178"/>
                    <a:pt x="6038" y="14737"/>
                  </a:cubicBezTo>
                  <a:lnTo>
                    <a:pt x="5972" y="17806"/>
                  </a:lnTo>
                  <a:cubicBezTo>
                    <a:pt x="6572" y="17706"/>
                    <a:pt x="7106" y="17406"/>
                    <a:pt x="7473" y="16939"/>
                  </a:cubicBezTo>
                  <a:cubicBezTo>
                    <a:pt x="7673" y="16505"/>
                    <a:pt x="7806" y="16072"/>
                    <a:pt x="7873" y="15605"/>
                  </a:cubicBezTo>
                  <a:cubicBezTo>
                    <a:pt x="8040" y="14704"/>
                    <a:pt x="8106" y="13803"/>
                    <a:pt x="8106" y="12903"/>
                  </a:cubicBezTo>
                  <a:cubicBezTo>
                    <a:pt x="8073" y="12569"/>
                    <a:pt x="8106" y="12202"/>
                    <a:pt x="8207" y="11869"/>
                  </a:cubicBezTo>
                  <a:cubicBezTo>
                    <a:pt x="8340" y="11535"/>
                    <a:pt x="8507" y="11201"/>
                    <a:pt x="8774" y="10935"/>
                  </a:cubicBezTo>
                  <a:cubicBezTo>
                    <a:pt x="9374" y="10234"/>
                    <a:pt x="10075" y="9667"/>
                    <a:pt x="10642" y="8933"/>
                  </a:cubicBezTo>
                  <a:cubicBezTo>
                    <a:pt x="11242" y="8266"/>
                    <a:pt x="11542" y="7365"/>
                    <a:pt x="11476" y="6431"/>
                  </a:cubicBezTo>
                  <a:lnTo>
                    <a:pt x="11476" y="6431"/>
                  </a:lnTo>
                  <a:cubicBezTo>
                    <a:pt x="13539" y="8151"/>
                    <a:pt x="16127" y="9052"/>
                    <a:pt x="18773" y="9052"/>
                  </a:cubicBezTo>
                  <a:cubicBezTo>
                    <a:pt x="19464" y="9052"/>
                    <a:pt x="20158" y="8991"/>
                    <a:pt x="20849" y="8866"/>
                  </a:cubicBezTo>
                  <a:cubicBezTo>
                    <a:pt x="23818" y="8266"/>
                    <a:pt x="26686" y="5664"/>
                    <a:pt x="26319" y="2395"/>
                  </a:cubicBezTo>
                  <a:cubicBezTo>
                    <a:pt x="26186" y="1261"/>
                    <a:pt x="25352" y="327"/>
                    <a:pt x="24251" y="93"/>
                  </a:cubicBezTo>
                  <a:cubicBezTo>
                    <a:pt x="23992" y="29"/>
                    <a:pt x="23737" y="0"/>
                    <a:pt x="234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4470025" y="2568475"/>
              <a:ext cx="112600" cy="221500"/>
            </a:xfrm>
            <a:custGeom>
              <a:avLst/>
              <a:gdLst/>
              <a:ahLst/>
              <a:cxnLst/>
              <a:rect l="l" t="t" r="r" b="b"/>
              <a:pathLst>
                <a:path w="4504" h="8860" extrusionOk="0">
                  <a:moveTo>
                    <a:pt x="1812" y="1"/>
                  </a:moveTo>
                  <a:cubicBezTo>
                    <a:pt x="1150" y="1"/>
                    <a:pt x="1001" y="1320"/>
                    <a:pt x="1001" y="1320"/>
                  </a:cubicBezTo>
                  <a:cubicBezTo>
                    <a:pt x="1001" y="1320"/>
                    <a:pt x="1" y="6391"/>
                    <a:pt x="2569" y="8859"/>
                  </a:cubicBezTo>
                  <a:cubicBezTo>
                    <a:pt x="2569" y="8859"/>
                    <a:pt x="3103" y="7325"/>
                    <a:pt x="3670" y="6958"/>
                  </a:cubicBezTo>
                  <a:cubicBezTo>
                    <a:pt x="4504" y="5123"/>
                    <a:pt x="4337" y="2988"/>
                    <a:pt x="3236" y="1320"/>
                  </a:cubicBezTo>
                  <a:cubicBezTo>
                    <a:pt x="2603" y="331"/>
                    <a:pt x="2143" y="1"/>
                    <a:pt x="18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4118100" y="2456375"/>
              <a:ext cx="492900" cy="196825"/>
            </a:xfrm>
            <a:custGeom>
              <a:avLst/>
              <a:gdLst/>
              <a:ahLst/>
              <a:cxnLst/>
              <a:rect l="l" t="t" r="r" b="b"/>
              <a:pathLst>
                <a:path w="19716" h="7873" fill="none" extrusionOk="0">
                  <a:moveTo>
                    <a:pt x="19715" y="0"/>
                  </a:moveTo>
                  <a:cubicBezTo>
                    <a:pt x="19248" y="1401"/>
                    <a:pt x="18181" y="2535"/>
                    <a:pt x="16780" y="3036"/>
                  </a:cubicBezTo>
                  <a:cubicBezTo>
                    <a:pt x="13244" y="4470"/>
                    <a:pt x="9808" y="2869"/>
                    <a:pt x="6272" y="2569"/>
                  </a:cubicBezTo>
                  <a:cubicBezTo>
                    <a:pt x="3403" y="2302"/>
                    <a:pt x="201" y="4904"/>
                    <a:pt x="1" y="7872"/>
                  </a:cubicBezTo>
                </a:path>
              </a:pathLst>
            </a:custGeom>
            <a:noFill/>
            <a:ln w="116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4063075" y="2497225"/>
              <a:ext cx="94250" cy="136800"/>
            </a:xfrm>
            <a:custGeom>
              <a:avLst/>
              <a:gdLst/>
              <a:ahLst/>
              <a:cxnLst/>
              <a:rect l="l" t="t" r="r" b="b"/>
              <a:pathLst>
                <a:path w="3770" h="5472" fill="none" extrusionOk="0">
                  <a:moveTo>
                    <a:pt x="0" y="5471"/>
                  </a:moveTo>
                  <a:cubicBezTo>
                    <a:pt x="100" y="3070"/>
                    <a:pt x="1568" y="935"/>
                    <a:pt x="3770" y="1"/>
                  </a:cubicBezTo>
                </a:path>
              </a:pathLst>
            </a:custGeom>
            <a:noFill/>
            <a:ln w="116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4177325" y="3110175"/>
              <a:ext cx="296900" cy="104250"/>
            </a:xfrm>
            <a:custGeom>
              <a:avLst/>
              <a:gdLst/>
              <a:ahLst/>
              <a:cxnLst/>
              <a:rect l="l" t="t" r="r" b="b"/>
              <a:pathLst>
                <a:path w="11876" h="4170" fill="none" extrusionOk="0">
                  <a:moveTo>
                    <a:pt x="0" y="401"/>
                  </a:moveTo>
                  <a:cubicBezTo>
                    <a:pt x="1535" y="2035"/>
                    <a:pt x="3403" y="3303"/>
                    <a:pt x="5504" y="4170"/>
                  </a:cubicBezTo>
                  <a:cubicBezTo>
                    <a:pt x="5504" y="4170"/>
                    <a:pt x="9741" y="2936"/>
                    <a:pt x="11875" y="0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4139800" y="2744075"/>
              <a:ext cx="212675" cy="213500"/>
            </a:xfrm>
            <a:custGeom>
              <a:avLst/>
              <a:gdLst/>
              <a:ahLst/>
              <a:cxnLst/>
              <a:rect l="l" t="t" r="r" b="b"/>
              <a:pathLst>
                <a:path w="8507" h="8540" fill="none" extrusionOk="0">
                  <a:moveTo>
                    <a:pt x="7672" y="2702"/>
                  </a:moveTo>
                  <a:cubicBezTo>
                    <a:pt x="8506" y="4570"/>
                    <a:pt x="7706" y="6805"/>
                    <a:pt x="5804" y="7673"/>
                  </a:cubicBezTo>
                  <a:cubicBezTo>
                    <a:pt x="3936" y="8540"/>
                    <a:pt x="1701" y="7706"/>
                    <a:pt x="834" y="5805"/>
                  </a:cubicBezTo>
                  <a:cubicBezTo>
                    <a:pt x="0" y="3937"/>
                    <a:pt x="801" y="1702"/>
                    <a:pt x="2702" y="868"/>
                  </a:cubicBezTo>
                  <a:cubicBezTo>
                    <a:pt x="4570" y="0"/>
                    <a:pt x="6805" y="801"/>
                    <a:pt x="7672" y="2702"/>
                  </a:cubicBezTo>
                  <a:close/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4355775" y="2751575"/>
              <a:ext cx="198500" cy="198500"/>
            </a:xfrm>
            <a:custGeom>
              <a:avLst/>
              <a:gdLst/>
              <a:ahLst/>
              <a:cxnLst/>
              <a:rect l="l" t="t" r="r" b="b"/>
              <a:pathLst>
                <a:path w="7940" h="7940" fill="none" extrusionOk="0">
                  <a:moveTo>
                    <a:pt x="7706" y="3503"/>
                  </a:moveTo>
                  <a:cubicBezTo>
                    <a:pt x="7940" y="5571"/>
                    <a:pt x="6472" y="7439"/>
                    <a:pt x="4437" y="7706"/>
                  </a:cubicBezTo>
                  <a:cubicBezTo>
                    <a:pt x="2369" y="7940"/>
                    <a:pt x="501" y="6472"/>
                    <a:pt x="268" y="4437"/>
                  </a:cubicBezTo>
                  <a:cubicBezTo>
                    <a:pt x="1" y="2369"/>
                    <a:pt x="1468" y="501"/>
                    <a:pt x="3503" y="267"/>
                  </a:cubicBezTo>
                  <a:cubicBezTo>
                    <a:pt x="5571" y="1"/>
                    <a:pt x="7439" y="1468"/>
                    <a:pt x="7706" y="3503"/>
                  </a:cubicBezTo>
                  <a:close/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4135625" y="3085975"/>
              <a:ext cx="377800" cy="276075"/>
            </a:xfrm>
            <a:custGeom>
              <a:avLst/>
              <a:gdLst/>
              <a:ahLst/>
              <a:cxnLst/>
              <a:rect l="l" t="t" r="r" b="b"/>
              <a:pathLst>
                <a:path w="15112" h="11043" fill="none" extrusionOk="0">
                  <a:moveTo>
                    <a:pt x="2469" y="1"/>
                  </a:moveTo>
                  <a:cubicBezTo>
                    <a:pt x="1702" y="201"/>
                    <a:pt x="1068" y="701"/>
                    <a:pt x="668" y="1369"/>
                  </a:cubicBezTo>
                  <a:cubicBezTo>
                    <a:pt x="0" y="2536"/>
                    <a:pt x="401" y="6239"/>
                    <a:pt x="401" y="6239"/>
                  </a:cubicBezTo>
                  <a:cubicBezTo>
                    <a:pt x="401" y="6239"/>
                    <a:pt x="3837" y="9608"/>
                    <a:pt x="6739" y="11042"/>
                  </a:cubicBezTo>
                  <a:lnTo>
                    <a:pt x="7606" y="6205"/>
                  </a:lnTo>
                  <a:lnTo>
                    <a:pt x="8940" y="11042"/>
                  </a:lnTo>
                  <a:cubicBezTo>
                    <a:pt x="8940" y="11042"/>
                    <a:pt x="13443" y="7840"/>
                    <a:pt x="14711" y="5138"/>
                  </a:cubicBezTo>
                  <a:cubicBezTo>
                    <a:pt x="14711" y="5138"/>
                    <a:pt x="15111" y="2002"/>
                    <a:pt x="14711" y="968"/>
                  </a:cubicBezTo>
                  <a:cubicBezTo>
                    <a:pt x="14511" y="401"/>
                    <a:pt x="13977" y="1"/>
                    <a:pt x="13343" y="1"/>
                  </a:cubicBezTo>
                </a:path>
              </a:pathLst>
            </a:custGeom>
            <a:solidFill>
              <a:schemeClr val="lt1"/>
            </a:solidFill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3985525" y="3578000"/>
              <a:ext cx="77575" cy="316100"/>
            </a:xfrm>
            <a:custGeom>
              <a:avLst/>
              <a:gdLst/>
              <a:ahLst/>
              <a:cxnLst/>
              <a:rect l="l" t="t" r="r" b="b"/>
              <a:pathLst>
                <a:path w="3103" h="12644" fill="none" extrusionOk="0">
                  <a:moveTo>
                    <a:pt x="3102" y="12643"/>
                  </a:moveTo>
                  <a:cubicBezTo>
                    <a:pt x="3102" y="12643"/>
                    <a:pt x="1768" y="3670"/>
                    <a:pt x="0" y="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889625" y="3379525"/>
              <a:ext cx="69225" cy="115950"/>
            </a:xfrm>
            <a:custGeom>
              <a:avLst/>
              <a:gdLst/>
              <a:ahLst/>
              <a:cxnLst/>
              <a:rect l="l" t="t" r="r" b="b"/>
              <a:pathLst>
                <a:path w="2769" h="4638" fill="none" extrusionOk="0">
                  <a:moveTo>
                    <a:pt x="0" y="1"/>
                  </a:moveTo>
                  <a:cubicBezTo>
                    <a:pt x="1034" y="1468"/>
                    <a:pt x="1935" y="3003"/>
                    <a:pt x="2769" y="4637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4767750" y="3437075"/>
              <a:ext cx="37550" cy="109275"/>
            </a:xfrm>
            <a:custGeom>
              <a:avLst/>
              <a:gdLst/>
              <a:ahLst/>
              <a:cxnLst/>
              <a:rect l="l" t="t" r="r" b="b"/>
              <a:pathLst>
                <a:path w="1502" h="4371" fill="none" extrusionOk="0">
                  <a:moveTo>
                    <a:pt x="0" y="4370"/>
                  </a:moveTo>
                  <a:cubicBezTo>
                    <a:pt x="367" y="2902"/>
                    <a:pt x="867" y="1435"/>
                    <a:pt x="1501" y="0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4699350" y="3613850"/>
              <a:ext cx="52575" cy="280250"/>
            </a:xfrm>
            <a:custGeom>
              <a:avLst/>
              <a:gdLst/>
              <a:ahLst/>
              <a:cxnLst/>
              <a:rect l="l" t="t" r="r" b="b"/>
              <a:pathLst>
                <a:path w="2103" h="11210" fill="none" extrusionOk="0">
                  <a:moveTo>
                    <a:pt x="1" y="11209"/>
                  </a:moveTo>
                  <a:cubicBezTo>
                    <a:pt x="1" y="11209"/>
                    <a:pt x="935" y="5071"/>
                    <a:pt x="2102" y="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4740225" y="3614700"/>
              <a:ext cx="92600" cy="63400"/>
            </a:xfrm>
            <a:custGeom>
              <a:avLst/>
              <a:gdLst/>
              <a:ahLst/>
              <a:cxnLst/>
              <a:rect l="l" t="t" r="r" b="b"/>
              <a:pathLst>
                <a:path w="3704" h="2536" fill="none" extrusionOk="0">
                  <a:moveTo>
                    <a:pt x="0" y="2536"/>
                  </a:moveTo>
                  <a:cubicBezTo>
                    <a:pt x="901" y="1301"/>
                    <a:pt x="2235" y="401"/>
                    <a:pt x="3703" y="0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4507550" y="3194400"/>
              <a:ext cx="639650" cy="1105800"/>
            </a:xfrm>
            <a:custGeom>
              <a:avLst/>
              <a:gdLst/>
              <a:ahLst/>
              <a:cxnLst/>
              <a:rect l="l" t="t" r="r" b="b"/>
              <a:pathLst>
                <a:path w="25586" h="44232" fill="none" extrusionOk="0">
                  <a:moveTo>
                    <a:pt x="1" y="0"/>
                  </a:moveTo>
                  <a:cubicBezTo>
                    <a:pt x="1" y="0"/>
                    <a:pt x="7773" y="3103"/>
                    <a:pt x="12777" y="4870"/>
                  </a:cubicBezTo>
                  <a:cubicBezTo>
                    <a:pt x="12777" y="4870"/>
                    <a:pt x="18948" y="10675"/>
                    <a:pt x="25586" y="30756"/>
                  </a:cubicBezTo>
                  <a:cubicBezTo>
                    <a:pt x="25586" y="30756"/>
                    <a:pt x="19515" y="40963"/>
                    <a:pt x="7973" y="44232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4756900" y="3893225"/>
              <a:ext cx="290225" cy="171825"/>
            </a:xfrm>
            <a:custGeom>
              <a:avLst/>
              <a:gdLst/>
              <a:ahLst/>
              <a:cxnLst/>
              <a:rect l="l" t="t" r="r" b="b"/>
              <a:pathLst>
                <a:path w="11609" h="6873" fill="none" extrusionOk="0">
                  <a:moveTo>
                    <a:pt x="1" y="6872"/>
                  </a:moveTo>
                  <a:lnTo>
                    <a:pt x="5571" y="2236"/>
                  </a:lnTo>
                  <a:cubicBezTo>
                    <a:pt x="5571" y="2236"/>
                    <a:pt x="8540" y="1"/>
                    <a:pt x="11609" y="1535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4751900" y="3663900"/>
              <a:ext cx="144300" cy="285225"/>
            </a:xfrm>
            <a:custGeom>
              <a:avLst/>
              <a:gdLst/>
              <a:ahLst/>
              <a:cxnLst/>
              <a:rect l="l" t="t" r="r" b="b"/>
              <a:pathLst>
                <a:path w="5772" h="11409" fill="none" extrusionOk="0">
                  <a:moveTo>
                    <a:pt x="0" y="0"/>
                  </a:moveTo>
                  <a:cubicBezTo>
                    <a:pt x="0" y="0"/>
                    <a:pt x="4604" y="6839"/>
                    <a:pt x="5771" y="11409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3794550" y="3939100"/>
              <a:ext cx="170150" cy="48400"/>
            </a:xfrm>
            <a:custGeom>
              <a:avLst/>
              <a:gdLst/>
              <a:ahLst/>
              <a:cxnLst/>
              <a:rect l="l" t="t" r="r" b="b"/>
              <a:pathLst>
                <a:path w="6806" h="1936" fill="none" extrusionOk="0">
                  <a:moveTo>
                    <a:pt x="6805" y="1935"/>
                  </a:moveTo>
                  <a:lnTo>
                    <a:pt x="5171" y="401"/>
                  </a:lnTo>
                  <a:cubicBezTo>
                    <a:pt x="5171" y="401"/>
                    <a:pt x="2769" y="0"/>
                    <a:pt x="0" y="1802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3923800" y="3697250"/>
              <a:ext cx="100925" cy="251875"/>
            </a:xfrm>
            <a:custGeom>
              <a:avLst/>
              <a:gdLst/>
              <a:ahLst/>
              <a:cxnLst/>
              <a:rect l="l" t="t" r="r" b="b"/>
              <a:pathLst>
                <a:path w="4037" h="10075" fill="none" extrusionOk="0">
                  <a:moveTo>
                    <a:pt x="1" y="10075"/>
                  </a:moveTo>
                  <a:cubicBezTo>
                    <a:pt x="1" y="10075"/>
                    <a:pt x="2036" y="3403"/>
                    <a:pt x="4037" y="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3699475" y="3214400"/>
              <a:ext cx="443675" cy="1071625"/>
            </a:xfrm>
            <a:custGeom>
              <a:avLst/>
              <a:gdLst/>
              <a:ahLst/>
              <a:cxnLst/>
              <a:rect l="l" t="t" r="r" b="b"/>
              <a:pathLst>
                <a:path w="17747" h="42865" fill="none" extrusionOk="0">
                  <a:moveTo>
                    <a:pt x="17747" y="1"/>
                  </a:moveTo>
                  <a:cubicBezTo>
                    <a:pt x="17747" y="1"/>
                    <a:pt x="6572" y="4204"/>
                    <a:pt x="5471" y="5438"/>
                  </a:cubicBezTo>
                  <a:cubicBezTo>
                    <a:pt x="4370" y="6672"/>
                    <a:pt x="201" y="30122"/>
                    <a:pt x="101" y="32791"/>
                  </a:cubicBezTo>
                  <a:cubicBezTo>
                    <a:pt x="1" y="35193"/>
                    <a:pt x="8707" y="40597"/>
                    <a:pt x="13010" y="42865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309075" y="3394550"/>
              <a:ext cx="42550" cy="37150"/>
            </a:xfrm>
            <a:custGeom>
              <a:avLst/>
              <a:gdLst/>
              <a:ahLst/>
              <a:cxnLst/>
              <a:rect l="l" t="t" r="r" b="b"/>
              <a:pathLst>
                <a:path w="1702" h="1486" extrusionOk="0">
                  <a:moveTo>
                    <a:pt x="968" y="0"/>
                  </a:moveTo>
                  <a:cubicBezTo>
                    <a:pt x="301" y="0"/>
                    <a:pt x="1" y="801"/>
                    <a:pt x="434" y="1268"/>
                  </a:cubicBezTo>
                  <a:cubicBezTo>
                    <a:pt x="585" y="1418"/>
                    <a:pt x="770" y="1485"/>
                    <a:pt x="951" y="1485"/>
                  </a:cubicBezTo>
                  <a:cubicBezTo>
                    <a:pt x="1334" y="1485"/>
                    <a:pt x="1702" y="1186"/>
                    <a:pt x="1702" y="734"/>
                  </a:cubicBezTo>
                  <a:cubicBezTo>
                    <a:pt x="1702" y="334"/>
                    <a:pt x="1368" y="0"/>
                    <a:pt x="9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4024700" y="4365225"/>
              <a:ext cx="665500" cy="30050"/>
            </a:xfrm>
            <a:custGeom>
              <a:avLst/>
              <a:gdLst/>
              <a:ahLst/>
              <a:cxnLst/>
              <a:rect l="l" t="t" r="r" b="b"/>
              <a:pathLst>
                <a:path w="26620" h="1202" extrusionOk="0">
                  <a:moveTo>
                    <a:pt x="601" y="1"/>
                  </a:moveTo>
                  <a:cubicBezTo>
                    <a:pt x="268" y="1"/>
                    <a:pt x="1" y="268"/>
                    <a:pt x="1" y="601"/>
                  </a:cubicBezTo>
                  <a:cubicBezTo>
                    <a:pt x="1" y="935"/>
                    <a:pt x="268" y="1202"/>
                    <a:pt x="601" y="1202"/>
                  </a:cubicBezTo>
                  <a:lnTo>
                    <a:pt x="26020" y="1202"/>
                  </a:lnTo>
                  <a:cubicBezTo>
                    <a:pt x="26353" y="1202"/>
                    <a:pt x="26620" y="935"/>
                    <a:pt x="26620" y="601"/>
                  </a:cubicBezTo>
                  <a:cubicBezTo>
                    <a:pt x="26620" y="268"/>
                    <a:pt x="26353" y="1"/>
                    <a:pt x="260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3950500" y="3893225"/>
              <a:ext cx="838125" cy="486200"/>
            </a:xfrm>
            <a:custGeom>
              <a:avLst/>
              <a:gdLst/>
              <a:ahLst/>
              <a:cxnLst/>
              <a:rect l="l" t="t" r="r" b="b"/>
              <a:pathLst>
                <a:path w="33525" h="19448" extrusionOk="0">
                  <a:moveTo>
                    <a:pt x="1902" y="1"/>
                  </a:moveTo>
                  <a:cubicBezTo>
                    <a:pt x="801" y="1"/>
                    <a:pt x="0" y="1001"/>
                    <a:pt x="234" y="2035"/>
                  </a:cubicBezTo>
                  <a:lnTo>
                    <a:pt x="3269" y="17513"/>
                  </a:lnTo>
                  <a:cubicBezTo>
                    <a:pt x="3436" y="18314"/>
                    <a:pt x="4103" y="18881"/>
                    <a:pt x="4904" y="18914"/>
                  </a:cubicBezTo>
                  <a:lnTo>
                    <a:pt x="28187" y="19448"/>
                  </a:lnTo>
                  <a:cubicBezTo>
                    <a:pt x="28988" y="19448"/>
                    <a:pt x="29721" y="18881"/>
                    <a:pt x="29888" y="18080"/>
                  </a:cubicBezTo>
                  <a:lnTo>
                    <a:pt x="33291" y="2069"/>
                  </a:lnTo>
                  <a:cubicBezTo>
                    <a:pt x="33524" y="1001"/>
                    <a:pt x="32690" y="1"/>
                    <a:pt x="31623" y="1"/>
                  </a:cubicBezTo>
                  <a:close/>
                </a:path>
              </a:pathLst>
            </a:custGeom>
            <a:solidFill>
              <a:srgbClr val="FFFFFF"/>
            </a:solidFill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4287400" y="4065025"/>
              <a:ext cx="139300" cy="118650"/>
            </a:xfrm>
            <a:custGeom>
              <a:avLst/>
              <a:gdLst/>
              <a:ahLst/>
              <a:cxnLst/>
              <a:rect l="l" t="t" r="r" b="b"/>
              <a:pathLst>
                <a:path w="5572" h="4746" extrusionOk="0">
                  <a:moveTo>
                    <a:pt x="3169" y="0"/>
                  </a:moveTo>
                  <a:cubicBezTo>
                    <a:pt x="1068" y="0"/>
                    <a:pt x="0" y="2569"/>
                    <a:pt x="1502" y="4036"/>
                  </a:cubicBezTo>
                  <a:cubicBezTo>
                    <a:pt x="1991" y="4526"/>
                    <a:pt x="2591" y="4746"/>
                    <a:pt x="3178" y="4746"/>
                  </a:cubicBezTo>
                  <a:cubicBezTo>
                    <a:pt x="4390" y="4746"/>
                    <a:pt x="5549" y="3807"/>
                    <a:pt x="5571" y="2369"/>
                  </a:cubicBezTo>
                  <a:cubicBezTo>
                    <a:pt x="5571" y="1068"/>
                    <a:pt x="4504" y="0"/>
                    <a:pt x="31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4542575" y="3931600"/>
              <a:ext cx="88425" cy="25"/>
            </a:xfrm>
            <a:custGeom>
              <a:avLst/>
              <a:gdLst/>
              <a:ahLst/>
              <a:cxnLst/>
              <a:rect l="l" t="t" r="r" b="b"/>
              <a:pathLst>
                <a:path w="3537" h="1" fill="none" extrusionOk="0">
                  <a:moveTo>
                    <a:pt x="1" y="0"/>
                  </a:moveTo>
                  <a:lnTo>
                    <a:pt x="3537" y="0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4121450" y="3931600"/>
              <a:ext cx="335250" cy="25"/>
            </a:xfrm>
            <a:custGeom>
              <a:avLst/>
              <a:gdLst/>
              <a:ahLst/>
              <a:cxnLst/>
              <a:rect l="l" t="t" r="r" b="b"/>
              <a:pathLst>
                <a:path w="13410" h="1" fill="none" extrusionOk="0">
                  <a:moveTo>
                    <a:pt x="0" y="0"/>
                  </a:moveTo>
                  <a:lnTo>
                    <a:pt x="13410" y="0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3612750" y="4233000"/>
              <a:ext cx="1666225" cy="715175"/>
            </a:xfrm>
            <a:custGeom>
              <a:avLst/>
              <a:gdLst/>
              <a:ahLst/>
              <a:cxnLst/>
              <a:rect l="l" t="t" r="r" b="b"/>
              <a:pathLst>
                <a:path w="66649" h="28607" extrusionOk="0">
                  <a:moveTo>
                    <a:pt x="56397" y="0"/>
                  </a:moveTo>
                  <a:cubicBezTo>
                    <a:pt x="52566" y="0"/>
                    <a:pt x="46607" y="1239"/>
                    <a:pt x="43765" y="2688"/>
                  </a:cubicBezTo>
                  <a:cubicBezTo>
                    <a:pt x="43698" y="3589"/>
                    <a:pt x="43465" y="4456"/>
                    <a:pt x="43098" y="5290"/>
                  </a:cubicBezTo>
                  <a:cubicBezTo>
                    <a:pt x="43098" y="5290"/>
                    <a:pt x="29566" y="6042"/>
                    <a:pt x="23189" y="6042"/>
                  </a:cubicBezTo>
                  <a:cubicBezTo>
                    <a:pt x="21506" y="6042"/>
                    <a:pt x="20321" y="5989"/>
                    <a:pt x="20015" y="5857"/>
                  </a:cubicBezTo>
                  <a:cubicBezTo>
                    <a:pt x="18881" y="5323"/>
                    <a:pt x="17813" y="4689"/>
                    <a:pt x="16779" y="3956"/>
                  </a:cubicBezTo>
                  <a:cubicBezTo>
                    <a:pt x="16546" y="3781"/>
                    <a:pt x="16058" y="3724"/>
                    <a:pt x="15485" y="3724"/>
                  </a:cubicBezTo>
                  <a:cubicBezTo>
                    <a:pt x="14416" y="3724"/>
                    <a:pt x="13052" y="3922"/>
                    <a:pt x="12509" y="3922"/>
                  </a:cubicBezTo>
                  <a:cubicBezTo>
                    <a:pt x="10875" y="3922"/>
                    <a:pt x="9207" y="3989"/>
                    <a:pt x="7573" y="4189"/>
                  </a:cubicBezTo>
                  <a:cubicBezTo>
                    <a:pt x="4971" y="4489"/>
                    <a:pt x="1035" y="5323"/>
                    <a:pt x="301" y="8359"/>
                  </a:cubicBezTo>
                  <a:cubicBezTo>
                    <a:pt x="1" y="9560"/>
                    <a:pt x="434" y="10827"/>
                    <a:pt x="1035" y="11895"/>
                  </a:cubicBezTo>
                  <a:cubicBezTo>
                    <a:pt x="6038" y="20701"/>
                    <a:pt x="15712" y="23136"/>
                    <a:pt x="24985" y="25037"/>
                  </a:cubicBezTo>
                  <a:cubicBezTo>
                    <a:pt x="33825" y="26872"/>
                    <a:pt x="40730" y="28607"/>
                    <a:pt x="40730" y="28607"/>
                  </a:cubicBezTo>
                  <a:lnTo>
                    <a:pt x="43465" y="21501"/>
                  </a:lnTo>
                  <a:cubicBezTo>
                    <a:pt x="53939" y="19166"/>
                    <a:pt x="65481" y="10594"/>
                    <a:pt x="66048" y="7391"/>
                  </a:cubicBezTo>
                  <a:cubicBezTo>
                    <a:pt x="66648" y="4222"/>
                    <a:pt x="63579" y="1154"/>
                    <a:pt x="58376" y="153"/>
                  </a:cubicBezTo>
                  <a:cubicBezTo>
                    <a:pt x="57826" y="48"/>
                    <a:pt x="57153" y="0"/>
                    <a:pt x="5639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3973850" y="4440275"/>
              <a:ext cx="725525" cy="330275"/>
            </a:xfrm>
            <a:custGeom>
              <a:avLst/>
              <a:gdLst/>
              <a:ahLst/>
              <a:cxnLst/>
              <a:rect l="l" t="t" r="r" b="b"/>
              <a:pathLst>
                <a:path w="29021" h="13211" fill="none" extrusionOk="0">
                  <a:moveTo>
                    <a:pt x="29021" y="13210"/>
                  </a:moveTo>
                  <a:cubicBezTo>
                    <a:pt x="29021" y="13210"/>
                    <a:pt x="22416" y="11443"/>
                    <a:pt x="17046" y="7840"/>
                  </a:cubicBezTo>
                  <a:cubicBezTo>
                    <a:pt x="11675" y="4204"/>
                    <a:pt x="7506" y="1"/>
                    <a:pt x="0" y="868"/>
                  </a:cubicBezTo>
                </a:path>
              </a:pathLst>
            </a:custGeom>
            <a:noFill/>
            <a:ln w="116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4369950" y="4331050"/>
              <a:ext cx="445350" cy="283550"/>
            </a:xfrm>
            <a:custGeom>
              <a:avLst/>
              <a:gdLst/>
              <a:ahLst/>
              <a:cxnLst/>
              <a:rect l="l" t="t" r="r" b="b"/>
              <a:pathLst>
                <a:path w="17814" h="11342" fill="none" extrusionOk="0">
                  <a:moveTo>
                    <a:pt x="1" y="11342"/>
                  </a:moveTo>
                  <a:cubicBezTo>
                    <a:pt x="3370" y="10374"/>
                    <a:pt x="5872" y="8173"/>
                    <a:pt x="8607" y="6071"/>
                  </a:cubicBezTo>
                  <a:cubicBezTo>
                    <a:pt x="11476" y="3770"/>
                    <a:pt x="14545" y="1735"/>
                    <a:pt x="17814" y="0"/>
                  </a:cubicBezTo>
                </a:path>
              </a:pathLst>
            </a:custGeom>
            <a:noFill/>
            <a:ln w="116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1"/>
            <p:cNvSpPr/>
            <p:nvPr/>
          </p:nvSpPr>
          <p:spPr>
            <a:xfrm>
              <a:off x="4339925" y="2865825"/>
              <a:ext cx="24225" cy="25"/>
            </a:xfrm>
            <a:custGeom>
              <a:avLst/>
              <a:gdLst/>
              <a:ahLst/>
              <a:cxnLst/>
              <a:rect l="l" t="t" r="r" b="b"/>
              <a:pathLst>
                <a:path w="969" h="1" fill="none" extrusionOk="0">
                  <a:moveTo>
                    <a:pt x="1" y="1"/>
                  </a:moveTo>
                  <a:lnTo>
                    <a:pt x="968" y="1"/>
                  </a:ln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/>
          <p:nvPr/>
        </p:nvSpPr>
        <p:spPr>
          <a:xfrm>
            <a:off x="1978566" y="1273947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3"/>
          <p:cNvSpPr/>
          <p:nvPr/>
        </p:nvSpPr>
        <p:spPr>
          <a:xfrm>
            <a:off x="2020574" y="1328847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3"/>
          <p:cNvSpPr/>
          <p:nvPr/>
        </p:nvSpPr>
        <p:spPr>
          <a:xfrm>
            <a:off x="842765" y="1243097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3"/>
          <p:cNvSpPr/>
          <p:nvPr/>
        </p:nvSpPr>
        <p:spPr>
          <a:xfrm>
            <a:off x="865801" y="1266133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3"/>
          <p:cNvSpPr/>
          <p:nvPr/>
        </p:nvSpPr>
        <p:spPr>
          <a:xfrm>
            <a:off x="4799015" y="1243097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3"/>
          <p:cNvSpPr/>
          <p:nvPr/>
        </p:nvSpPr>
        <p:spPr>
          <a:xfrm>
            <a:off x="4822051" y="1266133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title"/>
          </p:nvPr>
        </p:nvSpPr>
        <p:spPr>
          <a:xfrm>
            <a:off x="2020574" y="1413039"/>
            <a:ext cx="1990583" cy="184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lt1"/>
                </a:solidFill>
              </a:rPr>
              <a:t>Introducción</a:t>
            </a:r>
            <a:endParaRPr sz="1100" dirty="0">
              <a:solidFill>
                <a:schemeClr val="lt1"/>
              </a:solidFill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subTitle" idx="1"/>
          </p:nvPr>
        </p:nvSpPr>
        <p:spPr>
          <a:xfrm>
            <a:off x="1953334" y="1548183"/>
            <a:ext cx="1990583" cy="326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Antecedente Proyecto.</a:t>
            </a:r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title" idx="2"/>
          </p:nvPr>
        </p:nvSpPr>
        <p:spPr>
          <a:xfrm>
            <a:off x="924803" y="1355469"/>
            <a:ext cx="643490" cy="2437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/>
              <a:t>01</a:t>
            </a:r>
            <a:endParaRPr sz="140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ÍNDICE</a:t>
            </a:r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6"/>
          </p:nvPr>
        </p:nvSpPr>
        <p:spPr>
          <a:xfrm>
            <a:off x="4881053" y="1355469"/>
            <a:ext cx="643490" cy="2437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/>
              <a:t>02</a:t>
            </a:r>
            <a:endParaRPr sz="1400"/>
          </a:p>
        </p:txBody>
      </p:sp>
      <p:sp>
        <p:nvSpPr>
          <p:cNvPr id="7" name="Google Shape;312;p33">
            <a:extLst>
              <a:ext uri="{FF2B5EF4-FFF2-40B4-BE49-F238E27FC236}">
                <a16:creationId xmlns:a16="http://schemas.microsoft.com/office/drawing/2014/main" id="{100EF605-19F3-FBF0-716E-89F28F4F0D34}"/>
              </a:ext>
            </a:extLst>
          </p:cNvPr>
          <p:cNvSpPr/>
          <p:nvPr/>
        </p:nvSpPr>
        <p:spPr>
          <a:xfrm>
            <a:off x="5930822" y="1273947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13;p33">
            <a:extLst>
              <a:ext uri="{FF2B5EF4-FFF2-40B4-BE49-F238E27FC236}">
                <a16:creationId xmlns:a16="http://schemas.microsoft.com/office/drawing/2014/main" id="{BE0A8BB8-FB2F-6B5D-BB99-744782872355}"/>
              </a:ext>
            </a:extLst>
          </p:cNvPr>
          <p:cNvSpPr/>
          <p:nvPr/>
        </p:nvSpPr>
        <p:spPr>
          <a:xfrm>
            <a:off x="5972830" y="1328847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609402B6-5B70-F987-5F61-475E73E00BC9}"/>
              </a:ext>
            </a:extLst>
          </p:cNvPr>
          <p:cNvSpPr txBox="1">
            <a:spLocks/>
          </p:cNvSpPr>
          <p:nvPr/>
        </p:nvSpPr>
        <p:spPr>
          <a:xfrm>
            <a:off x="5972830" y="1413039"/>
            <a:ext cx="1990583" cy="18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s-ES" sz="1100" dirty="0" err="1">
                <a:solidFill>
                  <a:schemeClr val="lt1"/>
                </a:solidFill>
              </a:rPr>
              <a:t>Dataset</a:t>
            </a:r>
            <a:endParaRPr lang="es-ES" sz="1100" dirty="0">
              <a:solidFill>
                <a:schemeClr val="lt1"/>
              </a:solidFill>
            </a:endParaRPr>
          </a:p>
        </p:txBody>
      </p:sp>
      <p:sp>
        <p:nvSpPr>
          <p:cNvPr id="10" name="Google Shape;329;p33">
            <a:extLst>
              <a:ext uri="{FF2B5EF4-FFF2-40B4-BE49-F238E27FC236}">
                <a16:creationId xmlns:a16="http://schemas.microsoft.com/office/drawing/2014/main" id="{0AC92CA2-87B4-384B-B008-0BCC8FCE2ACE}"/>
              </a:ext>
            </a:extLst>
          </p:cNvPr>
          <p:cNvSpPr txBox="1">
            <a:spLocks/>
          </p:cNvSpPr>
          <p:nvPr/>
        </p:nvSpPr>
        <p:spPr>
          <a:xfrm>
            <a:off x="5867400" y="1536139"/>
            <a:ext cx="2119049" cy="32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/>
            <a:r>
              <a:rPr lang="es-ES"/>
              <a:t>Exploración, Categorías y Entorno.</a:t>
            </a:r>
          </a:p>
        </p:txBody>
      </p:sp>
      <p:sp>
        <p:nvSpPr>
          <p:cNvPr id="23" name="Google Shape;312;p33">
            <a:extLst>
              <a:ext uri="{FF2B5EF4-FFF2-40B4-BE49-F238E27FC236}">
                <a16:creationId xmlns:a16="http://schemas.microsoft.com/office/drawing/2014/main" id="{9005992C-3F84-D6F5-7838-8A45B4D6E585}"/>
              </a:ext>
            </a:extLst>
          </p:cNvPr>
          <p:cNvSpPr/>
          <p:nvPr/>
        </p:nvSpPr>
        <p:spPr>
          <a:xfrm>
            <a:off x="2001602" y="2122509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13;p33">
            <a:extLst>
              <a:ext uri="{FF2B5EF4-FFF2-40B4-BE49-F238E27FC236}">
                <a16:creationId xmlns:a16="http://schemas.microsoft.com/office/drawing/2014/main" id="{5A63E016-9AD7-BF8C-9E73-AC78EBB77667}"/>
              </a:ext>
            </a:extLst>
          </p:cNvPr>
          <p:cNvSpPr/>
          <p:nvPr/>
        </p:nvSpPr>
        <p:spPr>
          <a:xfrm>
            <a:off x="2043610" y="2177409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14;p33">
            <a:extLst>
              <a:ext uri="{FF2B5EF4-FFF2-40B4-BE49-F238E27FC236}">
                <a16:creationId xmlns:a16="http://schemas.microsoft.com/office/drawing/2014/main" id="{BD3899BC-05EF-D464-8FF8-93737AC1AFF5}"/>
              </a:ext>
            </a:extLst>
          </p:cNvPr>
          <p:cNvSpPr/>
          <p:nvPr/>
        </p:nvSpPr>
        <p:spPr>
          <a:xfrm>
            <a:off x="865801" y="2091659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315;p33">
            <a:extLst>
              <a:ext uri="{FF2B5EF4-FFF2-40B4-BE49-F238E27FC236}">
                <a16:creationId xmlns:a16="http://schemas.microsoft.com/office/drawing/2014/main" id="{6AFB7BAF-4500-844F-D724-A26F1FF5B910}"/>
              </a:ext>
            </a:extLst>
          </p:cNvPr>
          <p:cNvSpPr/>
          <p:nvPr/>
        </p:nvSpPr>
        <p:spPr>
          <a:xfrm>
            <a:off x="888837" y="2114695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18;p33">
            <a:extLst>
              <a:ext uri="{FF2B5EF4-FFF2-40B4-BE49-F238E27FC236}">
                <a16:creationId xmlns:a16="http://schemas.microsoft.com/office/drawing/2014/main" id="{54ADF583-82DE-EAFE-92C0-B69FD6E8281C}"/>
              </a:ext>
            </a:extLst>
          </p:cNvPr>
          <p:cNvSpPr/>
          <p:nvPr/>
        </p:nvSpPr>
        <p:spPr>
          <a:xfrm>
            <a:off x="4822051" y="2091659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19;p33">
            <a:extLst>
              <a:ext uri="{FF2B5EF4-FFF2-40B4-BE49-F238E27FC236}">
                <a16:creationId xmlns:a16="http://schemas.microsoft.com/office/drawing/2014/main" id="{9003EECC-2BBB-EA69-DB67-19CE5786BFF1}"/>
              </a:ext>
            </a:extLst>
          </p:cNvPr>
          <p:cNvSpPr/>
          <p:nvPr/>
        </p:nvSpPr>
        <p:spPr>
          <a:xfrm>
            <a:off x="4845087" y="2114695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28;p33">
            <a:extLst>
              <a:ext uri="{FF2B5EF4-FFF2-40B4-BE49-F238E27FC236}">
                <a16:creationId xmlns:a16="http://schemas.microsoft.com/office/drawing/2014/main" id="{4E153B1F-A236-4D93-E52B-D545EB989088}"/>
              </a:ext>
            </a:extLst>
          </p:cNvPr>
          <p:cNvSpPr txBox="1">
            <a:spLocks/>
          </p:cNvSpPr>
          <p:nvPr/>
        </p:nvSpPr>
        <p:spPr>
          <a:xfrm>
            <a:off x="2043610" y="2204031"/>
            <a:ext cx="1990583" cy="24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s-ES" sz="1100">
                <a:solidFill>
                  <a:schemeClr val="lt1"/>
                </a:solidFill>
              </a:rPr>
              <a:t>Extracción de Categorías</a:t>
            </a:r>
          </a:p>
        </p:txBody>
      </p:sp>
      <p:sp>
        <p:nvSpPr>
          <p:cNvPr id="30" name="Google Shape;329;p33">
            <a:extLst>
              <a:ext uri="{FF2B5EF4-FFF2-40B4-BE49-F238E27FC236}">
                <a16:creationId xmlns:a16="http://schemas.microsoft.com/office/drawing/2014/main" id="{1DC87BB7-FD0F-54D5-69AE-80D1E174B509}"/>
              </a:ext>
            </a:extLst>
          </p:cNvPr>
          <p:cNvSpPr txBox="1">
            <a:spLocks/>
          </p:cNvSpPr>
          <p:nvPr/>
        </p:nvSpPr>
        <p:spPr>
          <a:xfrm>
            <a:off x="1998616" y="2384701"/>
            <a:ext cx="1990583" cy="32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s-ES"/>
              <a:t>Archivos y Resultados.</a:t>
            </a:r>
          </a:p>
        </p:txBody>
      </p:sp>
      <p:sp>
        <p:nvSpPr>
          <p:cNvPr id="31" name="Google Shape;330;p33">
            <a:extLst>
              <a:ext uri="{FF2B5EF4-FFF2-40B4-BE49-F238E27FC236}">
                <a16:creationId xmlns:a16="http://schemas.microsoft.com/office/drawing/2014/main" id="{86658874-D2C9-677A-ACAD-0EB28AF01F89}"/>
              </a:ext>
            </a:extLst>
          </p:cNvPr>
          <p:cNvSpPr txBox="1">
            <a:spLocks/>
          </p:cNvSpPr>
          <p:nvPr/>
        </p:nvSpPr>
        <p:spPr>
          <a:xfrm>
            <a:off x="947839" y="2204031"/>
            <a:ext cx="643490" cy="2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3500" b="1" i="0" u="none" strike="noStrike" cap="non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de" sz="1400"/>
              <a:t>03</a:t>
            </a:r>
          </a:p>
        </p:txBody>
      </p:sp>
      <p:sp>
        <p:nvSpPr>
          <p:cNvPr id="288" name="Google Shape;334;p33">
            <a:extLst>
              <a:ext uri="{FF2B5EF4-FFF2-40B4-BE49-F238E27FC236}">
                <a16:creationId xmlns:a16="http://schemas.microsoft.com/office/drawing/2014/main" id="{25F85C65-B8C9-65EE-3CBA-3D33EDFFB1B8}"/>
              </a:ext>
            </a:extLst>
          </p:cNvPr>
          <p:cNvSpPr txBox="1">
            <a:spLocks/>
          </p:cNvSpPr>
          <p:nvPr/>
        </p:nvSpPr>
        <p:spPr>
          <a:xfrm>
            <a:off x="4904089" y="2204031"/>
            <a:ext cx="643490" cy="2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3500" b="1" i="0" u="none" strike="noStrike" cap="non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de" sz="1400"/>
              <a:t>04</a:t>
            </a:r>
          </a:p>
        </p:txBody>
      </p:sp>
      <p:sp>
        <p:nvSpPr>
          <p:cNvPr id="289" name="Google Shape;312;p33">
            <a:extLst>
              <a:ext uri="{FF2B5EF4-FFF2-40B4-BE49-F238E27FC236}">
                <a16:creationId xmlns:a16="http://schemas.microsoft.com/office/drawing/2014/main" id="{64A19E48-53B4-EBB0-4FED-07894C9CB367}"/>
              </a:ext>
            </a:extLst>
          </p:cNvPr>
          <p:cNvSpPr/>
          <p:nvPr/>
        </p:nvSpPr>
        <p:spPr>
          <a:xfrm>
            <a:off x="5930822" y="2068240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313;p33">
            <a:extLst>
              <a:ext uri="{FF2B5EF4-FFF2-40B4-BE49-F238E27FC236}">
                <a16:creationId xmlns:a16="http://schemas.microsoft.com/office/drawing/2014/main" id="{6EFB30D1-7ADA-2A66-B4A3-8C612FB6988A}"/>
              </a:ext>
            </a:extLst>
          </p:cNvPr>
          <p:cNvSpPr/>
          <p:nvPr/>
        </p:nvSpPr>
        <p:spPr>
          <a:xfrm>
            <a:off x="5995866" y="2177409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328;p33">
            <a:extLst>
              <a:ext uri="{FF2B5EF4-FFF2-40B4-BE49-F238E27FC236}">
                <a16:creationId xmlns:a16="http://schemas.microsoft.com/office/drawing/2014/main" id="{AF28325F-6943-1EE0-DA79-1AD97FF83EE7}"/>
              </a:ext>
            </a:extLst>
          </p:cNvPr>
          <p:cNvSpPr txBox="1">
            <a:spLocks/>
          </p:cNvSpPr>
          <p:nvPr/>
        </p:nvSpPr>
        <p:spPr>
          <a:xfrm>
            <a:off x="5953858" y="2277260"/>
            <a:ext cx="2032591" cy="18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s-ES" sz="1100">
                <a:solidFill>
                  <a:schemeClr val="lt1"/>
                </a:solidFill>
              </a:rPr>
              <a:t>Base de Datos Documental</a:t>
            </a:r>
          </a:p>
        </p:txBody>
      </p:sp>
      <p:sp>
        <p:nvSpPr>
          <p:cNvPr id="292" name="Google Shape;329;p33">
            <a:extLst>
              <a:ext uri="{FF2B5EF4-FFF2-40B4-BE49-F238E27FC236}">
                <a16:creationId xmlns:a16="http://schemas.microsoft.com/office/drawing/2014/main" id="{78426015-07CC-6BF5-D6BF-6C3A27EA1ADA}"/>
              </a:ext>
            </a:extLst>
          </p:cNvPr>
          <p:cNvSpPr txBox="1">
            <a:spLocks/>
          </p:cNvSpPr>
          <p:nvPr/>
        </p:nvSpPr>
        <p:spPr>
          <a:xfrm>
            <a:off x="5981068" y="2384701"/>
            <a:ext cx="1990583" cy="32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s-ES" i="1" err="1"/>
              <a:t>BaseX</a:t>
            </a:r>
            <a:r>
              <a:rPr lang="es-ES"/>
              <a:t> y Resultados.</a:t>
            </a:r>
          </a:p>
        </p:txBody>
      </p:sp>
      <p:sp>
        <p:nvSpPr>
          <p:cNvPr id="307" name="Google Shape;312;p33">
            <a:extLst>
              <a:ext uri="{FF2B5EF4-FFF2-40B4-BE49-F238E27FC236}">
                <a16:creationId xmlns:a16="http://schemas.microsoft.com/office/drawing/2014/main" id="{F57B2407-4FBF-1731-21DB-A53C28224D0D}"/>
              </a:ext>
            </a:extLst>
          </p:cNvPr>
          <p:cNvSpPr/>
          <p:nvPr/>
        </p:nvSpPr>
        <p:spPr>
          <a:xfrm>
            <a:off x="2001602" y="2967772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13;p33">
            <a:extLst>
              <a:ext uri="{FF2B5EF4-FFF2-40B4-BE49-F238E27FC236}">
                <a16:creationId xmlns:a16="http://schemas.microsoft.com/office/drawing/2014/main" id="{0BDAEC84-6524-DCA0-C7C2-1244D9F61A90}"/>
              </a:ext>
            </a:extLst>
          </p:cNvPr>
          <p:cNvSpPr/>
          <p:nvPr/>
        </p:nvSpPr>
        <p:spPr>
          <a:xfrm>
            <a:off x="2043610" y="3022672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14;p33">
            <a:extLst>
              <a:ext uri="{FF2B5EF4-FFF2-40B4-BE49-F238E27FC236}">
                <a16:creationId xmlns:a16="http://schemas.microsoft.com/office/drawing/2014/main" id="{C80A3D23-B496-79CB-9F01-754C4AAF890B}"/>
              </a:ext>
            </a:extLst>
          </p:cNvPr>
          <p:cNvSpPr/>
          <p:nvPr/>
        </p:nvSpPr>
        <p:spPr>
          <a:xfrm>
            <a:off x="865801" y="2936922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5;p33">
            <a:extLst>
              <a:ext uri="{FF2B5EF4-FFF2-40B4-BE49-F238E27FC236}">
                <a16:creationId xmlns:a16="http://schemas.microsoft.com/office/drawing/2014/main" id="{2E2903C8-3D1A-5ECB-2FD1-5BD2D2082A3B}"/>
              </a:ext>
            </a:extLst>
          </p:cNvPr>
          <p:cNvSpPr/>
          <p:nvPr/>
        </p:nvSpPr>
        <p:spPr>
          <a:xfrm>
            <a:off x="888837" y="2959958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8;p33">
            <a:extLst>
              <a:ext uri="{FF2B5EF4-FFF2-40B4-BE49-F238E27FC236}">
                <a16:creationId xmlns:a16="http://schemas.microsoft.com/office/drawing/2014/main" id="{A6315859-8917-D1CC-EF37-E2943D339ABD}"/>
              </a:ext>
            </a:extLst>
          </p:cNvPr>
          <p:cNvSpPr/>
          <p:nvPr/>
        </p:nvSpPr>
        <p:spPr>
          <a:xfrm>
            <a:off x="4822051" y="2936922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19;p33">
            <a:extLst>
              <a:ext uri="{FF2B5EF4-FFF2-40B4-BE49-F238E27FC236}">
                <a16:creationId xmlns:a16="http://schemas.microsoft.com/office/drawing/2014/main" id="{2A50A189-513F-D5E1-71F3-5E958EBFA095}"/>
              </a:ext>
            </a:extLst>
          </p:cNvPr>
          <p:cNvSpPr/>
          <p:nvPr/>
        </p:nvSpPr>
        <p:spPr>
          <a:xfrm>
            <a:off x="4845087" y="2959958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28;p33">
            <a:extLst>
              <a:ext uri="{FF2B5EF4-FFF2-40B4-BE49-F238E27FC236}">
                <a16:creationId xmlns:a16="http://schemas.microsoft.com/office/drawing/2014/main" id="{685C4075-4E02-6460-DE4E-20E8D24B9B93}"/>
              </a:ext>
            </a:extLst>
          </p:cNvPr>
          <p:cNvSpPr txBox="1">
            <a:spLocks/>
          </p:cNvSpPr>
          <p:nvPr/>
        </p:nvSpPr>
        <p:spPr>
          <a:xfrm>
            <a:off x="1972465" y="3103611"/>
            <a:ext cx="2086799" cy="18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s-ES" sz="1050">
                <a:solidFill>
                  <a:schemeClr val="lt1"/>
                </a:solidFill>
              </a:rPr>
              <a:t>1º Implementación y Revisión</a:t>
            </a:r>
          </a:p>
        </p:txBody>
      </p:sp>
      <p:sp>
        <p:nvSpPr>
          <p:cNvPr id="343" name="Google Shape;329;p33">
            <a:extLst>
              <a:ext uri="{FF2B5EF4-FFF2-40B4-BE49-F238E27FC236}">
                <a16:creationId xmlns:a16="http://schemas.microsoft.com/office/drawing/2014/main" id="{D5C2B825-7E82-4BA8-A0C6-5495F6952DDA}"/>
              </a:ext>
            </a:extLst>
          </p:cNvPr>
          <p:cNvSpPr txBox="1">
            <a:spLocks/>
          </p:cNvSpPr>
          <p:nvPr/>
        </p:nvSpPr>
        <p:spPr>
          <a:xfrm>
            <a:off x="2028812" y="3229964"/>
            <a:ext cx="1990583" cy="32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s-ES"/>
              <a:t>Verificación y Bloques</a:t>
            </a:r>
          </a:p>
        </p:txBody>
      </p:sp>
      <p:sp>
        <p:nvSpPr>
          <p:cNvPr id="344" name="Google Shape;330;p33">
            <a:extLst>
              <a:ext uri="{FF2B5EF4-FFF2-40B4-BE49-F238E27FC236}">
                <a16:creationId xmlns:a16="http://schemas.microsoft.com/office/drawing/2014/main" id="{AED1D23A-A83A-5FF9-474F-2AC7890991F4}"/>
              </a:ext>
            </a:extLst>
          </p:cNvPr>
          <p:cNvSpPr txBox="1">
            <a:spLocks/>
          </p:cNvSpPr>
          <p:nvPr/>
        </p:nvSpPr>
        <p:spPr>
          <a:xfrm>
            <a:off x="947839" y="3049294"/>
            <a:ext cx="643490" cy="2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3500" b="1" i="0" u="none" strike="noStrike" cap="non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de" sz="1400"/>
              <a:t>05</a:t>
            </a:r>
          </a:p>
        </p:txBody>
      </p:sp>
      <p:sp>
        <p:nvSpPr>
          <p:cNvPr id="345" name="Google Shape;334;p33">
            <a:extLst>
              <a:ext uri="{FF2B5EF4-FFF2-40B4-BE49-F238E27FC236}">
                <a16:creationId xmlns:a16="http://schemas.microsoft.com/office/drawing/2014/main" id="{4FA5AB7B-9472-3FB1-E058-3C77F580EBCE}"/>
              </a:ext>
            </a:extLst>
          </p:cNvPr>
          <p:cNvSpPr txBox="1">
            <a:spLocks/>
          </p:cNvSpPr>
          <p:nvPr/>
        </p:nvSpPr>
        <p:spPr>
          <a:xfrm>
            <a:off x="4904089" y="3049294"/>
            <a:ext cx="643490" cy="2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3500" b="1" i="0" u="none" strike="noStrike" cap="non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de" sz="1400"/>
              <a:t>06</a:t>
            </a:r>
          </a:p>
        </p:txBody>
      </p:sp>
      <p:sp>
        <p:nvSpPr>
          <p:cNvPr id="346" name="Google Shape;312;p33">
            <a:extLst>
              <a:ext uri="{FF2B5EF4-FFF2-40B4-BE49-F238E27FC236}">
                <a16:creationId xmlns:a16="http://schemas.microsoft.com/office/drawing/2014/main" id="{52A1D46C-1247-A142-33C3-A0D90ABA1424}"/>
              </a:ext>
            </a:extLst>
          </p:cNvPr>
          <p:cNvSpPr/>
          <p:nvPr/>
        </p:nvSpPr>
        <p:spPr>
          <a:xfrm>
            <a:off x="5953858" y="2967772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13;p33">
            <a:extLst>
              <a:ext uri="{FF2B5EF4-FFF2-40B4-BE49-F238E27FC236}">
                <a16:creationId xmlns:a16="http://schemas.microsoft.com/office/drawing/2014/main" id="{A7BBE582-E67F-CD52-8138-72FDE251284E}"/>
              </a:ext>
            </a:extLst>
          </p:cNvPr>
          <p:cNvSpPr/>
          <p:nvPr/>
        </p:nvSpPr>
        <p:spPr>
          <a:xfrm>
            <a:off x="5995866" y="3022672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28;p33">
            <a:extLst>
              <a:ext uri="{FF2B5EF4-FFF2-40B4-BE49-F238E27FC236}">
                <a16:creationId xmlns:a16="http://schemas.microsoft.com/office/drawing/2014/main" id="{D6A27195-7961-5031-5F6C-9D3FA38C7EB5}"/>
              </a:ext>
            </a:extLst>
          </p:cNvPr>
          <p:cNvSpPr txBox="1">
            <a:spLocks/>
          </p:cNvSpPr>
          <p:nvPr/>
        </p:nvSpPr>
        <p:spPr>
          <a:xfrm>
            <a:off x="5995866" y="3021186"/>
            <a:ext cx="1990583" cy="27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s-ES" sz="1100" dirty="0">
                <a:solidFill>
                  <a:schemeClr val="lt1"/>
                </a:solidFill>
              </a:rPr>
              <a:t>Esquema XSD</a:t>
            </a:r>
          </a:p>
        </p:txBody>
      </p:sp>
      <p:sp>
        <p:nvSpPr>
          <p:cNvPr id="349" name="Google Shape;329;p33">
            <a:extLst>
              <a:ext uri="{FF2B5EF4-FFF2-40B4-BE49-F238E27FC236}">
                <a16:creationId xmlns:a16="http://schemas.microsoft.com/office/drawing/2014/main" id="{DA7DC6A6-60C6-3C3E-C081-1D89CCFA3C35}"/>
              </a:ext>
            </a:extLst>
          </p:cNvPr>
          <p:cNvSpPr txBox="1">
            <a:spLocks/>
          </p:cNvSpPr>
          <p:nvPr/>
        </p:nvSpPr>
        <p:spPr>
          <a:xfrm>
            <a:off x="5981068" y="3229964"/>
            <a:ext cx="1990583" cy="32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/>
            <a:r>
              <a:rPr lang="es-ES"/>
              <a:t>XSD Original.</a:t>
            </a:r>
          </a:p>
          <a:p>
            <a:pPr marL="0" indent="0" algn="ctr"/>
            <a:r>
              <a:rPr lang="es-ES"/>
              <a:t>XSD Propuesto.</a:t>
            </a:r>
          </a:p>
        </p:txBody>
      </p:sp>
      <p:sp>
        <p:nvSpPr>
          <p:cNvPr id="350" name="Google Shape;312;p33">
            <a:extLst>
              <a:ext uri="{FF2B5EF4-FFF2-40B4-BE49-F238E27FC236}">
                <a16:creationId xmlns:a16="http://schemas.microsoft.com/office/drawing/2014/main" id="{A96385D8-A449-BBF3-4C94-5476250DCD1E}"/>
              </a:ext>
            </a:extLst>
          </p:cNvPr>
          <p:cNvSpPr/>
          <p:nvPr/>
        </p:nvSpPr>
        <p:spPr>
          <a:xfrm>
            <a:off x="2001602" y="3813035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13;p33">
            <a:extLst>
              <a:ext uri="{FF2B5EF4-FFF2-40B4-BE49-F238E27FC236}">
                <a16:creationId xmlns:a16="http://schemas.microsoft.com/office/drawing/2014/main" id="{D848E6AB-820F-93CC-4271-EA80EC7F64DD}"/>
              </a:ext>
            </a:extLst>
          </p:cNvPr>
          <p:cNvSpPr/>
          <p:nvPr/>
        </p:nvSpPr>
        <p:spPr>
          <a:xfrm>
            <a:off x="2043610" y="3867935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14;p33">
            <a:extLst>
              <a:ext uri="{FF2B5EF4-FFF2-40B4-BE49-F238E27FC236}">
                <a16:creationId xmlns:a16="http://schemas.microsoft.com/office/drawing/2014/main" id="{92C03DF4-DC14-0EB0-A32C-8A55EDD5EC82}"/>
              </a:ext>
            </a:extLst>
          </p:cNvPr>
          <p:cNvSpPr/>
          <p:nvPr/>
        </p:nvSpPr>
        <p:spPr>
          <a:xfrm>
            <a:off x="865801" y="3782185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15;p33">
            <a:extLst>
              <a:ext uri="{FF2B5EF4-FFF2-40B4-BE49-F238E27FC236}">
                <a16:creationId xmlns:a16="http://schemas.microsoft.com/office/drawing/2014/main" id="{50207682-301C-3B4F-9B6B-CA1E7D1FEF40}"/>
              </a:ext>
            </a:extLst>
          </p:cNvPr>
          <p:cNvSpPr/>
          <p:nvPr/>
        </p:nvSpPr>
        <p:spPr>
          <a:xfrm>
            <a:off x="888837" y="3805221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18;p33">
            <a:extLst>
              <a:ext uri="{FF2B5EF4-FFF2-40B4-BE49-F238E27FC236}">
                <a16:creationId xmlns:a16="http://schemas.microsoft.com/office/drawing/2014/main" id="{3E2A3D04-6B3F-95EA-74FB-CFD2B54AF578}"/>
              </a:ext>
            </a:extLst>
          </p:cNvPr>
          <p:cNvSpPr/>
          <p:nvPr/>
        </p:nvSpPr>
        <p:spPr>
          <a:xfrm>
            <a:off x="4822051" y="3782185"/>
            <a:ext cx="807566" cy="50676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19;p33">
            <a:extLst>
              <a:ext uri="{FF2B5EF4-FFF2-40B4-BE49-F238E27FC236}">
                <a16:creationId xmlns:a16="http://schemas.microsoft.com/office/drawing/2014/main" id="{D9B91FC0-FDA0-7D7D-81E7-B53971572C19}"/>
              </a:ext>
            </a:extLst>
          </p:cNvPr>
          <p:cNvSpPr/>
          <p:nvPr/>
        </p:nvSpPr>
        <p:spPr>
          <a:xfrm>
            <a:off x="4845087" y="3805221"/>
            <a:ext cx="769732" cy="483024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28;p33">
            <a:extLst>
              <a:ext uri="{FF2B5EF4-FFF2-40B4-BE49-F238E27FC236}">
                <a16:creationId xmlns:a16="http://schemas.microsoft.com/office/drawing/2014/main" id="{DA697374-B7BE-F1C9-F585-22B8469DF6C3}"/>
              </a:ext>
            </a:extLst>
          </p:cNvPr>
          <p:cNvSpPr txBox="1">
            <a:spLocks/>
          </p:cNvSpPr>
          <p:nvPr/>
        </p:nvSpPr>
        <p:spPr>
          <a:xfrm>
            <a:off x="2043610" y="3952127"/>
            <a:ext cx="1990583" cy="18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s-ES" sz="1100">
                <a:solidFill>
                  <a:schemeClr val="lt1"/>
                </a:solidFill>
              </a:rPr>
              <a:t>Desarrollo del XSLT</a:t>
            </a:r>
          </a:p>
        </p:txBody>
      </p:sp>
      <p:sp>
        <p:nvSpPr>
          <p:cNvPr id="357" name="Google Shape;329;p33">
            <a:extLst>
              <a:ext uri="{FF2B5EF4-FFF2-40B4-BE49-F238E27FC236}">
                <a16:creationId xmlns:a16="http://schemas.microsoft.com/office/drawing/2014/main" id="{5EEE43E5-5000-1E4F-C2EA-5E660F6FF826}"/>
              </a:ext>
            </a:extLst>
          </p:cNvPr>
          <p:cNvSpPr txBox="1">
            <a:spLocks/>
          </p:cNvSpPr>
          <p:nvPr/>
        </p:nvSpPr>
        <p:spPr>
          <a:xfrm>
            <a:off x="2010020" y="4075227"/>
            <a:ext cx="1990583" cy="32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/>
            <a:r>
              <a:rPr lang="es-ES"/>
              <a:t>Diseño, Estructura, Decisiones Técnicas y Aplicaciones.</a:t>
            </a:r>
          </a:p>
        </p:txBody>
      </p:sp>
      <p:sp>
        <p:nvSpPr>
          <p:cNvPr id="358" name="Google Shape;330;p33">
            <a:extLst>
              <a:ext uri="{FF2B5EF4-FFF2-40B4-BE49-F238E27FC236}">
                <a16:creationId xmlns:a16="http://schemas.microsoft.com/office/drawing/2014/main" id="{5A877CCC-3359-75DC-9900-D2245F511AB1}"/>
              </a:ext>
            </a:extLst>
          </p:cNvPr>
          <p:cNvSpPr txBox="1">
            <a:spLocks/>
          </p:cNvSpPr>
          <p:nvPr/>
        </p:nvSpPr>
        <p:spPr>
          <a:xfrm>
            <a:off x="947839" y="3894557"/>
            <a:ext cx="643490" cy="2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3500" b="1" i="0" u="none" strike="noStrike" cap="non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de" sz="1400"/>
              <a:t>07</a:t>
            </a:r>
          </a:p>
        </p:txBody>
      </p:sp>
      <p:sp>
        <p:nvSpPr>
          <p:cNvPr id="359" name="Google Shape;334;p33">
            <a:extLst>
              <a:ext uri="{FF2B5EF4-FFF2-40B4-BE49-F238E27FC236}">
                <a16:creationId xmlns:a16="http://schemas.microsoft.com/office/drawing/2014/main" id="{6C9AEECC-231C-6AAD-3A84-7D091A55D03E}"/>
              </a:ext>
            </a:extLst>
          </p:cNvPr>
          <p:cNvSpPr txBox="1">
            <a:spLocks/>
          </p:cNvSpPr>
          <p:nvPr/>
        </p:nvSpPr>
        <p:spPr>
          <a:xfrm>
            <a:off x="4904089" y="3894557"/>
            <a:ext cx="643490" cy="2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3500" b="1" i="0" u="none" strike="noStrike" cap="non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Space Grotesk"/>
              <a:buNone/>
              <a:defRPr sz="1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de" sz="1400"/>
              <a:t>08</a:t>
            </a:r>
          </a:p>
        </p:txBody>
      </p:sp>
      <p:sp>
        <p:nvSpPr>
          <p:cNvPr id="360" name="Google Shape;312;p33">
            <a:extLst>
              <a:ext uri="{FF2B5EF4-FFF2-40B4-BE49-F238E27FC236}">
                <a16:creationId xmlns:a16="http://schemas.microsoft.com/office/drawing/2014/main" id="{16B0A444-3D09-4097-6CBC-69CAA4D6E38E}"/>
              </a:ext>
            </a:extLst>
          </p:cNvPr>
          <p:cNvSpPr/>
          <p:nvPr/>
        </p:nvSpPr>
        <p:spPr>
          <a:xfrm>
            <a:off x="5953858" y="3813035"/>
            <a:ext cx="1984613" cy="32532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13;p33">
            <a:extLst>
              <a:ext uri="{FF2B5EF4-FFF2-40B4-BE49-F238E27FC236}">
                <a16:creationId xmlns:a16="http://schemas.microsoft.com/office/drawing/2014/main" id="{9A9CDE89-B817-38F1-A53E-F6493D735AB2}"/>
              </a:ext>
            </a:extLst>
          </p:cNvPr>
          <p:cNvSpPr/>
          <p:nvPr/>
        </p:nvSpPr>
        <p:spPr>
          <a:xfrm>
            <a:off x="5995866" y="3867935"/>
            <a:ext cx="1910637" cy="22969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28;p33">
            <a:extLst>
              <a:ext uri="{FF2B5EF4-FFF2-40B4-BE49-F238E27FC236}">
                <a16:creationId xmlns:a16="http://schemas.microsoft.com/office/drawing/2014/main" id="{C9AC2F3B-E8E3-312D-8FEC-90EFBC6501C8}"/>
              </a:ext>
            </a:extLst>
          </p:cNvPr>
          <p:cNvSpPr txBox="1">
            <a:spLocks/>
          </p:cNvSpPr>
          <p:nvPr/>
        </p:nvSpPr>
        <p:spPr>
          <a:xfrm>
            <a:off x="5995866" y="3952127"/>
            <a:ext cx="1990583" cy="18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pace Grotesk"/>
              <a:buNone/>
              <a:defRPr sz="2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pace Grotesk"/>
              <a:buNone/>
              <a:defRPr sz="4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s-ES" sz="1100" dirty="0">
                <a:solidFill>
                  <a:schemeClr val="lt1"/>
                </a:solidFill>
              </a:rPr>
              <a:t>Resultados</a:t>
            </a:r>
          </a:p>
        </p:txBody>
      </p:sp>
      <p:sp>
        <p:nvSpPr>
          <p:cNvPr id="363" name="Google Shape;329;p33">
            <a:extLst>
              <a:ext uri="{FF2B5EF4-FFF2-40B4-BE49-F238E27FC236}">
                <a16:creationId xmlns:a16="http://schemas.microsoft.com/office/drawing/2014/main" id="{6870F2B6-D357-3B23-6890-AA615180A38F}"/>
              </a:ext>
            </a:extLst>
          </p:cNvPr>
          <p:cNvSpPr txBox="1">
            <a:spLocks/>
          </p:cNvSpPr>
          <p:nvPr/>
        </p:nvSpPr>
        <p:spPr>
          <a:xfrm>
            <a:off x="5981068" y="4075227"/>
            <a:ext cx="2005381" cy="32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None/>
              <a:defRPr sz="21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/>
            <a:r>
              <a:rPr lang="es-ES" dirty="0"/>
              <a:t>Consultas, Visualización y Análisis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2E0DF3-BF9A-DCC1-1D1D-BB8548745C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</a:t>
            </a:fld>
            <a:endParaRPr lang="es-E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/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/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/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/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/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/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/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/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/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/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/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/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/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/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/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/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/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/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/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/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/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/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/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/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/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/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/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/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/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/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/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/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/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/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/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/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/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/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/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/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/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/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/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/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/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/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/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/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/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/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/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/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/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/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/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/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/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/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/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/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/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/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/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/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/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/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/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/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/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/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/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/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/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/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/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/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/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/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/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/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/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/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/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/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/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/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/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/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/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/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/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/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/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/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/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/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/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/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/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/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/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/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/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/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/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/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/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/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/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/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/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/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/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/>
          <p:cNvSpPr/>
          <p:nvPr/>
        </p:nvSpPr>
        <p:spPr>
          <a:xfrm>
            <a:off x="2100075" y="1429050"/>
            <a:ext cx="2856600" cy="804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/>
          <p:cNvSpPr/>
          <p:nvPr/>
        </p:nvSpPr>
        <p:spPr>
          <a:xfrm>
            <a:off x="2138186" y="1497300"/>
            <a:ext cx="2780400" cy="668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/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/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/>
          <p:cNvSpPr txBox="1">
            <a:spLocks noGrp="1"/>
          </p:cNvSpPr>
          <p:nvPr>
            <p:ph type="title"/>
          </p:nvPr>
        </p:nvSpPr>
        <p:spPr>
          <a:xfrm>
            <a:off x="2220024" y="540075"/>
            <a:ext cx="4201401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Introducción</a:t>
            </a:r>
            <a:endParaRPr/>
          </a:p>
        </p:txBody>
      </p:sp>
      <p:sp>
        <p:nvSpPr>
          <p:cNvPr id="751" name="Google Shape;751;p35"/>
          <p:cNvSpPr txBox="1">
            <a:spLocks noGrp="1"/>
          </p:cNvSpPr>
          <p:nvPr>
            <p:ph type="title" idx="2"/>
          </p:nvPr>
        </p:nvSpPr>
        <p:spPr>
          <a:xfrm>
            <a:off x="713100" y="1073725"/>
            <a:ext cx="12900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01</a:t>
            </a:r>
            <a:endParaRPr/>
          </a:p>
        </p:txBody>
      </p:sp>
      <p:sp>
        <p:nvSpPr>
          <p:cNvPr id="752" name="Google Shape;752;p35"/>
          <p:cNvSpPr txBox="1">
            <a:spLocks noGrp="1"/>
          </p:cNvSpPr>
          <p:nvPr>
            <p:ph type="subTitle" idx="1"/>
          </p:nvPr>
        </p:nvSpPr>
        <p:spPr>
          <a:xfrm>
            <a:off x="2220025" y="1591933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b="1">
                <a:solidFill>
                  <a:schemeClr val="lt1"/>
                </a:solidFill>
              </a:rPr>
              <a:t>Antecedente Proyecto.</a:t>
            </a:r>
          </a:p>
        </p:txBody>
      </p:sp>
      <p:sp>
        <p:nvSpPr>
          <p:cNvPr id="753" name="Google Shape;753;p35"/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/>
          <p:cNvSpPr/>
          <p:nvPr/>
        </p:nvSpPr>
        <p:spPr>
          <a:xfrm flipH="1">
            <a:off x="7839693" y="-395102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ADC41E2-5912-DE20-9BAF-653820085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7C244B7-1FA9-9064-1924-513F0C94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15" y="1301909"/>
            <a:ext cx="2539682" cy="253968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2E7CE44-8A1A-C0EE-8F8D-56ABD9863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653" y="871717"/>
            <a:ext cx="2971943" cy="297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7E1A52-00EB-C4CB-FFCC-4124E1A30B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100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61CB1608-7E57-0383-A0AD-971FC9A8F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>
            <a:extLst>
              <a:ext uri="{FF2B5EF4-FFF2-40B4-BE49-F238E27FC236}">
                <a16:creationId xmlns:a16="http://schemas.microsoft.com/office/drawing/2014/main" id="{61CFE9EB-DFFB-9C8B-121D-97B96F4DF01C}"/>
              </a:ext>
            </a:extLst>
          </p:cNvPr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>
              <a:extLst>
                <a:ext uri="{FF2B5EF4-FFF2-40B4-BE49-F238E27FC236}">
                  <a16:creationId xmlns:a16="http://schemas.microsoft.com/office/drawing/2014/main" id="{EC1D93B5-1A1A-DC49-E2BF-1E438D5F188D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>
              <a:extLst>
                <a:ext uri="{FF2B5EF4-FFF2-40B4-BE49-F238E27FC236}">
                  <a16:creationId xmlns:a16="http://schemas.microsoft.com/office/drawing/2014/main" id="{726F23D7-8D75-A527-EE06-CAA071C0C38E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>
              <a:extLst>
                <a:ext uri="{FF2B5EF4-FFF2-40B4-BE49-F238E27FC236}">
                  <a16:creationId xmlns:a16="http://schemas.microsoft.com/office/drawing/2014/main" id="{6149DE44-4CE2-21E7-4C28-23016FAB5DDE}"/>
                </a:ext>
              </a:extLst>
            </p:cNvPr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>
              <a:extLst>
                <a:ext uri="{FF2B5EF4-FFF2-40B4-BE49-F238E27FC236}">
                  <a16:creationId xmlns:a16="http://schemas.microsoft.com/office/drawing/2014/main" id="{45BA4E23-AA19-DE70-7459-BA0D4B2E773B}"/>
                </a:ext>
              </a:extLst>
            </p:cNvPr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>
              <a:extLst>
                <a:ext uri="{FF2B5EF4-FFF2-40B4-BE49-F238E27FC236}">
                  <a16:creationId xmlns:a16="http://schemas.microsoft.com/office/drawing/2014/main" id="{B591F619-1F92-6C08-5D18-6AE9CCF03800}"/>
                </a:ext>
              </a:extLst>
            </p:cNvPr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>
              <a:extLst>
                <a:ext uri="{FF2B5EF4-FFF2-40B4-BE49-F238E27FC236}">
                  <a16:creationId xmlns:a16="http://schemas.microsoft.com/office/drawing/2014/main" id="{8E723115-F865-8A36-731B-87AD97E6719B}"/>
                </a:ext>
              </a:extLst>
            </p:cNvPr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>
              <a:extLst>
                <a:ext uri="{FF2B5EF4-FFF2-40B4-BE49-F238E27FC236}">
                  <a16:creationId xmlns:a16="http://schemas.microsoft.com/office/drawing/2014/main" id="{24C5F4CB-52F7-BFCD-A583-DFA313C17DAD}"/>
                </a:ext>
              </a:extLst>
            </p:cNvPr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>
              <a:extLst>
                <a:ext uri="{FF2B5EF4-FFF2-40B4-BE49-F238E27FC236}">
                  <a16:creationId xmlns:a16="http://schemas.microsoft.com/office/drawing/2014/main" id="{EA911C80-942D-2915-9D6C-DF6EC345C9DD}"/>
                </a:ext>
              </a:extLst>
            </p:cNvPr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>
              <a:extLst>
                <a:ext uri="{FF2B5EF4-FFF2-40B4-BE49-F238E27FC236}">
                  <a16:creationId xmlns:a16="http://schemas.microsoft.com/office/drawing/2014/main" id="{971ACB34-2899-C844-D47B-366845176B83}"/>
                </a:ext>
              </a:extLst>
            </p:cNvPr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>
              <a:extLst>
                <a:ext uri="{FF2B5EF4-FFF2-40B4-BE49-F238E27FC236}">
                  <a16:creationId xmlns:a16="http://schemas.microsoft.com/office/drawing/2014/main" id="{8F47035F-AF5D-F089-3067-586FF36C27E7}"/>
                </a:ext>
              </a:extLst>
            </p:cNvPr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>
              <a:extLst>
                <a:ext uri="{FF2B5EF4-FFF2-40B4-BE49-F238E27FC236}">
                  <a16:creationId xmlns:a16="http://schemas.microsoft.com/office/drawing/2014/main" id="{03690AB0-08D5-056C-A637-5F069CD4E8C7}"/>
                </a:ext>
              </a:extLst>
            </p:cNvPr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>
              <a:extLst>
                <a:ext uri="{FF2B5EF4-FFF2-40B4-BE49-F238E27FC236}">
                  <a16:creationId xmlns:a16="http://schemas.microsoft.com/office/drawing/2014/main" id="{856100AC-8493-D3AA-6981-CA2B52985D68}"/>
                </a:ext>
              </a:extLst>
            </p:cNvPr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>
              <a:extLst>
                <a:ext uri="{FF2B5EF4-FFF2-40B4-BE49-F238E27FC236}">
                  <a16:creationId xmlns:a16="http://schemas.microsoft.com/office/drawing/2014/main" id="{7220B2E1-E46B-29C4-9808-637AD5C49B07}"/>
                </a:ext>
              </a:extLst>
            </p:cNvPr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>
              <a:extLst>
                <a:ext uri="{FF2B5EF4-FFF2-40B4-BE49-F238E27FC236}">
                  <a16:creationId xmlns:a16="http://schemas.microsoft.com/office/drawing/2014/main" id="{906C10AB-475B-A9D5-FB41-EB25F82D5314}"/>
                </a:ext>
              </a:extLst>
            </p:cNvPr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>
              <a:extLst>
                <a:ext uri="{FF2B5EF4-FFF2-40B4-BE49-F238E27FC236}">
                  <a16:creationId xmlns:a16="http://schemas.microsoft.com/office/drawing/2014/main" id="{33B5AF45-1A9C-527E-F3C1-3B2D8F9965C9}"/>
                </a:ext>
              </a:extLst>
            </p:cNvPr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>
              <a:extLst>
                <a:ext uri="{FF2B5EF4-FFF2-40B4-BE49-F238E27FC236}">
                  <a16:creationId xmlns:a16="http://schemas.microsoft.com/office/drawing/2014/main" id="{ED9D80FF-6CCC-B53B-F996-8E0B4BE789B2}"/>
                </a:ext>
              </a:extLst>
            </p:cNvPr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>
              <a:extLst>
                <a:ext uri="{FF2B5EF4-FFF2-40B4-BE49-F238E27FC236}">
                  <a16:creationId xmlns:a16="http://schemas.microsoft.com/office/drawing/2014/main" id="{AD041723-14AD-F1F0-2A36-8F37955D93A5}"/>
                </a:ext>
              </a:extLst>
            </p:cNvPr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>
              <a:extLst>
                <a:ext uri="{FF2B5EF4-FFF2-40B4-BE49-F238E27FC236}">
                  <a16:creationId xmlns:a16="http://schemas.microsoft.com/office/drawing/2014/main" id="{73137707-3DC9-6F61-196D-C019863FA9C5}"/>
                </a:ext>
              </a:extLst>
            </p:cNvPr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>
              <a:extLst>
                <a:ext uri="{FF2B5EF4-FFF2-40B4-BE49-F238E27FC236}">
                  <a16:creationId xmlns:a16="http://schemas.microsoft.com/office/drawing/2014/main" id="{606860D3-1AF4-9E4D-0CA7-2682FF38BC78}"/>
                </a:ext>
              </a:extLst>
            </p:cNvPr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>
              <a:extLst>
                <a:ext uri="{FF2B5EF4-FFF2-40B4-BE49-F238E27FC236}">
                  <a16:creationId xmlns:a16="http://schemas.microsoft.com/office/drawing/2014/main" id="{9026E73F-2AD2-7881-2DA6-80C670039729}"/>
                </a:ext>
              </a:extLst>
            </p:cNvPr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>
              <a:extLst>
                <a:ext uri="{FF2B5EF4-FFF2-40B4-BE49-F238E27FC236}">
                  <a16:creationId xmlns:a16="http://schemas.microsoft.com/office/drawing/2014/main" id="{2F923088-BE78-E681-43AA-E5447DC8D64E}"/>
                </a:ext>
              </a:extLst>
            </p:cNvPr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>
              <a:extLst>
                <a:ext uri="{FF2B5EF4-FFF2-40B4-BE49-F238E27FC236}">
                  <a16:creationId xmlns:a16="http://schemas.microsoft.com/office/drawing/2014/main" id="{5BE38F42-88C8-B5FC-583D-606E15BE6AEF}"/>
                </a:ext>
              </a:extLst>
            </p:cNvPr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>
              <a:extLst>
                <a:ext uri="{FF2B5EF4-FFF2-40B4-BE49-F238E27FC236}">
                  <a16:creationId xmlns:a16="http://schemas.microsoft.com/office/drawing/2014/main" id="{A5A3F846-9C29-DE14-A25F-65A548E98A14}"/>
                </a:ext>
              </a:extLst>
            </p:cNvPr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>
              <a:extLst>
                <a:ext uri="{FF2B5EF4-FFF2-40B4-BE49-F238E27FC236}">
                  <a16:creationId xmlns:a16="http://schemas.microsoft.com/office/drawing/2014/main" id="{758BB53D-1B18-B491-FAD3-155CB87C49D5}"/>
                </a:ext>
              </a:extLst>
            </p:cNvPr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>
              <a:extLst>
                <a:ext uri="{FF2B5EF4-FFF2-40B4-BE49-F238E27FC236}">
                  <a16:creationId xmlns:a16="http://schemas.microsoft.com/office/drawing/2014/main" id="{50D13198-270D-596F-F307-B0352994A840}"/>
                </a:ext>
              </a:extLst>
            </p:cNvPr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>
              <a:extLst>
                <a:ext uri="{FF2B5EF4-FFF2-40B4-BE49-F238E27FC236}">
                  <a16:creationId xmlns:a16="http://schemas.microsoft.com/office/drawing/2014/main" id="{898551E2-6B8A-6ECB-3793-5F9B09A0198C}"/>
                </a:ext>
              </a:extLst>
            </p:cNvPr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>
              <a:extLst>
                <a:ext uri="{FF2B5EF4-FFF2-40B4-BE49-F238E27FC236}">
                  <a16:creationId xmlns:a16="http://schemas.microsoft.com/office/drawing/2014/main" id="{229AA1EC-4490-AE16-53B0-B0106AA33849}"/>
                </a:ext>
              </a:extLst>
            </p:cNvPr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>
              <a:extLst>
                <a:ext uri="{FF2B5EF4-FFF2-40B4-BE49-F238E27FC236}">
                  <a16:creationId xmlns:a16="http://schemas.microsoft.com/office/drawing/2014/main" id="{4A4CB4CF-CE6B-F5DE-CE13-0B37128A34A3}"/>
                </a:ext>
              </a:extLst>
            </p:cNvPr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>
              <a:extLst>
                <a:ext uri="{FF2B5EF4-FFF2-40B4-BE49-F238E27FC236}">
                  <a16:creationId xmlns:a16="http://schemas.microsoft.com/office/drawing/2014/main" id="{671002ED-E51B-5717-83AD-FECB5B5FFFBE}"/>
                </a:ext>
              </a:extLst>
            </p:cNvPr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>
              <a:extLst>
                <a:ext uri="{FF2B5EF4-FFF2-40B4-BE49-F238E27FC236}">
                  <a16:creationId xmlns:a16="http://schemas.microsoft.com/office/drawing/2014/main" id="{1A484E20-E579-DFFC-B069-B36EBFADA04C}"/>
                </a:ext>
              </a:extLst>
            </p:cNvPr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>
              <a:extLst>
                <a:ext uri="{FF2B5EF4-FFF2-40B4-BE49-F238E27FC236}">
                  <a16:creationId xmlns:a16="http://schemas.microsoft.com/office/drawing/2014/main" id="{AE357656-5567-2DD0-866F-EA10EF5F6606}"/>
                </a:ext>
              </a:extLst>
            </p:cNvPr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>
              <a:extLst>
                <a:ext uri="{FF2B5EF4-FFF2-40B4-BE49-F238E27FC236}">
                  <a16:creationId xmlns:a16="http://schemas.microsoft.com/office/drawing/2014/main" id="{B6E75FB6-69E7-90A3-5D20-D96291A86DED}"/>
                </a:ext>
              </a:extLst>
            </p:cNvPr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>
              <a:extLst>
                <a:ext uri="{FF2B5EF4-FFF2-40B4-BE49-F238E27FC236}">
                  <a16:creationId xmlns:a16="http://schemas.microsoft.com/office/drawing/2014/main" id="{2FC80654-E7F1-655E-80C4-E087756B1343}"/>
                </a:ext>
              </a:extLst>
            </p:cNvPr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>
              <a:extLst>
                <a:ext uri="{FF2B5EF4-FFF2-40B4-BE49-F238E27FC236}">
                  <a16:creationId xmlns:a16="http://schemas.microsoft.com/office/drawing/2014/main" id="{2FCAD51F-641B-163D-B79F-E00E52A5AC6A}"/>
                </a:ext>
              </a:extLst>
            </p:cNvPr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>
              <a:extLst>
                <a:ext uri="{FF2B5EF4-FFF2-40B4-BE49-F238E27FC236}">
                  <a16:creationId xmlns:a16="http://schemas.microsoft.com/office/drawing/2014/main" id="{64AB3FF9-3540-1216-3AF9-EA6A88CC827B}"/>
                </a:ext>
              </a:extLst>
            </p:cNvPr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>
              <a:extLst>
                <a:ext uri="{FF2B5EF4-FFF2-40B4-BE49-F238E27FC236}">
                  <a16:creationId xmlns:a16="http://schemas.microsoft.com/office/drawing/2014/main" id="{24A627EA-EA02-BAEA-3D55-D7E3AB71D6BB}"/>
                </a:ext>
              </a:extLst>
            </p:cNvPr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>
              <a:extLst>
                <a:ext uri="{FF2B5EF4-FFF2-40B4-BE49-F238E27FC236}">
                  <a16:creationId xmlns:a16="http://schemas.microsoft.com/office/drawing/2014/main" id="{EBDE86DA-8B75-DD3D-F234-B22A98FDDDA1}"/>
                </a:ext>
              </a:extLst>
            </p:cNvPr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>
              <a:extLst>
                <a:ext uri="{FF2B5EF4-FFF2-40B4-BE49-F238E27FC236}">
                  <a16:creationId xmlns:a16="http://schemas.microsoft.com/office/drawing/2014/main" id="{078FD9B0-2A18-4F22-8697-E2F3B95C0C01}"/>
                </a:ext>
              </a:extLst>
            </p:cNvPr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>
              <a:extLst>
                <a:ext uri="{FF2B5EF4-FFF2-40B4-BE49-F238E27FC236}">
                  <a16:creationId xmlns:a16="http://schemas.microsoft.com/office/drawing/2014/main" id="{5637C545-7C18-51B8-6F9F-DAC7C0DCD037}"/>
                </a:ext>
              </a:extLst>
            </p:cNvPr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>
              <a:extLst>
                <a:ext uri="{FF2B5EF4-FFF2-40B4-BE49-F238E27FC236}">
                  <a16:creationId xmlns:a16="http://schemas.microsoft.com/office/drawing/2014/main" id="{8BE7C5D0-ECE4-0E3B-EE43-5EABD9FAD892}"/>
                </a:ext>
              </a:extLst>
            </p:cNvPr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>
              <a:extLst>
                <a:ext uri="{FF2B5EF4-FFF2-40B4-BE49-F238E27FC236}">
                  <a16:creationId xmlns:a16="http://schemas.microsoft.com/office/drawing/2014/main" id="{5EFEB37F-40F6-4B27-142F-9B3D65715BDC}"/>
                </a:ext>
              </a:extLst>
            </p:cNvPr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>
              <a:extLst>
                <a:ext uri="{FF2B5EF4-FFF2-40B4-BE49-F238E27FC236}">
                  <a16:creationId xmlns:a16="http://schemas.microsoft.com/office/drawing/2014/main" id="{4B00FC94-51F2-9E14-68D5-D1A08D4B3690}"/>
                </a:ext>
              </a:extLst>
            </p:cNvPr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>
              <a:extLst>
                <a:ext uri="{FF2B5EF4-FFF2-40B4-BE49-F238E27FC236}">
                  <a16:creationId xmlns:a16="http://schemas.microsoft.com/office/drawing/2014/main" id="{79DD29FF-8F38-1A0E-7062-96E8B8221C71}"/>
                </a:ext>
              </a:extLst>
            </p:cNvPr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>
              <a:extLst>
                <a:ext uri="{FF2B5EF4-FFF2-40B4-BE49-F238E27FC236}">
                  <a16:creationId xmlns:a16="http://schemas.microsoft.com/office/drawing/2014/main" id="{E1FCCB95-2C8A-F99A-9845-F4299398053D}"/>
                </a:ext>
              </a:extLst>
            </p:cNvPr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>
              <a:extLst>
                <a:ext uri="{FF2B5EF4-FFF2-40B4-BE49-F238E27FC236}">
                  <a16:creationId xmlns:a16="http://schemas.microsoft.com/office/drawing/2014/main" id="{7CE3D3A8-2595-0931-4DDD-68647D821B94}"/>
                </a:ext>
              </a:extLst>
            </p:cNvPr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>
              <a:extLst>
                <a:ext uri="{FF2B5EF4-FFF2-40B4-BE49-F238E27FC236}">
                  <a16:creationId xmlns:a16="http://schemas.microsoft.com/office/drawing/2014/main" id="{2E342EB5-439A-E949-5D00-F0BD813D6768}"/>
                </a:ext>
              </a:extLst>
            </p:cNvPr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>
              <a:extLst>
                <a:ext uri="{FF2B5EF4-FFF2-40B4-BE49-F238E27FC236}">
                  <a16:creationId xmlns:a16="http://schemas.microsoft.com/office/drawing/2014/main" id="{4729DE41-6BCC-5CCE-980B-DACBF0023528}"/>
                </a:ext>
              </a:extLst>
            </p:cNvPr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>
              <a:extLst>
                <a:ext uri="{FF2B5EF4-FFF2-40B4-BE49-F238E27FC236}">
                  <a16:creationId xmlns:a16="http://schemas.microsoft.com/office/drawing/2014/main" id="{BF1E0C5A-C941-3813-C9AA-832D9CE3CB67}"/>
                </a:ext>
              </a:extLst>
            </p:cNvPr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>
              <a:extLst>
                <a:ext uri="{FF2B5EF4-FFF2-40B4-BE49-F238E27FC236}">
                  <a16:creationId xmlns:a16="http://schemas.microsoft.com/office/drawing/2014/main" id="{E1DD47B5-48E3-C0A3-55C3-354843A2DF5F}"/>
                </a:ext>
              </a:extLst>
            </p:cNvPr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>
              <a:extLst>
                <a:ext uri="{FF2B5EF4-FFF2-40B4-BE49-F238E27FC236}">
                  <a16:creationId xmlns:a16="http://schemas.microsoft.com/office/drawing/2014/main" id="{F141D747-1664-44B7-9D1F-C6DA93AAB307}"/>
                </a:ext>
              </a:extLst>
            </p:cNvPr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>
              <a:extLst>
                <a:ext uri="{FF2B5EF4-FFF2-40B4-BE49-F238E27FC236}">
                  <a16:creationId xmlns:a16="http://schemas.microsoft.com/office/drawing/2014/main" id="{5A3A82F0-CD93-4658-3909-89772196CC2E}"/>
                </a:ext>
              </a:extLst>
            </p:cNvPr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>
              <a:extLst>
                <a:ext uri="{FF2B5EF4-FFF2-40B4-BE49-F238E27FC236}">
                  <a16:creationId xmlns:a16="http://schemas.microsoft.com/office/drawing/2014/main" id="{C708A7E5-03CF-3D0A-DCE0-ED975105340C}"/>
                </a:ext>
              </a:extLst>
            </p:cNvPr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>
              <a:extLst>
                <a:ext uri="{FF2B5EF4-FFF2-40B4-BE49-F238E27FC236}">
                  <a16:creationId xmlns:a16="http://schemas.microsoft.com/office/drawing/2014/main" id="{E3E4E048-E675-E7C6-C12A-A951CA5CD401}"/>
                </a:ext>
              </a:extLst>
            </p:cNvPr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>
              <a:extLst>
                <a:ext uri="{FF2B5EF4-FFF2-40B4-BE49-F238E27FC236}">
                  <a16:creationId xmlns:a16="http://schemas.microsoft.com/office/drawing/2014/main" id="{5B341DF0-15D9-FC58-DE39-65059C7A7492}"/>
                </a:ext>
              </a:extLst>
            </p:cNvPr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>
              <a:extLst>
                <a:ext uri="{FF2B5EF4-FFF2-40B4-BE49-F238E27FC236}">
                  <a16:creationId xmlns:a16="http://schemas.microsoft.com/office/drawing/2014/main" id="{0D64439E-84D2-921A-D0CB-D4491A10D2A2}"/>
                </a:ext>
              </a:extLst>
            </p:cNvPr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>
              <a:extLst>
                <a:ext uri="{FF2B5EF4-FFF2-40B4-BE49-F238E27FC236}">
                  <a16:creationId xmlns:a16="http://schemas.microsoft.com/office/drawing/2014/main" id="{81AE162A-D62F-00B3-30C3-AD579505C6FB}"/>
                </a:ext>
              </a:extLst>
            </p:cNvPr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>
              <a:extLst>
                <a:ext uri="{FF2B5EF4-FFF2-40B4-BE49-F238E27FC236}">
                  <a16:creationId xmlns:a16="http://schemas.microsoft.com/office/drawing/2014/main" id="{02914B10-7796-CE8B-B1CC-F9BE531A9E49}"/>
                </a:ext>
              </a:extLst>
            </p:cNvPr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>
              <a:extLst>
                <a:ext uri="{FF2B5EF4-FFF2-40B4-BE49-F238E27FC236}">
                  <a16:creationId xmlns:a16="http://schemas.microsoft.com/office/drawing/2014/main" id="{233A6F47-7B98-8B46-98C7-BF7B4D327393}"/>
                </a:ext>
              </a:extLst>
            </p:cNvPr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>
              <a:extLst>
                <a:ext uri="{FF2B5EF4-FFF2-40B4-BE49-F238E27FC236}">
                  <a16:creationId xmlns:a16="http://schemas.microsoft.com/office/drawing/2014/main" id="{6119E4D0-07AB-5D0D-46E7-D2CDD960989A}"/>
                </a:ext>
              </a:extLst>
            </p:cNvPr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>
              <a:extLst>
                <a:ext uri="{FF2B5EF4-FFF2-40B4-BE49-F238E27FC236}">
                  <a16:creationId xmlns:a16="http://schemas.microsoft.com/office/drawing/2014/main" id="{97C86293-5A1D-E242-986C-57FC13004814}"/>
                </a:ext>
              </a:extLst>
            </p:cNvPr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>
              <a:extLst>
                <a:ext uri="{FF2B5EF4-FFF2-40B4-BE49-F238E27FC236}">
                  <a16:creationId xmlns:a16="http://schemas.microsoft.com/office/drawing/2014/main" id="{C7B3FCFF-09E3-4D92-3138-7FF68AC927F0}"/>
                </a:ext>
              </a:extLst>
            </p:cNvPr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>
              <a:extLst>
                <a:ext uri="{FF2B5EF4-FFF2-40B4-BE49-F238E27FC236}">
                  <a16:creationId xmlns:a16="http://schemas.microsoft.com/office/drawing/2014/main" id="{28519415-3F50-B501-81C9-1C9B62FED8AF}"/>
                </a:ext>
              </a:extLst>
            </p:cNvPr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>
              <a:extLst>
                <a:ext uri="{FF2B5EF4-FFF2-40B4-BE49-F238E27FC236}">
                  <a16:creationId xmlns:a16="http://schemas.microsoft.com/office/drawing/2014/main" id="{BE77314B-7382-11B8-5168-9B4B000ED942}"/>
                </a:ext>
              </a:extLst>
            </p:cNvPr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697E6B4A-7013-976F-CBF2-89BB7FBEFE10}"/>
                </a:ext>
              </a:extLst>
            </p:cNvPr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>
              <a:extLst>
                <a:ext uri="{FF2B5EF4-FFF2-40B4-BE49-F238E27FC236}">
                  <a16:creationId xmlns:a16="http://schemas.microsoft.com/office/drawing/2014/main" id="{64FD09B5-C3A1-74FE-D96B-D7BD0EBF768D}"/>
                </a:ext>
              </a:extLst>
            </p:cNvPr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>
              <a:extLst>
                <a:ext uri="{FF2B5EF4-FFF2-40B4-BE49-F238E27FC236}">
                  <a16:creationId xmlns:a16="http://schemas.microsoft.com/office/drawing/2014/main" id="{D1F11641-3305-B814-DBF5-B7FBD77D766C}"/>
                </a:ext>
              </a:extLst>
            </p:cNvPr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>
              <a:extLst>
                <a:ext uri="{FF2B5EF4-FFF2-40B4-BE49-F238E27FC236}">
                  <a16:creationId xmlns:a16="http://schemas.microsoft.com/office/drawing/2014/main" id="{FB9A1AE6-D4A8-FBCD-D330-EC1621E79322}"/>
                </a:ext>
              </a:extLst>
            </p:cNvPr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>
              <a:extLst>
                <a:ext uri="{FF2B5EF4-FFF2-40B4-BE49-F238E27FC236}">
                  <a16:creationId xmlns:a16="http://schemas.microsoft.com/office/drawing/2014/main" id="{F518C9A0-5598-AA4E-A653-F33D9CEDA436}"/>
                </a:ext>
              </a:extLst>
            </p:cNvPr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>
              <a:extLst>
                <a:ext uri="{FF2B5EF4-FFF2-40B4-BE49-F238E27FC236}">
                  <a16:creationId xmlns:a16="http://schemas.microsoft.com/office/drawing/2014/main" id="{5A84A669-4E6C-E2E6-2479-4D0A75672C2D}"/>
                </a:ext>
              </a:extLst>
            </p:cNvPr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>
              <a:extLst>
                <a:ext uri="{FF2B5EF4-FFF2-40B4-BE49-F238E27FC236}">
                  <a16:creationId xmlns:a16="http://schemas.microsoft.com/office/drawing/2014/main" id="{8A6F3FF5-35C9-33CD-6E8A-E96E2502E624}"/>
                </a:ext>
              </a:extLst>
            </p:cNvPr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>
              <a:extLst>
                <a:ext uri="{FF2B5EF4-FFF2-40B4-BE49-F238E27FC236}">
                  <a16:creationId xmlns:a16="http://schemas.microsoft.com/office/drawing/2014/main" id="{E18D428D-A092-5503-26FF-9D2522678B1A}"/>
                </a:ext>
              </a:extLst>
            </p:cNvPr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>
              <a:extLst>
                <a:ext uri="{FF2B5EF4-FFF2-40B4-BE49-F238E27FC236}">
                  <a16:creationId xmlns:a16="http://schemas.microsoft.com/office/drawing/2014/main" id="{81B017C4-87DE-60DD-09A4-F03307B0B451}"/>
                </a:ext>
              </a:extLst>
            </p:cNvPr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>
              <a:extLst>
                <a:ext uri="{FF2B5EF4-FFF2-40B4-BE49-F238E27FC236}">
                  <a16:creationId xmlns:a16="http://schemas.microsoft.com/office/drawing/2014/main" id="{F1DD9280-5AA0-3C52-4F45-C4B38A2FCE68}"/>
                </a:ext>
              </a:extLst>
            </p:cNvPr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>
              <a:extLst>
                <a:ext uri="{FF2B5EF4-FFF2-40B4-BE49-F238E27FC236}">
                  <a16:creationId xmlns:a16="http://schemas.microsoft.com/office/drawing/2014/main" id="{D7186A2B-FABB-94AE-6044-858C1100AE3F}"/>
                </a:ext>
              </a:extLst>
            </p:cNvPr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>
              <a:extLst>
                <a:ext uri="{FF2B5EF4-FFF2-40B4-BE49-F238E27FC236}">
                  <a16:creationId xmlns:a16="http://schemas.microsoft.com/office/drawing/2014/main" id="{636206DA-0829-6617-5D72-20AA2761A327}"/>
                </a:ext>
              </a:extLst>
            </p:cNvPr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88B96FCD-C237-7060-7BD0-30F0E431A757}"/>
                </a:ext>
              </a:extLst>
            </p:cNvPr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>
              <a:extLst>
                <a:ext uri="{FF2B5EF4-FFF2-40B4-BE49-F238E27FC236}">
                  <a16:creationId xmlns:a16="http://schemas.microsoft.com/office/drawing/2014/main" id="{F8C963B3-AA7C-EE7F-3ACF-10A42FC16185}"/>
                </a:ext>
              </a:extLst>
            </p:cNvPr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>
              <a:extLst>
                <a:ext uri="{FF2B5EF4-FFF2-40B4-BE49-F238E27FC236}">
                  <a16:creationId xmlns:a16="http://schemas.microsoft.com/office/drawing/2014/main" id="{4ACADBC0-11F9-F3BD-15EB-89C2D6C86530}"/>
                </a:ext>
              </a:extLst>
            </p:cNvPr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B6E61688-5539-1307-8D0A-0433811FD225}"/>
                </a:ext>
              </a:extLst>
            </p:cNvPr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D75F6A79-EB47-C5BD-67DB-1A28DAEA030D}"/>
                </a:ext>
              </a:extLst>
            </p:cNvPr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6DF9381D-CE68-4B9C-D246-271192EF0817}"/>
                </a:ext>
              </a:extLst>
            </p:cNvPr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0AF909CB-ED98-1ACF-938C-B3EF27EF4E31}"/>
                </a:ext>
              </a:extLst>
            </p:cNvPr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A33FA021-297D-4CEF-03EF-6CC1CC98E273}"/>
                </a:ext>
              </a:extLst>
            </p:cNvPr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0223B843-E49A-1B27-1B3F-C61FF6BBAE46}"/>
                </a:ext>
              </a:extLst>
            </p:cNvPr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A6E753CA-ED67-1B06-6B21-F3FD0D863243}"/>
                </a:ext>
              </a:extLst>
            </p:cNvPr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59B2FF51-8641-0FBA-EE08-60B25EB4C192}"/>
                </a:ext>
              </a:extLst>
            </p:cNvPr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9FE62E25-7BAF-9BA0-1D4B-726C8E5EFB11}"/>
                </a:ext>
              </a:extLst>
            </p:cNvPr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87446204-921B-5E40-C838-D84C725BA61F}"/>
                </a:ext>
              </a:extLst>
            </p:cNvPr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>
              <a:extLst>
                <a:ext uri="{FF2B5EF4-FFF2-40B4-BE49-F238E27FC236}">
                  <a16:creationId xmlns:a16="http://schemas.microsoft.com/office/drawing/2014/main" id="{39AC744F-9F67-8313-F745-28808994EFF8}"/>
                </a:ext>
              </a:extLst>
            </p:cNvPr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DB0ECF1F-A69D-09E5-D0DF-92181D5F80F2}"/>
                </a:ext>
              </a:extLst>
            </p:cNvPr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B6963B32-293E-3D26-D063-470BE5419470}"/>
                </a:ext>
              </a:extLst>
            </p:cNvPr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92866406-309C-E67C-394D-4D037B87E658}"/>
                </a:ext>
              </a:extLst>
            </p:cNvPr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13E94CAB-5111-E771-1339-CFB0F3F54DAA}"/>
                </a:ext>
              </a:extLst>
            </p:cNvPr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BE0650A3-8F6F-CE86-58A2-E6D3018C2DCC}"/>
                </a:ext>
              </a:extLst>
            </p:cNvPr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936F6EAB-BC2C-B443-7910-BCE3DBE39C3E}"/>
                </a:ext>
              </a:extLst>
            </p:cNvPr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441CD94D-476D-3D7A-1C59-6042E9FC4014}"/>
                </a:ext>
              </a:extLst>
            </p:cNvPr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72AD75B4-90D4-B39F-8E30-D02F410CD668}"/>
                </a:ext>
              </a:extLst>
            </p:cNvPr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817C7628-FC2B-22C0-3EC6-6922642F9AE4}"/>
                </a:ext>
              </a:extLst>
            </p:cNvPr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>
              <a:extLst>
                <a:ext uri="{FF2B5EF4-FFF2-40B4-BE49-F238E27FC236}">
                  <a16:creationId xmlns:a16="http://schemas.microsoft.com/office/drawing/2014/main" id="{5F6079C1-6FBC-79FA-F6C0-4E8CB0244FBF}"/>
                </a:ext>
              </a:extLst>
            </p:cNvPr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BFF03C71-85D3-C2CB-AF80-71EAA08E113B}"/>
                </a:ext>
              </a:extLst>
            </p:cNvPr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4AB5877E-4206-363A-2620-66F3B176C933}"/>
                </a:ext>
              </a:extLst>
            </p:cNvPr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35BB3849-F378-745A-EA22-6CFEA2C0CEF2}"/>
                </a:ext>
              </a:extLst>
            </p:cNvPr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A72163E4-64EC-9AD5-74E3-F746015D0F34}"/>
                </a:ext>
              </a:extLst>
            </p:cNvPr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>
              <a:extLst>
                <a:ext uri="{FF2B5EF4-FFF2-40B4-BE49-F238E27FC236}">
                  <a16:creationId xmlns:a16="http://schemas.microsoft.com/office/drawing/2014/main" id="{DC7C597E-75A0-FA3B-D111-939D42693710}"/>
                </a:ext>
              </a:extLst>
            </p:cNvPr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BF2DE1D1-6617-B633-D582-B4A791373A4D}"/>
                </a:ext>
              </a:extLst>
            </p:cNvPr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E1AA8587-998E-2A19-61A0-EFD7D94B6D14}"/>
                </a:ext>
              </a:extLst>
            </p:cNvPr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>
              <a:extLst>
                <a:ext uri="{FF2B5EF4-FFF2-40B4-BE49-F238E27FC236}">
                  <a16:creationId xmlns:a16="http://schemas.microsoft.com/office/drawing/2014/main" id="{3CCFB1E1-63E2-5EBF-22D1-DCBDD9D46C08}"/>
                </a:ext>
              </a:extLst>
            </p:cNvPr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4F11A38F-822D-241B-4028-ECD94EF0A747}"/>
                </a:ext>
              </a:extLst>
            </p:cNvPr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54061807-E3D0-A51D-6C39-3790AC7ADBF6}"/>
                </a:ext>
              </a:extLst>
            </p:cNvPr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>
              <a:extLst>
                <a:ext uri="{FF2B5EF4-FFF2-40B4-BE49-F238E27FC236}">
                  <a16:creationId xmlns:a16="http://schemas.microsoft.com/office/drawing/2014/main" id="{26D16E28-5399-5BE5-134C-DA86DECCA3DE}"/>
                </a:ext>
              </a:extLst>
            </p:cNvPr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E43E2589-F7C0-1A88-24C2-A11A32361F67}"/>
                </a:ext>
              </a:extLst>
            </p:cNvPr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8ADB73C0-30CC-A82F-909B-5EB0B7D095F9}"/>
                </a:ext>
              </a:extLst>
            </p:cNvPr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>
              <a:extLst>
                <a:ext uri="{FF2B5EF4-FFF2-40B4-BE49-F238E27FC236}">
                  <a16:creationId xmlns:a16="http://schemas.microsoft.com/office/drawing/2014/main" id="{C4D5DA89-E477-3461-DB56-A3BB14DE9015}"/>
                </a:ext>
              </a:extLst>
            </p:cNvPr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>
              <a:extLst>
                <a:ext uri="{FF2B5EF4-FFF2-40B4-BE49-F238E27FC236}">
                  <a16:creationId xmlns:a16="http://schemas.microsoft.com/office/drawing/2014/main" id="{09BFB7C4-6D6C-4E67-B398-0DCCCA4F865B}"/>
                </a:ext>
              </a:extLst>
            </p:cNvPr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>
              <a:extLst>
                <a:ext uri="{FF2B5EF4-FFF2-40B4-BE49-F238E27FC236}">
                  <a16:creationId xmlns:a16="http://schemas.microsoft.com/office/drawing/2014/main" id="{5039EFFC-E883-347B-C6F9-1874D0B1BA4C}"/>
                </a:ext>
              </a:extLst>
            </p:cNvPr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>
              <a:extLst>
                <a:ext uri="{FF2B5EF4-FFF2-40B4-BE49-F238E27FC236}">
                  <a16:creationId xmlns:a16="http://schemas.microsoft.com/office/drawing/2014/main" id="{17184A81-1877-57FC-D55B-0453E820AFF6}"/>
                </a:ext>
              </a:extLst>
            </p:cNvPr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>
              <a:extLst>
                <a:ext uri="{FF2B5EF4-FFF2-40B4-BE49-F238E27FC236}">
                  <a16:creationId xmlns:a16="http://schemas.microsoft.com/office/drawing/2014/main" id="{CD69657C-B2B8-FD89-EC58-41CE86622C4B}"/>
                </a:ext>
              </a:extLst>
            </p:cNvPr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>
              <a:extLst>
                <a:ext uri="{FF2B5EF4-FFF2-40B4-BE49-F238E27FC236}">
                  <a16:creationId xmlns:a16="http://schemas.microsoft.com/office/drawing/2014/main" id="{C9B2A975-1B05-C409-07C9-46D9F539D6E5}"/>
                </a:ext>
              </a:extLst>
            </p:cNvPr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>
              <a:extLst>
                <a:ext uri="{FF2B5EF4-FFF2-40B4-BE49-F238E27FC236}">
                  <a16:creationId xmlns:a16="http://schemas.microsoft.com/office/drawing/2014/main" id="{42A06DBC-3D97-3ECF-F49D-08F24777137E}"/>
                </a:ext>
              </a:extLst>
            </p:cNvPr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>
              <a:extLst>
                <a:ext uri="{FF2B5EF4-FFF2-40B4-BE49-F238E27FC236}">
                  <a16:creationId xmlns:a16="http://schemas.microsoft.com/office/drawing/2014/main" id="{8DF9F814-7652-9F59-25C3-E495D2E98385}"/>
                </a:ext>
              </a:extLst>
            </p:cNvPr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>
              <a:extLst>
                <a:ext uri="{FF2B5EF4-FFF2-40B4-BE49-F238E27FC236}">
                  <a16:creationId xmlns:a16="http://schemas.microsoft.com/office/drawing/2014/main" id="{65CD9A60-7485-6E04-85C5-A1CEC1F91525}"/>
                </a:ext>
              </a:extLst>
            </p:cNvPr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>
              <a:extLst>
                <a:ext uri="{FF2B5EF4-FFF2-40B4-BE49-F238E27FC236}">
                  <a16:creationId xmlns:a16="http://schemas.microsoft.com/office/drawing/2014/main" id="{99DDE1B3-34E4-303F-0C95-82B9B9BE83AA}"/>
                </a:ext>
              </a:extLst>
            </p:cNvPr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>
              <a:extLst>
                <a:ext uri="{FF2B5EF4-FFF2-40B4-BE49-F238E27FC236}">
                  <a16:creationId xmlns:a16="http://schemas.microsoft.com/office/drawing/2014/main" id="{54DC23DB-D044-A4A4-A225-4021209ABB64}"/>
                </a:ext>
              </a:extLst>
            </p:cNvPr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>
              <a:extLst>
                <a:ext uri="{FF2B5EF4-FFF2-40B4-BE49-F238E27FC236}">
                  <a16:creationId xmlns:a16="http://schemas.microsoft.com/office/drawing/2014/main" id="{7CDEA97D-ED5F-633C-C87E-A182DF81DB98}"/>
                </a:ext>
              </a:extLst>
            </p:cNvPr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>
              <a:extLst>
                <a:ext uri="{FF2B5EF4-FFF2-40B4-BE49-F238E27FC236}">
                  <a16:creationId xmlns:a16="http://schemas.microsoft.com/office/drawing/2014/main" id="{702422C5-D7C1-1CA8-28BE-7DB268EF098C}"/>
                </a:ext>
              </a:extLst>
            </p:cNvPr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CBB4EF1A-EF13-C2A2-F985-0AE601D9EF1F}"/>
                </a:ext>
              </a:extLst>
            </p:cNvPr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4DB560F2-08D0-562F-3474-7FB7D831697F}"/>
                </a:ext>
              </a:extLst>
            </p:cNvPr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CFD932FF-3C04-AD6D-4EB3-7BCC240751EB}"/>
                </a:ext>
              </a:extLst>
            </p:cNvPr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05D07A1D-B880-FC63-0FC9-D14165DAAE36}"/>
                </a:ext>
              </a:extLst>
            </p:cNvPr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E364E1D1-A37C-2A0F-E688-84ED9845B1C5}"/>
                </a:ext>
              </a:extLst>
            </p:cNvPr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D172E949-BC86-52E5-634E-6895047114D4}"/>
                </a:ext>
              </a:extLst>
            </p:cNvPr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E0C68A4A-937C-961A-BC15-E5E82FA1C054}"/>
                </a:ext>
              </a:extLst>
            </p:cNvPr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95B72BF0-C575-EE54-272B-E71A5FAD6415}"/>
                </a:ext>
              </a:extLst>
            </p:cNvPr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22B9D0FB-9A3F-DAC3-5CA3-2C3B9C8DD51D}"/>
                </a:ext>
              </a:extLst>
            </p:cNvPr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B4858444-C973-2558-EEF1-5E366152CA25}"/>
                </a:ext>
              </a:extLst>
            </p:cNvPr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0389F131-5EC5-CEB5-1409-BE0861674CC3}"/>
                </a:ext>
              </a:extLst>
            </p:cNvPr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7EC714B4-136F-A4F4-E063-F89472BE8A5D}"/>
                </a:ext>
              </a:extLst>
            </p:cNvPr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8E4F7B13-67DB-D5C4-CFEA-91925FD32B92}"/>
                </a:ext>
              </a:extLst>
            </p:cNvPr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6763716C-F2C3-388D-86CB-1E5533A16FFF}"/>
                </a:ext>
              </a:extLst>
            </p:cNvPr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773AD434-4C1F-B6CE-8A34-0F4F412026CB}"/>
                </a:ext>
              </a:extLst>
            </p:cNvPr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63085704-087F-9332-38A2-0691181B23D2}"/>
                </a:ext>
              </a:extLst>
            </p:cNvPr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FC621EAA-37B0-D6C2-D32A-04862DD22E12}"/>
                </a:ext>
              </a:extLst>
            </p:cNvPr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FF2A34F5-1C77-5EF8-8DD6-89381C4A1591}"/>
                </a:ext>
              </a:extLst>
            </p:cNvPr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8DEBCAEF-98BA-CCB9-CC35-6D2E0FC98687}"/>
                </a:ext>
              </a:extLst>
            </p:cNvPr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D4096CEC-3471-7F3A-D8DE-8113D48A2D41}"/>
                </a:ext>
              </a:extLst>
            </p:cNvPr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F7C000A1-4726-2C6F-01AE-012F601926C3}"/>
                </a:ext>
              </a:extLst>
            </p:cNvPr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CC6967F3-2DF6-79E6-95B5-B0E4D09529C8}"/>
                </a:ext>
              </a:extLst>
            </p:cNvPr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E0BCEA11-D23D-4315-29ED-D3ABCB37C7F0}"/>
                </a:ext>
              </a:extLst>
            </p:cNvPr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1E943E37-698D-8316-660F-EB258EE6E995}"/>
                </a:ext>
              </a:extLst>
            </p:cNvPr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F588B962-FB9F-7205-6797-8787732F6F56}"/>
                </a:ext>
              </a:extLst>
            </p:cNvPr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BF6487F2-2F94-BE05-ED99-F6277769A579}"/>
                </a:ext>
              </a:extLst>
            </p:cNvPr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83ECA041-5D27-9497-5EFB-0815681B9623}"/>
                </a:ext>
              </a:extLst>
            </p:cNvPr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543DC7D0-A598-91BC-B96C-F20E3F94679A}"/>
                </a:ext>
              </a:extLst>
            </p:cNvPr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7F6982D4-01E9-0FDF-DE03-F5683153948B}"/>
              </a:ext>
            </a:extLst>
          </p:cNvPr>
          <p:cNvSpPr/>
          <p:nvPr/>
        </p:nvSpPr>
        <p:spPr>
          <a:xfrm>
            <a:off x="2100075" y="1429050"/>
            <a:ext cx="2856600" cy="804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28278603-A214-B437-F7C3-CD88A64CF4CB}"/>
              </a:ext>
            </a:extLst>
          </p:cNvPr>
          <p:cNvSpPr/>
          <p:nvPr/>
        </p:nvSpPr>
        <p:spPr>
          <a:xfrm>
            <a:off x="2138186" y="1497300"/>
            <a:ext cx="2780400" cy="668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F1A3FE31-2ED1-EE40-5E2A-57066D2E54DA}"/>
              </a:ext>
            </a:extLst>
          </p:cNvPr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4B8A8EF7-6F41-667E-921C-6EF18FB42B14}"/>
              </a:ext>
            </a:extLst>
          </p:cNvPr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A7826FA8-4C42-2E2C-3401-D471BEDC35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0025" y="540075"/>
            <a:ext cx="3854700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err="1"/>
              <a:t>Dataset</a:t>
            </a:r>
            <a:endParaRPr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3A6825B6-A77D-20B5-7B5E-7508746E7A0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1073725"/>
            <a:ext cx="12900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02</a:t>
            </a:r>
            <a:endParaRPr/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32D6A0C8-C38C-D02B-5475-89D7519D62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23975" y="1743925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b="1">
                <a:solidFill>
                  <a:schemeClr val="lt1"/>
                </a:solidFill>
              </a:rPr>
              <a:t>Exploración, Categorías y Entorno.</a:t>
            </a:r>
          </a:p>
        </p:txBody>
      </p:sp>
      <p:sp>
        <p:nvSpPr>
          <p:cNvPr id="753" name="Google Shape;753;p35">
            <a:extLst>
              <a:ext uri="{FF2B5EF4-FFF2-40B4-BE49-F238E27FC236}">
                <a16:creationId xmlns:a16="http://schemas.microsoft.com/office/drawing/2014/main" id="{40F365C9-584A-7C5B-10AE-30C712C17918}"/>
              </a:ext>
            </a:extLst>
          </p:cNvPr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>
            <a:extLst>
              <a:ext uri="{FF2B5EF4-FFF2-40B4-BE49-F238E27FC236}">
                <a16:creationId xmlns:a16="http://schemas.microsoft.com/office/drawing/2014/main" id="{553396CF-38C5-404F-02A3-CC199E0F173D}"/>
              </a:ext>
            </a:extLst>
          </p:cNvPr>
          <p:cNvSpPr/>
          <p:nvPr/>
        </p:nvSpPr>
        <p:spPr>
          <a:xfrm flipH="1">
            <a:off x="7839693" y="-395102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1F8C8CA-DA82-9EF2-A967-FE9569CBCA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8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C75C8A94-F029-343D-0CE3-77AB2136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CDAFF58C-131F-099A-1136-ED07E8A08D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Exploración del </a:t>
            </a:r>
            <a:r>
              <a:rPr lang="de" i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Dataset</a:t>
            </a: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91" name="Google Shape;791;p36">
            <a:extLst>
              <a:ext uri="{FF2B5EF4-FFF2-40B4-BE49-F238E27FC236}">
                <a16:creationId xmlns:a16="http://schemas.microsoft.com/office/drawing/2014/main" id="{112C87E1-516F-9016-D970-D30ED338550A}"/>
              </a:ext>
            </a:extLst>
          </p:cNvPr>
          <p:cNvGrpSpPr/>
          <p:nvPr/>
        </p:nvGrpSpPr>
        <p:grpSpPr>
          <a:xfrm>
            <a:off x="7031358" y="2794000"/>
            <a:ext cx="1904136" cy="1923349"/>
            <a:chOff x="1296925" y="401975"/>
            <a:chExt cx="4998600" cy="4847250"/>
          </a:xfrm>
        </p:grpSpPr>
        <p:sp>
          <p:nvSpPr>
            <p:cNvPr id="792" name="Google Shape;792;p36">
              <a:extLst>
                <a:ext uri="{FF2B5EF4-FFF2-40B4-BE49-F238E27FC236}">
                  <a16:creationId xmlns:a16="http://schemas.microsoft.com/office/drawing/2014/main" id="{06C2C609-3611-044F-8E72-C09AE8C4C9F7}"/>
                </a:ext>
              </a:extLst>
            </p:cNvPr>
            <p:cNvSpPr/>
            <p:nvPr/>
          </p:nvSpPr>
          <p:spPr>
            <a:xfrm>
              <a:off x="1296925" y="2363800"/>
              <a:ext cx="4998600" cy="2885425"/>
            </a:xfrm>
            <a:custGeom>
              <a:avLst/>
              <a:gdLst/>
              <a:ahLst/>
              <a:cxnLst/>
              <a:rect l="l" t="t" r="r" b="b"/>
              <a:pathLst>
                <a:path w="199944" h="115417" extrusionOk="0">
                  <a:moveTo>
                    <a:pt x="99972" y="1"/>
                  </a:moveTo>
                  <a:cubicBezTo>
                    <a:pt x="44766" y="1"/>
                    <a:pt x="1" y="25852"/>
                    <a:pt x="1" y="57709"/>
                  </a:cubicBezTo>
                  <a:cubicBezTo>
                    <a:pt x="1" y="89598"/>
                    <a:pt x="44766" y="115416"/>
                    <a:pt x="99972" y="115416"/>
                  </a:cubicBezTo>
                  <a:cubicBezTo>
                    <a:pt x="155178" y="115416"/>
                    <a:pt x="199944" y="89598"/>
                    <a:pt x="199944" y="57709"/>
                  </a:cubicBezTo>
                  <a:cubicBezTo>
                    <a:pt x="199944" y="25852"/>
                    <a:pt x="155178" y="1"/>
                    <a:pt x="9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6">
              <a:extLst>
                <a:ext uri="{FF2B5EF4-FFF2-40B4-BE49-F238E27FC236}">
                  <a16:creationId xmlns:a16="http://schemas.microsoft.com/office/drawing/2014/main" id="{0866BAB7-F382-9257-BAC9-953956E53422}"/>
                </a:ext>
              </a:extLst>
            </p:cNvPr>
            <p:cNvSpPr/>
            <p:nvPr/>
          </p:nvSpPr>
          <p:spPr>
            <a:xfrm>
              <a:off x="4835300" y="3519625"/>
              <a:ext cx="909000" cy="524575"/>
            </a:xfrm>
            <a:custGeom>
              <a:avLst/>
              <a:gdLst/>
              <a:ahLst/>
              <a:cxnLst/>
              <a:rect l="l" t="t" r="r" b="b"/>
              <a:pathLst>
                <a:path w="36360" h="20983" extrusionOk="0">
                  <a:moveTo>
                    <a:pt x="18180" y="1"/>
                  </a:moveTo>
                  <a:cubicBezTo>
                    <a:pt x="8139" y="1"/>
                    <a:pt x="0" y="4704"/>
                    <a:pt x="0" y="10508"/>
                  </a:cubicBezTo>
                  <a:cubicBezTo>
                    <a:pt x="0" y="16279"/>
                    <a:pt x="8139" y="20982"/>
                    <a:pt x="18180" y="20982"/>
                  </a:cubicBezTo>
                  <a:cubicBezTo>
                    <a:pt x="28220" y="20982"/>
                    <a:pt x="36359" y="16279"/>
                    <a:pt x="36359" y="10508"/>
                  </a:cubicBezTo>
                  <a:cubicBezTo>
                    <a:pt x="36359" y="4704"/>
                    <a:pt x="28220" y="1"/>
                    <a:pt x="18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6">
              <a:extLst>
                <a:ext uri="{FF2B5EF4-FFF2-40B4-BE49-F238E27FC236}">
                  <a16:creationId xmlns:a16="http://schemas.microsoft.com/office/drawing/2014/main" id="{ADC3E54C-3982-9EB3-B59B-E61747B36998}"/>
                </a:ext>
              </a:extLst>
            </p:cNvPr>
            <p:cNvSpPr/>
            <p:nvPr/>
          </p:nvSpPr>
          <p:spPr>
            <a:xfrm>
              <a:off x="2389375" y="3429575"/>
              <a:ext cx="2963800" cy="1712075"/>
            </a:xfrm>
            <a:custGeom>
              <a:avLst/>
              <a:gdLst/>
              <a:ahLst/>
              <a:cxnLst/>
              <a:rect l="l" t="t" r="r" b="b"/>
              <a:pathLst>
                <a:path w="118552" h="68483" extrusionOk="0">
                  <a:moveTo>
                    <a:pt x="37227" y="0"/>
                  </a:moveTo>
                  <a:lnTo>
                    <a:pt x="1" y="21549"/>
                  </a:lnTo>
                  <a:lnTo>
                    <a:pt x="81292" y="68482"/>
                  </a:lnTo>
                  <a:lnTo>
                    <a:pt x="118552" y="46967"/>
                  </a:lnTo>
                  <a:lnTo>
                    <a:pt x="372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6">
              <a:extLst>
                <a:ext uri="{FF2B5EF4-FFF2-40B4-BE49-F238E27FC236}">
                  <a16:creationId xmlns:a16="http://schemas.microsoft.com/office/drawing/2014/main" id="{88B98BE7-4F56-81A0-E041-BB029455D5D4}"/>
                </a:ext>
              </a:extLst>
            </p:cNvPr>
            <p:cNvSpPr/>
            <p:nvPr/>
          </p:nvSpPr>
          <p:spPr>
            <a:xfrm>
              <a:off x="1594650" y="3070975"/>
              <a:ext cx="1969750" cy="1133950"/>
            </a:xfrm>
            <a:custGeom>
              <a:avLst/>
              <a:gdLst/>
              <a:ahLst/>
              <a:cxnLst/>
              <a:rect l="l" t="t" r="r" b="b"/>
              <a:pathLst>
                <a:path w="78790" h="45358" extrusionOk="0">
                  <a:moveTo>
                    <a:pt x="60577" y="0"/>
                  </a:moveTo>
                  <a:cubicBezTo>
                    <a:pt x="60268" y="0"/>
                    <a:pt x="59960" y="67"/>
                    <a:pt x="59676" y="201"/>
                  </a:cubicBezTo>
                  <a:lnTo>
                    <a:pt x="501" y="34392"/>
                  </a:lnTo>
                  <a:cubicBezTo>
                    <a:pt x="0" y="34559"/>
                    <a:pt x="0" y="35259"/>
                    <a:pt x="501" y="35426"/>
                  </a:cubicBezTo>
                  <a:lnTo>
                    <a:pt x="17313" y="45133"/>
                  </a:lnTo>
                  <a:cubicBezTo>
                    <a:pt x="17596" y="45283"/>
                    <a:pt x="17905" y="45358"/>
                    <a:pt x="18213" y="45358"/>
                  </a:cubicBezTo>
                  <a:cubicBezTo>
                    <a:pt x="18522" y="45358"/>
                    <a:pt x="18830" y="45283"/>
                    <a:pt x="19114" y="45133"/>
                  </a:cubicBezTo>
                  <a:lnTo>
                    <a:pt x="78289" y="10975"/>
                  </a:lnTo>
                  <a:cubicBezTo>
                    <a:pt x="78790" y="10808"/>
                    <a:pt x="78790" y="10108"/>
                    <a:pt x="78289" y="9941"/>
                  </a:cubicBezTo>
                  <a:lnTo>
                    <a:pt x="61477" y="201"/>
                  </a:lnTo>
                  <a:cubicBezTo>
                    <a:pt x="61194" y="67"/>
                    <a:pt x="60885" y="0"/>
                    <a:pt x="60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6">
              <a:extLst>
                <a:ext uri="{FF2B5EF4-FFF2-40B4-BE49-F238E27FC236}">
                  <a16:creationId xmlns:a16="http://schemas.microsoft.com/office/drawing/2014/main" id="{924D8223-EA54-C699-C77A-EF67FF70BDDE}"/>
                </a:ext>
              </a:extLst>
            </p:cNvPr>
            <p:cNvSpPr/>
            <p:nvPr/>
          </p:nvSpPr>
          <p:spPr>
            <a:xfrm>
              <a:off x="2063300" y="488950"/>
              <a:ext cx="1339325" cy="3653825"/>
            </a:xfrm>
            <a:custGeom>
              <a:avLst/>
              <a:gdLst/>
              <a:ahLst/>
              <a:cxnLst/>
              <a:rect l="l" t="t" r="r" b="b"/>
              <a:pathLst>
                <a:path w="53573" h="146153" extrusionOk="0">
                  <a:moveTo>
                    <a:pt x="50107" y="13635"/>
                  </a:moveTo>
                  <a:cubicBezTo>
                    <a:pt x="50620" y="13635"/>
                    <a:pt x="50971" y="14043"/>
                    <a:pt x="50971" y="14751"/>
                  </a:cubicBezTo>
                  <a:lnTo>
                    <a:pt x="50971" y="103548"/>
                  </a:lnTo>
                  <a:cubicBezTo>
                    <a:pt x="50971" y="104549"/>
                    <a:pt x="50270" y="105149"/>
                    <a:pt x="49403" y="105650"/>
                  </a:cubicBezTo>
                  <a:lnTo>
                    <a:pt x="4004" y="131869"/>
                  </a:lnTo>
                  <a:cubicBezTo>
                    <a:pt x="3760" y="132015"/>
                    <a:pt x="3525" y="132084"/>
                    <a:pt x="3315" y="132084"/>
                  </a:cubicBezTo>
                  <a:cubicBezTo>
                    <a:pt x="2804" y="132084"/>
                    <a:pt x="2436" y="131676"/>
                    <a:pt x="2436" y="130968"/>
                  </a:cubicBezTo>
                  <a:lnTo>
                    <a:pt x="2436" y="42771"/>
                  </a:lnTo>
                  <a:cubicBezTo>
                    <a:pt x="2503" y="41671"/>
                    <a:pt x="3070" y="40670"/>
                    <a:pt x="4004" y="40036"/>
                  </a:cubicBezTo>
                  <a:lnTo>
                    <a:pt x="49403" y="13851"/>
                  </a:lnTo>
                  <a:cubicBezTo>
                    <a:pt x="49656" y="13705"/>
                    <a:pt x="49895" y="13635"/>
                    <a:pt x="50107" y="13635"/>
                  </a:cubicBezTo>
                  <a:close/>
                  <a:moveTo>
                    <a:pt x="52571" y="0"/>
                  </a:moveTo>
                  <a:cubicBezTo>
                    <a:pt x="52330" y="0"/>
                    <a:pt x="52059" y="78"/>
                    <a:pt x="51771" y="241"/>
                  </a:cubicBezTo>
                  <a:lnTo>
                    <a:pt x="1836" y="29095"/>
                  </a:lnTo>
                  <a:cubicBezTo>
                    <a:pt x="768" y="29796"/>
                    <a:pt x="68" y="30963"/>
                    <a:pt x="1" y="32231"/>
                  </a:cubicBezTo>
                  <a:lnTo>
                    <a:pt x="1" y="144845"/>
                  </a:lnTo>
                  <a:cubicBezTo>
                    <a:pt x="1" y="145676"/>
                    <a:pt x="424" y="146153"/>
                    <a:pt x="1030" y="146153"/>
                  </a:cubicBezTo>
                  <a:cubicBezTo>
                    <a:pt x="1274" y="146153"/>
                    <a:pt x="1548" y="146075"/>
                    <a:pt x="1836" y="145912"/>
                  </a:cubicBezTo>
                  <a:lnTo>
                    <a:pt x="51771" y="117058"/>
                  </a:lnTo>
                  <a:cubicBezTo>
                    <a:pt x="52839" y="116357"/>
                    <a:pt x="53506" y="115190"/>
                    <a:pt x="53573" y="113922"/>
                  </a:cubicBezTo>
                  <a:lnTo>
                    <a:pt x="53573" y="1308"/>
                  </a:lnTo>
                  <a:cubicBezTo>
                    <a:pt x="53573" y="477"/>
                    <a:pt x="53166" y="0"/>
                    <a:pt x="5257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6">
              <a:extLst>
                <a:ext uri="{FF2B5EF4-FFF2-40B4-BE49-F238E27FC236}">
                  <a16:creationId xmlns:a16="http://schemas.microsoft.com/office/drawing/2014/main" id="{F5EE922B-3053-0F4E-9A1A-AA68EEFFC775}"/>
                </a:ext>
              </a:extLst>
            </p:cNvPr>
            <p:cNvSpPr/>
            <p:nvPr/>
          </p:nvSpPr>
          <p:spPr>
            <a:xfrm>
              <a:off x="1920700" y="1167950"/>
              <a:ext cx="182675" cy="2979475"/>
            </a:xfrm>
            <a:custGeom>
              <a:avLst/>
              <a:gdLst/>
              <a:ahLst/>
              <a:cxnLst/>
              <a:rect l="l" t="t" r="r" b="b"/>
              <a:pathLst>
                <a:path w="7307" h="119179" extrusionOk="0">
                  <a:moveTo>
                    <a:pt x="7306" y="118852"/>
                  </a:moveTo>
                  <a:lnTo>
                    <a:pt x="7306" y="118852"/>
                  </a:lnTo>
                  <a:cubicBezTo>
                    <a:pt x="7270" y="118867"/>
                    <a:pt x="7233" y="118882"/>
                    <a:pt x="7197" y="118897"/>
                  </a:cubicBezTo>
                  <a:lnTo>
                    <a:pt x="7197" y="118897"/>
                  </a:lnTo>
                  <a:cubicBezTo>
                    <a:pt x="7233" y="118883"/>
                    <a:pt x="7269" y="118868"/>
                    <a:pt x="7306" y="118852"/>
                  </a:cubicBezTo>
                  <a:close/>
                  <a:moveTo>
                    <a:pt x="501" y="0"/>
                  </a:moveTo>
                  <a:cubicBezTo>
                    <a:pt x="435" y="134"/>
                    <a:pt x="368" y="267"/>
                    <a:pt x="301" y="401"/>
                  </a:cubicBezTo>
                  <a:cubicBezTo>
                    <a:pt x="101" y="834"/>
                    <a:pt x="1" y="1301"/>
                    <a:pt x="1" y="1768"/>
                  </a:cubicBezTo>
                  <a:lnTo>
                    <a:pt x="1" y="114382"/>
                  </a:lnTo>
                  <a:cubicBezTo>
                    <a:pt x="68" y="115683"/>
                    <a:pt x="735" y="116851"/>
                    <a:pt x="1802" y="117551"/>
                  </a:cubicBezTo>
                  <a:lnTo>
                    <a:pt x="3904" y="118752"/>
                  </a:lnTo>
                  <a:cubicBezTo>
                    <a:pt x="4473" y="119037"/>
                    <a:pt x="5090" y="119179"/>
                    <a:pt x="5708" y="119179"/>
                  </a:cubicBezTo>
                  <a:cubicBezTo>
                    <a:pt x="6211" y="119179"/>
                    <a:pt x="6716" y="119085"/>
                    <a:pt x="7197" y="118897"/>
                  </a:cubicBezTo>
                  <a:lnTo>
                    <a:pt x="7197" y="118897"/>
                  </a:lnTo>
                  <a:cubicBezTo>
                    <a:pt x="7028" y="118959"/>
                    <a:pt x="6867" y="118989"/>
                    <a:pt x="6717" y="118989"/>
                  </a:cubicBezTo>
                  <a:cubicBezTo>
                    <a:pt x="6118" y="118989"/>
                    <a:pt x="5705" y="118504"/>
                    <a:pt x="5705" y="117685"/>
                  </a:cubicBezTo>
                  <a:lnTo>
                    <a:pt x="5705" y="5071"/>
                  </a:lnTo>
                  <a:cubicBezTo>
                    <a:pt x="5705" y="4704"/>
                    <a:pt x="5772" y="4337"/>
                    <a:pt x="5905" y="3970"/>
                  </a:cubicBezTo>
                  <a:cubicBezTo>
                    <a:pt x="6005" y="3736"/>
                    <a:pt x="6105" y="3503"/>
                    <a:pt x="6239" y="3303"/>
                  </a:cubicBezTo>
                  <a:lnTo>
                    <a:pt x="5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6">
              <a:extLst>
                <a:ext uri="{FF2B5EF4-FFF2-40B4-BE49-F238E27FC236}">
                  <a16:creationId xmlns:a16="http://schemas.microsoft.com/office/drawing/2014/main" id="{F75D7C09-9660-4A29-9E5D-2975B5B09E94}"/>
                </a:ext>
              </a:extLst>
            </p:cNvPr>
            <p:cNvSpPr/>
            <p:nvPr/>
          </p:nvSpPr>
          <p:spPr>
            <a:xfrm>
              <a:off x="2672075" y="3518825"/>
              <a:ext cx="143475" cy="185550"/>
            </a:xfrm>
            <a:custGeom>
              <a:avLst/>
              <a:gdLst/>
              <a:ahLst/>
              <a:cxnLst/>
              <a:rect l="l" t="t" r="r" b="b"/>
              <a:pathLst>
                <a:path w="5739" h="7422" extrusionOk="0">
                  <a:moveTo>
                    <a:pt x="4156" y="1"/>
                  </a:moveTo>
                  <a:cubicBezTo>
                    <a:pt x="3771" y="1"/>
                    <a:pt x="3334" y="129"/>
                    <a:pt x="2869" y="400"/>
                  </a:cubicBezTo>
                  <a:cubicBezTo>
                    <a:pt x="1168" y="1500"/>
                    <a:pt x="134" y="3335"/>
                    <a:pt x="1" y="5370"/>
                  </a:cubicBezTo>
                  <a:cubicBezTo>
                    <a:pt x="1" y="6674"/>
                    <a:pt x="658" y="7422"/>
                    <a:pt x="1601" y="7422"/>
                  </a:cubicBezTo>
                  <a:cubicBezTo>
                    <a:pt x="1985" y="7422"/>
                    <a:pt x="2416" y="7298"/>
                    <a:pt x="2869" y="7038"/>
                  </a:cubicBezTo>
                  <a:cubicBezTo>
                    <a:pt x="4571" y="5937"/>
                    <a:pt x="5638" y="4069"/>
                    <a:pt x="5738" y="2067"/>
                  </a:cubicBezTo>
                  <a:cubicBezTo>
                    <a:pt x="5738" y="765"/>
                    <a:pt x="5099" y="1"/>
                    <a:pt x="415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6">
              <a:extLst>
                <a:ext uri="{FF2B5EF4-FFF2-40B4-BE49-F238E27FC236}">
                  <a16:creationId xmlns:a16="http://schemas.microsoft.com/office/drawing/2014/main" id="{63C29CD0-5193-56B1-CCE1-E56BE5D4F30A}"/>
                </a:ext>
              </a:extLst>
            </p:cNvPr>
            <p:cNvSpPr/>
            <p:nvPr/>
          </p:nvSpPr>
          <p:spPr>
            <a:xfrm>
              <a:off x="2702925" y="912200"/>
              <a:ext cx="60075" cy="78675"/>
            </a:xfrm>
            <a:custGeom>
              <a:avLst/>
              <a:gdLst/>
              <a:ahLst/>
              <a:cxnLst/>
              <a:rect l="l" t="t" r="r" b="b"/>
              <a:pathLst>
                <a:path w="2403" h="3147" extrusionOk="0">
                  <a:moveTo>
                    <a:pt x="1734" y="1"/>
                  </a:moveTo>
                  <a:cubicBezTo>
                    <a:pt x="1574" y="1"/>
                    <a:pt x="1393" y="51"/>
                    <a:pt x="1202" y="156"/>
                  </a:cubicBezTo>
                  <a:cubicBezTo>
                    <a:pt x="468" y="623"/>
                    <a:pt x="34" y="1424"/>
                    <a:pt x="1" y="2258"/>
                  </a:cubicBezTo>
                  <a:cubicBezTo>
                    <a:pt x="1" y="2830"/>
                    <a:pt x="274" y="3147"/>
                    <a:pt x="673" y="3147"/>
                  </a:cubicBezTo>
                  <a:cubicBezTo>
                    <a:pt x="832" y="3147"/>
                    <a:pt x="1011" y="3096"/>
                    <a:pt x="1202" y="2992"/>
                  </a:cubicBezTo>
                  <a:cubicBezTo>
                    <a:pt x="1936" y="2491"/>
                    <a:pt x="2369" y="1724"/>
                    <a:pt x="2403" y="857"/>
                  </a:cubicBezTo>
                  <a:cubicBezTo>
                    <a:pt x="2403" y="310"/>
                    <a:pt x="2132" y="1"/>
                    <a:pt x="17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6">
              <a:extLst>
                <a:ext uri="{FF2B5EF4-FFF2-40B4-BE49-F238E27FC236}">
                  <a16:creationId xmlns:a16="http://schemas.microsoft.com/office/drawing/2014/main" id="{37C106E1-BFDA-AD4D-BC2F-C391D8BF5277}"/>
                </a:ext>
              </a:extLst>
            </p:cNvPr>
            <p:cNvSpPr/>
            <p:nvPr/>
          </p:nvSpPr>
          <p:spPr>
            <a:xfrm>
              <a:off x="2590350" y="962325"/>
              <a:ext cx="286075" cy="197225"/>
            </a:xfrm>
            <a:custGeom>
              <a:avLst/>
              <a:gdLst/>
              <a:ahLst/>
              <a:cxnLst/>
              <a:rect l="l" t="t" r="r" b="b"/>
              <a:pathLst>
                <a:path w="11443" h="7889" extrusionOk="0">
                  <a:moveTo>
                    <a:pt x="10897" y="0"/>
                  </a:moveTo>
                  <a:cubicBezTo>
                    <a:pt x="10751" y="0"/>
                    <a:pt x="10585" y="49"/>
                    <a:pt x="10408" y="153"/>
                  </a:cubicBezTo>
                  <a:lnTo>
                    <a:pt x="1001" y="5557"/>
                  </a:lnTo>
                  <a:cubicBezTo>
                    <a:pt x="434" y="5924"/>
                    <a:pt x="67" y="6557"/>
                    <a:pt x="1" y="7225"/>
                  </a:cubicBezTo>
                  <a:cubicBezTo>
                    <a:pt x="1" y="7648"/>
                    <a:pt x="233" y="7889"/>
                    <a:pt x="557" y="7889"/>
                  </a:cubicBezTo>
                  <a:cubicBezTo>
                    <a:pt x="692" y="7889"/>
                    <a:pt x="844" y="7847"/>
                    <a:pt x="1001" y="7758"/>
                  </a:cubicBezTo>
                  <a:lnTo>
                    <a:pt x="10408" y="2321"/>
                  </a:lnTo>
                  <a:cubicBezTo>
                    <a:pt x="11009" y="1954"/>
                    <a:pt x="11375" y="1354"/>
                    <a:pt x="11442" y="653"/>
                  </a:cubicBezTo>
                  <a:cubicBezTo>
                    <a:pt x="11442" y="240"/>
                    <a:pt x="11221" y="0"/>
                    <a:pt x="108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6">
              <a:extLst>
                <a:ext uri="{FF2B5EF4-FFF2-40B4-BE49-F238E27FC236}">
                  <a16:creationId xmlns:a16="http://schemas.microsoft.com/office/drawing/2014/main" id="{0AEBEF09-A38F-E4B0-C5F9-3A30CFAE319F}"/>
                </a:ext>
              </a:extLst>
            </p:cNvPr>
            <p:cNvSpPr/>
            <p:nvPr/>
          </p:nvSpPr>
          <p:spPr>
            <a:xfrm>
              <a:off x="2124200" y="827300"/>
              <a:ext cx="1213375" cy="2961575"/>
            </a:xfrm>
            <a:custGeom>
              <a:avLst/>
              <a:gdLst/>
              <a:ahLst/>
              <a:cxnLst/>
              <a:rect l="l" t="t" r="r" b="b"/>
              <a:pathLst>
                <a:path w="48535" h="118463" extrusionOk="0">
                  <a:moveTo>
                    <a:pt x="47675" y="0"/>
                  </a:moveTo>
                  <a:cubicBezTo>
                    <a:pt x="47462" y="0"/>
                    <a:pt x="47222" y="70"/>
                    <a:pt x="46967" y="217"/>
                  </a:cubicBezTo>
                  <a:lnTo>
                    <a:pt x="1568" y="26435"/>
                  </a:lnTo>
                  <a:cubicBezTo>
                    <a:pt x="634" y="27036"/>
                    <a:pt x="67" y="28037"/>
                    <a:pt x="0" y="29137"/>
                  </a:cubicBezTo>
                  <a:lnTo>
                    <a:pt x="0" y="117367"/>
                  </a:lnTo>
                  <a:cubicBezTo>
                    <a:pt x="0" y="118061"/>
                    <a:pt x="377" y="118463"/>
                    <a:pt x="898" y="118463"/>
                  </a:cubicBezTo>
                  <a:cubicBezTo>
                    <a:pt x="1104" y="118463"/>
                    <a:pt x="1332" y="118400"/>
                    <a:pt x="1568" y="118268"/>
                  </a:cubicBezTo>
                  <a:lnTo>
                    <a:pt x="46967" y="92049"/>
                  </a:lnTo>
                  <a:cubicBezTo>
                    <a:pt x="47834" y="91549"/>
                    <a:pt x="48535" y="90915"/>
                    <a:pt x="48535" y="89914"/>
                  </a:cubicBezTo>
                  <a:lnTo>
                    <a:pt x="48535" y="1084"/>
                  </a:lnTo>
                  <a:cubicBezTo>
                    <a:pt x="48535" y="401"/>
                    <a:pt x="48185" y="0"/>
                    <a:pt x="4767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6">
              <a:extLst>
                <a:ext uri="{FF2B5EF4-FFF2-40B4-BE49-F238E27FC236}">
                  <a16:creationId xmlns:a16="http://schemas.microsoft.com/office/drawing/2014/main" id="{82C95599-9CBE-8715-48DF-D927B6B81D85}"/>
                </a:ext>
              </a:extLst>
            </p:cNvPr>
            <p:cNvSpPr/>
            <p:nvPr/>
          </p:nvSpPr>
          <p:spPr>
            <a:xfrm>
              <a:off x="2118350" y="821500"/>
              <a:ext cx="1227250" cy="2972525"/>
            </a:xfrm>
            <a:custGeom>
              <a:avLst/>
              <a:gdLst/>
              <a:ahLst/>
              <a:cxnLst/>
              <a:rect l="l" t="t" r="r" b="b"/>
              <a:pathLst>
                <a:path w="49090" h="118901" extrusionOk="0">
                  <a:moveTo>
                    <a:pt x="47982" y="436"/>
                  </a:moveTo>
                  <a:cubicBezTo>
                    <a:pt x="48055" y="436"/>
                    <a:pt x="48128" y="467"/>
                    <a:pt x="48202" y="515"/>
                  </a:cubicBezTo>
                  <a:cubicBezTo>
                    <a:pt x="48468" y="682"/>
                    <a:pt x="48602" y="1016"/>
                    <a:pt x="48569" y="1349"/>
                  </a:cubicBezTo>
                  <a:lnTo>
                    <a:pt x="48569" y="90146"/>
                  </a:lnTo>
                  <a:cubicBezTo>
                    <a:pt x="48569" y="90913"/>
                    <a:pt x="48102" y="91514"/>
                    <a:pt x="47101" y="92081"/>
                  </a:cubicBezTo>
                  <a:lnTo>
                    <a:pt x="1702" y="118333"/>
                  </a:lnTo>
                  <a:cubicBezTo>
                    <a:pt x="1551" y="118484"/>
                    <a:pt x="1368" y="118549"/>
                    <a:pt x="1188" y="118549"/>
                  </a:cubicBezTo>
                  <a:cubicBezTo>
                    <a:pt x="731" y="118549"/>
                    <a:pt x="291" y="118126"/>
                    <a:pt x="434" y="117599"/>
                  </a:cubicBezTo>
                  <a:lnTo>
                    <a:pt x="434" y="29336"/>
                  </a:lnTo>
                  <a:cubicBezTo>
                    <a:pt x="501" y="28335"/>
                    <a:pt x="1035" y="27401"/>
                    <a:pt x="1902" y="26834"/>
                  </a:cubicBezTo>
                  <a:lnTo>
                    <a:pt x="47301" y="615"/>
                  </a:lnTo>
                  <a:cubicBezTo>
                    <a:pt x="47501" y="515"/>
                    <a:pt x="47701" y="449"/>
                    <a:pt x="47901" y="449"/>
                  </a:cubicBezTo>
                  <a:cubicBezTo>
                    <a:pt x="47928" y="440"/>
                    <a:pt x="47955" y="436"/>
                    <a:pt x="47982" y="436"/>
                  </a:cubicBezTo>
                  <a:close/>
                  <a:moveTo>
                    <a:pt x="47846" y="0"/>
                  </a:moveTo>
                  <a:cubicBezTo>
                    <a:pt x="47594" y="0"/>
                    <a:pt x="47333" y="87"/>
                    <a:pt x="47101" y="282"/>
                  </a:cubicBezTo>
                  <a:lnTo>
                    <a:pt x="1702" y="26467"/>
                  </a:lnTo>
                  <a:cubicBezTo>
                    <a:pt x="701" y="27101"/>
                    <a:pt x="101" y="28202"/>
                    <a:pt x="34" y="29369"/>
                  </a:cubicBezTo>
                  <a:lnTo>
                    <a:pt x="34" y="117599"/>
                  </a:lnTo>
                  <a:cubicBezTo>
                    <a:pt x="1" y="118066"/>
                    <a:pt x="201" y="118500"/>
                    <a:pt x="601" y="118767"/>
                  </a:cubicBezTo>
                  <a:cubicBezTo>
                    <a:pt x="734" y="118867"/>
                    <a:pt x="935" y="118900"/>
                    <a:pt x="1101" y="118900"/>
                  </a:cubicBezTo>
                  <a:cubicBezTo>
                    <a:pt x="1402" y="118900"/>
                    <a:pt x="1668" y="118800"/>
                    <a:pt x="1902" y="118667"/>
                  </a:cubicBezTo>
                  <a:lnTo>
                    <a:pt x="47301" y="92448"/>
                  </a:lnTo>
                  <a:cubicBezTo>
                    <a:pt x="48035" y="92048"/>
                    <a:pt x="48969" y="91380"/>
                    <a:pt x="48969" y="90146"/>
                  </a:cubicBezTo>
                  <a:lnTo>
                    <a:pt x="48969" y="1349"/>
                  </a:lnTo>
                  <a:cubicBezTo>
                    <a:pt x="49089" y="579"/>
                    <a:pt x="48498" y="0"/>
                    <a:pt x="47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6">
              <a:extLst>
                <a:ext uri="{FF2B5EF4-FFF2-40B4-BE49-F238E27FC236}">
                  <a16:creationId xmlns:a16="http://schemas.microsoft.com/office/drawing/2014/main" id="{1A6B6498-D460-8A60-108C-B3BC2A2D30A8}"/>
                </a:ext>
              </a:extLst>
            </p:cNvPr>
            <p:cNvSpPr/>
            <p:nvPr/>
          </p:nvSpPr>
          <p:spPr>
            <a:xfrm>
              <a:off x="1934050" y="401975"/>
              <a:ext cx="1468575" cy="847725"/>
            </a:xfrm>
            <a:custGeom>
              <a:avLst/>
              <a:gdLst/>
              <a:ahLst/>
              <a:cxnLst/>
              <a:rect l="l" t="t" r="r" b="b"/>
              <a:pathLst>
                <a:path w="58743" h="33909" extrusionOk="0">
                  <a:moveTo>
                    <a:pt x="53034" y="1"/>
                  </a:moveTo>
                  <a:cubicBezTo>
                    <a:pt x="52413" y="1"/>
                    <a:pt x="51788" y="151"/>
                    <a:pt x="51204" y="451"/>
                  </a:cubicBezTo>
                  <a:lnTo>
                    <a:pt x="1302" y="29272"/>
                  </a:lnTo>
                  <a:cubicBezTo>
                    <a:pt x="734" y="29605"/>
                    <a:pt x="301" y="30072"/>
                    <a:pt x="1" y="30606"/>
                  </a:cubicBezTo>
                  <a:lnTo>
                    <a:pt x="5705" y="33908"/>
                  </a:lnTo>
                  <a:cubicBezTo>
                    <a:pt x="6005" y="33375"/>
                    <a:pt x="6472" y="32908"/>
                    <a:pt x="7006" y="32574"/>
                  </a:cubicBezTo>
                  <a:lnTo>
                    <a:pt x="56941" y="3720"/>
                  </a:lnTo>
                  <a:cubicBezTo>
                    <a:pt x="57224" y="3563"/>
                    <a:pt x="57493" y="3488"/>
                    <a:pt x="57734" y="3488"/>
                  </a:cubicBezTo>
                  <a:cubicBezTo>
                    <a:pt x="58261" y="3488"/>
                    <a:pt x="58651" y="3846"/>
                    <a:pt x="58743" y="4487"/>
                  </a:cubicBezTo>
                  <a:cubicBezTo>
                    <a:pt x="58576" y="3320"/>
                    <a:pt x="57909" y="2286"/>
                    <a:pt x="56941" y="1619"/>
                  </a:cubicBezTo>
                  <a:lnTo>
                    <a:pt x="54840" y="451"/>
                  </a:lnTo>
                  <a:cubicBezTo>
                    <a:pt x="54273" y="151"/>
                    <a:pt x="53656" y="1"/>
                    <a:pt x="530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6">
              <a:extLst>
                <a:ext uri="{FF2B5EF4-FFF2-40B4-BE49-F238E27FC236}">
                  <a16:creationId xmlns:a16="http://schemas.microsoft.com/office/drawing/2014/main" id="{AA46B21B-8924-C627-01A3-8AB5E84EFF43}"/>
                </a:ext>
              </a:extLst>
            </p:cNvPr>
            <p:cNvSpPr/>
            <p:nvPr/>
          </p:nvSpPr>
          <p:spPr>
            <a:xfrm>
              <a:off x="4907850" y="1566575"/>
              <a:ext cx="320250" cy="478325"/>
            </a:xfrm>
            <a:custGeom>
              <a:avLst/>
              <a:gdLst/>
              <a:ahLst/>
              <a:cxnLst/>
              <a:rect l="l" t="t" r="r" b="b"/>
              <a:pathLst>
                <a:path w="12810" h="19133" extrusionOk="0">
                  <a:moveTo>
                    <a:pt x="12809" y="0"/>
                  </a:moveTo>
                  <a:lnTo>
                    <a:pt x="12809" y="0"/>
                  </a:lnTo>
                  <a:cubicBezTo>
                    <a:pt x="10174" y="133"/>
                    <a:pt x="9273" y="634"/>
                    <a:pt x="7872" y="2268"/>
                  </a:cubicBezTo>
                  <a:cubicBezTo>
                    <a:pt x="6505" y="3903"/>
                    <a:pt x="0" y="15978"/>
                    <a:pt x="0" y="15978"/>
                  </a:cubicBezTo>
                  <a:cubicBezTo>
                    <a:pt x="0" y="15978"/>
                    <a:pt x="1133" y="19132"/>
                    <a:pt x="3575" y="19132"/>
                  </a:cubicBezTo>
                  <a:cubicBezTo>
                    <a:pt x="3682" y="19132"/>
                    <a:pt x="3791" y="19126"/>
                    <a:pt x="3903" y="19114"/>
                  </a:cubicBezTo>
                  <a:lnTo>
                    <a:pt x="8907" y="11041"/>
                  </a:lnTo>
                  <a:lnTo>
                    <a:pt x="12809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6">
              <a:extLst>
                <a:ext uri="{FF2B5EF4-FFF2-40B4-BE49-F238E27FC236}">
                  <a16:creationId xmlns:a16="http://schemas.microsoft.com/office/drawing/2014/main" id="{F25355FE-3400-A184-3231-D088605E3F71}"/>
                </a:ext>
              </a:extLst>
            </p:cNvPr>
            <p:cNvSpPr/>
            <p:nvPr/>
          </p:nvSpPr>
          <p:spPr>
            <a:xfrm>
              <a:off x="5000400" y="1565200"/>
              <a:ext cx="236875" cy="308275"/>
            </a:xfrm>
            <a:custGeom>
              <a:avLst/>
              <a:gdLst/>
              <a:ahLst/>
              <a:cxnLst/>
              <a:rect l="l" t="t" r="r" b="b"/>
              <a:pathLst>
                <a:path w="9475" h="12331" extrusionOk="0">
                  <a:moveTo>
                    <a:pt x="8419" y="1"/>
                  </a:moveTo>
                  <a:cubicBezTo>
                    <a:pt x="7763" y="1"/>
                    <a:pt x="6913" y="63"/>
                    <a:pt x="6205" y="322"/>
                  </a:cubicBezTo>
                  <a:cubicBezTo>
                    <a:pt x="4871" y="789"/>
                    <a:pt x="4170" y="1790"/>
                    <a:pt x="3236" y="3191"/>
                  </a:cubicBezTo>
                  <a:cubicBezTo>
                    <a:pt x="2536" y="4325"/>
                    <a:pt x="1" y="8895"/>
                    <a:pt x="1" y="8895"/>
                  </a:cubicBezTo>
                  <a:cubicBezTo>
                    <a:pt x="1" y="8895"/>
                    <a:pt x="1235" y="12330"/>
                    <a:pt x="4738" y="12330"/>
                  </a:cubicBezTo>
                  <a:lnTo>
                    <a:pt x="9474" y="55"/>
                  </a:lnTo>
                  <a:cubicBezTo>
                    <a:pt x="9474" y="55"/>
                    <a:pt x="9031" y="1"/>
                    <a:pt x="84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6">
              <a:extLst>
                <a:ext uri="{FF2B5EF4-FFF2-40B4-BE49-F238E27FC236}">
                  <a16:creationId xmlns:a16="http://schemas.microsoft.com/office/drawing/2014/main" id="{70AB872A-4C9F-9458-5010-6E5C4E902B88}"/>
                </a:ext>
              </a:extLst>
            </p:cNvPr>
            <p:cNvSpPr/>
            <p:nvPr/>
          </p:nvSpPr>
          <p:spPr>
            <a:xfrm>
              <a:off x="5297150" y="3703825"/>
              <a:ext cx="292025" cy="261375"/>
            </a:xfrm>
            <a:custGeom>
              <a:avLst/>
              <a:gdLst/>
              <a:ahLst/>
              <a:cxnLst/>
              <a:rect l="l" t="t" r="r" b="b"/>
              <a:pathLst>
                <a:path w="11681" h="10455" extrusionOk="0">
                  <a:moveTo>
                    <a:pt x="10711" y="1"/>
                  </a:moveTo>
                  <a:cubicBezTo>
                    <a:pt x="10701" y="1"/>
                    <a:pt x="10691" y="2"/>
                    <a:pt x="10680" y="5"/>
                  </a:cubicBezTo>
                  <a:lnTo>
                    <a:pt x="10680" y="438"/>
                  </a:lnTo>
                  <a:cubicBezTo>
                    <a:pt x="10113" y="905"/>
                    <a:pt x="9413" y="1139"/>
                    <a:pt x="8679" y="1139"/>
                  </a:cubicBezTo>
                  <a:cubicBezTo>
                    <a:pt x="8614" y="1143"/>
                    <a:pt x="8539" y="1145"/>
                    <a:pt x="8455" y="1145"/>
                  </a:cubicBezTo>
                  <a:cubicBezTo>
                    <a:pt x="7804" y="1145"/>
                    <a:pt x="6677" y="1019"/>
                    <a:pt x="6677" y="605"/>
                  </a:cubicBezTo>
                  <a:lnTo>
                    <a:pt x="6677" y="38"/>
                  </a:lnTo>
                  <a:cubicBezTo>
                    <a:pt x="6444" y="705"/>
                    <a:pt x="5410" y="3607"/>
                    <a:pt x="3809" y="5042"/>
                  </a:cubicBezTo>
                  <a:cubicBezTo>
                    <a:pt x="2574" y="6209"/>
                    <a:pt x="807" y="7543"/>
                    <a:pt x="373" y="8811"/>
                  </a:cubicBezTo>
                  <a:cubicBezTo>
                    <a:pt x="1" y="9928"/>
                    <a:pt x="2038" y="10455"/>
                    <a:pt x="3382" y="10455"/>
                  </a:cubicBezTo>
                  <a:cubicBezTo>
                    <a:pt x="3603" y="10455"/>
                    <a:pt x="3806" y="10440"/>
                    <a:pt x="3975" y="10412"/>
                  </a:cubicBezTo>
                  <a:cubicBezTo>
                    <a:pt x="5343" y="10179"/>
                    <a:pt x="7111" y="9378"/>
                    <a:pt x="8078" y="8210"/>
                  </a:cubicBezTo>
                  <a:cubicBezTo>
                    <a:pt x="8779" y="7377"/>
                    <a:pt x="9213" y="6376"/>
                    <a:pt x="9680" y="5709"/>
                  </a:cubicBezTo>
                  <a:cubicBezTo>
                    <a:pt x="10147" y="5008"/>
                    <a:pt x="11281" y="4308"/>
                    <a:pt x="11548" y="3540"/>
                  </a:cubicBezTo>
                  <a:cubicBezTo>
                    <a:pt x="11681" y="3140"/>
                    <a:pt x="11514" y="2206"/>
                    <a:pt x="11314" y="1439"/>
                  </a:cubicBezTo>
                  <a:cubicBezTo>
                    <a:pt x="11154" y="766"/>
                    <a:pt x="10963" y="1"/>
                    <a:pt x="107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6">
              <a:extLst>
                <a:ext uri="{FF2B5EF4-FFF2-40B4-BE49-F238E27FC236}">
                  <a16:creationId xmlns:a16="http://schemas.microsoft.com/office/drawing/2014/main" id="{DF9EF568-2F03-49F3-F651-4DDD5E9F172B}"/>
                </a:ext>
              </a:extLst>
            </p:cNvPr>
            <p:cNvSpPr/>
            <p:nvPr/>
          </p:nvSpPr>
          <p:spPr>
            <a:xfrm>
              <a:off x="5342725" y="3622200"/>
              <a:ext cx="221450" cy="269675"/>
            </a:xfrm>
            <a:custGeom>
              <a:avLst/>
              <a:gdLst/>
              <a:ahLst/>
              <a:cxnLst/>
              <a:rect l="l" t="t" r="r" b="b"/>
              <a:pathLst>
                <a:path w="8858" h="10787" extrusionOk="0">
                  <a:moveTo>
                    <a:pt x="4854" y="1"/>
                  </a:moveTo>
                  <a:lnTo>
                    <a:pt x="4854" y="2269"/>
                  </a:lnTo>
                  <a:cubicBezTo>
                    <a:pt x="4854" y="3003"/>
                    <a:pt x="4721" y="3737"/>
                    <a:pt x="4421" y="4404"/>
                  </a:cubicBezTo>
                  <a:cubicBezTo>
                    <a:pt x="3954" y="5571"/>
                    <a:pt x="3086" y="7306"/>
                    <a:pt x="1986" y="8307"/>
                  </a:cubicBezTo>
                  <a:cubicBezTo>
                    <a:pt x="1619" y="8640"/>
                    <a:pt x="1218" y="8974"/>
                    <a:pt x="852" y="9341"/>
                  </a:cubicBezTo>
                  <a:cubicBezTo>
                    <a:pt x="1" y="10305"/>
                    <a:pt x="428" y="10787"/>
                    <a:pt x="1517" y="10787"/>
                  </a:cubicBezTo>
                  <a:cubicBezTo>
                    <a:pt x="1709" y="10787"/>
                    <a:pt x="1922" y="10772"/>
                    <a:pt x="2152" y="10742"/>
                  </a:cubicBezTo>
                  <a:cubicBezTo>
                    <a:pt x="3720" y="10508"/>
                    <a:pt x="5055" y="9274"/>
                    <a:pt x="5755" y="8307"/>
                  </a:cubicBezTo>
                  <a:cubicBezTo>
                    <a:pt x="6822" y="6872"/>
                    <a:pt x="8657" y="4637"/>
                    <a:pt x="8857" y="3803"/>
                  </a:cubicBezTo>
                  <a:lnTo>
                    <a:pt x="8857" y="3703"/>
                  </a:lnTo>
                  <a:lnTo>
                    <a:pt x="8857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6">
              <a:extLst>
                <a:ext uri="{FF2B5EF4-FFF2-40B4-BE49-F238E27FC236}">
                  <a16:creationId xmlns:a16="http://schemas.microsoft.com/office/drawing/2014/main" id="{814A816C-B438-1B0D-775A-A15A10A8C921}"/>
                </a:ext>
              </a:extLst>
            </p:cNvPr>
            <p:cNvSpPr/>
            <p:nvPr/>
          </p:nvSpPr>
          <p:spPr>
            <a:xfrm>
              <a:off x="4942750" y="3603750"/>
              <a:ext cx="292850" cy="261375"/>
            </a:xfrm>
            <a:custGeom>
              <a:avLst/>
              <a:gdLst/>
              <a:ahLst/>
              <a:cxnLst/>
              <a:rect l="l" t="t" r="r" b="b"/>
              <a:pathLst>
                <a:path w="11714" h="10455" extrusionOk="0">
                  <a:moveTo>
                    <a:pt x="10713" y="0"/>
                  </a:moveTo>
                  <a:cubicBezTo>
                    <a:pt x="10702" y="0"/>
                    <a:pt x="10691" y="2"/>
                    <a:pt x="10679" y="5"/>
                  </a:cubicBezTo>
                  <a:lnTo>
                    <a:pt x="10679" y="438"/>
                  </a:lnTo>
                  <a:cubicBezTo>
                    <a:pt x="10144" y="848"/>
                    <a:pt x="9490" y="1108"/>
                    <a:pt x="8802" y="1108"/>
                  </a:cubicBezTo>
                  <a:cubicBezTo>
                    <a:pt x="8761" y="1108"/>
                    <a:pt x="8719" y="1107"/>
                    <a:pt x="8678" y="1105"/>
                  </a:cubicBezTo>
                  <a:cubicBezTo>
                    <a:pt x="8549" y="1128"/>
                    <a:pt x="8374" y="1141"/>
                    <a:pt x="8181" y="1141"/>
                  </a:cubicBezTo>
                  <a:cubicBezTo>
                    <a:pt x="7531" y="1141"/>
                    <a:pt x="6677" y="999"/>
                    <a:pt x="6677" y="638"/>
                  </a:cubicBezTo>
                  <a:lnTo>
                    <a:pt x="6677" y="71"/>
                  </a:lnTo>
                  <a:cubicBezTo>
                    <a:pt x="6443" y="739"/>
                    <a:pt x="5409" y="3641"/>
                    <a:pt x="3808" y="5075"/>
                  </a:cubicBezTo>
                  <a:cubicBezTo>
                    <a:pt x="2574" y="6209"/>
                    <a:pt x="806" y="7577"/>
                    <a:pt x="372" y="8844"/>
                  </a:cubicBezTo>
                  <a:cubicBezTo>
                    <a:pt x="0" y="9932"/>
                    <a:pt x="2035" y="10455"/>
                    <a:pt x="3379" y="10455"/>
                  </a:cubicBezTo>
                  <a:cubicBezTo>
                    <a:pt x="3601" y="10455"/>
                    <a:pt x="3804" y="10441"/>
                    <a:pt x="3975" y="10412"/>
                  </a:cubicBezTo>
                  <a:cubicBezTo>
                    <a:pt x="5342" y="10179"/>
                    <a:pt x="7110" y="9378"/>
                    <a:pt x="8078" y="8211"/>
                  </a:cubicBezTo>
                  <a:cubicBezTo>
                    <a:pt x="8778" y="7377"/>
                    <a:pt x="9212" y="6376"/>
                    <a:pt x="9679" y="5709"/>
                  </a:cubicBezTo>
                  <a:cubicBezTo>
                    <a:pt x="10179" y="5008"/>
                    <a:pt x="11280" y="4308"/>
                    <a:pt x="11547" y="3541"/>
                  </a:cubicBezTo>
                  <a:cubicBezTo>
                    <a:pt x="11714" y="3140"/>
                    <a:pt x="11513" y="2206"/>
                    <a:pt x="11313" y="1439"/>
                  </a:cubicBezTo>
                  <a:cubicBezTo>
                    <a:pt x="11122" y="704"/>
                    <a:pt x="10961" y="0"/>
                    <a:pt x="107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6">
              <a:extLst>
                <a:ext uri="{FF2B5EF4-FFF2-40B4-BE49-F238E27FC236}">
                  <a16:creationId xmlns:a16="http://schemas.microsoft.com/office/drawing/2014/main" id="{9752C1A8-5519-1342-92E2-BCC0BA5CFA1D}"/>
                </a:ext>
              </a:extLst>
            </p:cNvPr>
            <p:cNvSpPr/>
            <p:nvPr/>
          </p:nvSpPr>
          <p:spPr>
            <a:xfrm>
              <a:off x="4988600" y="3522975"/>
              <a:ext cx="221975" cy="269950"/>
            </a:xfrm>
            <a:custGeom>
              <a:avLst/>
              <a:gdLst/>
              <a:ahLst/>
              <a:cxnLst/>
              <a:rect l="l" t="t" r="r" b="b"/>
              <a:pathLst>
                <a:path w="8879" h="10798" extrusionOk="0">
                  <a:moveTo>
                    <a:pt x="4843" y="0"/>
                  </a:moveTo>
                  <a:lnTo>
                    <a:pt x="4843" y="2302"/>
                  </a:lnTo>
                  <a:cubicBezTo>
                    <a:pt x="4843" y="3036"/>
                    <a:pt x="4709" y="3736"/>
                    <a:pt x="4442" y="4403"/>
                  </a:cubicBezTo>
                  <a:cubicBezTo>
                    <a:pt x="3942" y="5604"/>
                    <a:pt x="3108" y="7305"/>
                    <a:pt x="1974" y="8339"/>
                  </a:cubicBezTo>
                  <a:cubicBezTo>
                    <a:pt x="1640" y="8640"/>
                    <a:pt x="1240" y="9007"/>
                    <a:pt x="840" y="9340"/>
                  </a:cubicBezTo>
                  <a:cubicBezTo>
                    <a:pt x="0" y="10292"/>
                    <a:pt x="429" y="10797"/>
                    <a:pt x="1475" y="10797"/>
                  </a:cubicBezTo>
                  <a:cubicBezTo>
                    <a:pt x="1676" y="10797"/>
                    <a:pt x="1899" y="10779"/>
                    <a:pt x="2141" y="10741"/>
                  </a:cubicBezTo>
                  <a:cubicBezTo>
                    <a:pt x="3742" y="10541"/>
                    <a:pt x="5076" y="9307"/>
                    <a:pt x="5777" y="8339"/>
                  </a:cubicBezTo>
                  <a:cubicBezTo>
                    <a:pt x="6844" y="6905"/>
                    <a:pt x="8679" y="4670"/>
                    <a:pt x="8879" y="3836"/>
                  </a:cubicBezTo>
                  <a:lnTo>
                    <a:pt x="8879" y="3736"/>
                  </a:lnTo>
                  <a:lnTo>
                    <a:pt x="8879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6">
              <a:extLst>
                <a:ext uri="{FF2B5EF4-FFF2-40B4-BE49-F238E27FC236}">
                  <a16:creationId xmlns:a16="http://schemas.microsoft.com/office/drawing/2014/main" id="{D8D6AD45-1D1D-28A0-E298-6BA984C54783}"/>
                </a:ext>
              </a:extLst>
            </p:cNvPr>
            <p:cNvSpPr/>
            <p:nvPr/>
          </p:nvSpPr>
          <p:spPr>
            <a:xfrm>
              <a:off x="5061275" y="2134475"/>
              <a:ext cx="561275" cy="1514650"/>
            </a:xfrm>
            <a:custGeom>
              <a:avLst/>
              <a:gdLst/>
              <a:ahLst/>
              <a:cxnLst/>
              <a:rect l="l" t="t" r="r" b="b"/>
              <a:pathLst>
                <a:path w="22451" h="60586" extrusionOk="0">
                  <a:moveTo>
                    <a:pt x="1535" y="0"/>
                  </a:moveTo>
                  <a:cubicBezTo>
                    <a:pt x="301" y="4037"/>
                    <a:pt x="1" y="25185"/>
                    <a:pt x="501" y="31990"/>
                  </a:cubicBezTo>
                  <a:cubicBezTo>
                    <a:pt x="801" y="36026"/>
                    <a:pt x="1936" y="56741"/>
                    <a:pt x="1936" y="56741"/>
                  </a:cubicBezTo>
                  <a:cubicBezTo>
                    <a:pt x="2689" y="56855"/>
                    <a:pt x="3341" y="56896"/>
                    <a:pt x="3888" y="56896"/>
                  </a:cubicBezTo>
                  <a:cubicBezTo>
                    <a:pt x="5257" y="56896"/>
                    <a:pt x="5972" y="56641"/>
                    <a:pt x="5972" y="56641"/>
                  </a:cubicBezTo>
                  <a:cubicBezTo>
                    <a:pt x="5972" y="56641"/>
                    <a:pt x="9207" y="40996"/>
                    <a:pt x="8874" y="37661"/>
                  </a:cubicBezTo>
                  <a:cubicBezTo>
                    <a:pt x="8674" y="35993"/>
                    <a:pt x="8307" y="34358"/>
                    <a:pt x="7806" y="32757"/>
                  </a:cubicBezTo>
                  <a:lnTo>
                    <a:pt x="9741" y="16846"/>
                  </a:lnTo>
                  <a:cubicBezTo>
                    <a:pt x="9741" y="16846"/>
                    <a:pt x="10942" y="27787"/>
                    <a:pt x="11576" y="32757"/>
                  </a:cubicBezTo>
                  <a:cubicBezTo>
                    <a:pt x="12276" y="38495"/>
                    <a:pt x="16112" y="60177"/>
                    <a:pt x="16112" y="60177"/>
                  </a:cubicBezTo>
                  <a:cubicBezTo>
                    <a:pt x="16705" y="60450"/>
                    <a:pt x="17338" y="60585"/>
                    <a:pt x="17972" y="60585"/>
                  </a:cubicBezTo>
                  <a:cubicBezTo>
                    <a:pt x="18731" y="60585"/>
                    <a:pt x="19491" y="60392"/>
                    <a:pt x="20182" y="60010"/>
                  </a:cubicBezTo>
                  <a:cubicBezTo>
                    <a:pt x="20182" y="60010"/>
                    <a:pt x="21583" y="45600"/>
                    <a:pt x="21049" y="39862"/>
                  </a:cubicBezTo>
                  <a:cubicBezTo>
                    <a:pt x="20582" y="35025"/>
                    <a:pt x="19315" y="32857"/>
                    <a:pt x="19215" y="31723"/>
                  </a:cubicBezTo>
                  <a:cubicBezTo>
                    <a:pt x="19215" y="31723"/>
                    <a:pt x="22450" y="7806"/>
                    <a:pt x="19315" y="1001"/>
                  </a:cubicBezTo>
                  <a:lnTo>
                    <a:pt x="153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6">
              <a:extLst>
                <a:ext uri="{FF2B5EF4-FFF2-40B4-BE49-F238E27FC236}">
                  <a16:creationId xmlns:a16="http://schemas.microsoft.com/office/drawing/2014/main" id="{52307880-F09E-8406-98AA-9197FA0D426E}"/>
                </a:ext>
              </a:extLst>
            </p:cNvPr>
            <p:cNvSpPr/>
            <p:nvPr/>
          </p:nvSpPr>
          <p:spPr>
            <a:xfrm>
              <a:off x="5123825" y="2330450"/>
              <a:ext cx="181000" cy="595450"/>
            </a:xfrm>
            <a:custGeom>
              <a:avLst/>
              <a:gdLst/>
              <a:ahLst/>
              <a:cxnLst/>
              <a:rect l="l" t="t" r="r" b="b"/>
              <a:pathLst>
                <a:path w="7240" h="23818" extrusionOk="0">
                  <a:moveTo>
                    <a:pt x="1" y="0"/>
                  </a:moveTo>
                  <a:cubicBezTo>
                    <a:pt x="1" y="1"/>
                    <a:pt x="2036" y="2535"/>
                    <a:pt x="5071" y="3336"/>
                  </a:cubicBezTo>
                  <a:lnTo>
                    <a:pt x="6205" y="8206"/>
                  </a:lnTo>
                  <a:lnTo>
                    <a:pt x="5438" y="23817"/>
                  </a:lnTo>
                  <a:lnTo>
                    <a:pt x="7239" y="9007"/>
                  </a:lnTo>
                  <a:lnTo>
                    <a:pt x="6238" y="2702"/>
                  </a:lnTo>
                  <a:cubicBezTo>
                    <a:pt x="6238" y="2702"/>
                    <a:pt x="1935" y="1835"/>
                    <a:pt x="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6">
              <a:extLst>
                <a:ext uri="{FF2B5EF4-FFF2-40B4-BE49-F238E27FC236}">
                  <a16:creationId xmlns:a16="http://schemas.microsoft.com/office/drawing/2014/main" id="{AE657B62-F447-252B-0A20-2F78DBE7F887}"/>
                </a:ext>
              </a:extLst>
            </p:cNvPr>
            <p:cNvSpPr/>
            <p:nvPr/>
          </p:nvSpPr>
          <p:spPr>
            <a:xfrm>
              <a:off x="5081300" y="1566575"/>
              <a:ext cx="477875" cy="646950"/>
            </a:xfrm>
            <a:custGeom>
              <a:avLst/>
              <a:gdLst/>
              <a:ahLst/>
              <a:cxnLst/>
              <a:rect l="l" t="t" r="r" b="b"/>
              <a:pathLst>
                <a:path w="19115" h="25878" extrusionOk="0">
                  <a:moveTo>
                    <a:pt x="5905" y="0"/>
                  </a:moveTo>
                  <a:cubicBezTo>
                    <a:pt x="4904" y="0"/>
                    <a:pt x="1468" y="3469"/>
                    <a:pt x="501" y="7239"/>
                  </a:cubicBezTo>
                  <a:cubicBezTo>
                    <a:pt x="0" y="9307"/>
                    <a:pt x="301" y="11241"/>
                    <a:pt x="1535" y="14344"/>
                  </a:cubicBezTo>
                  <a:cubicBezTo>
                    <a:pt x="1201" y="17413"/>
                    <a:pt x="668" y="22116"/>
                    <a:pt x="768" y="22716"/>
                  </a:cubicBezTo>
                  <a:cubicBezTo>
                    <a:pt x="2037" y="24449"/>
                    <a:pt x="5715" y="25877"/>
                    <a:pt x="9965" y="25877"/>
                  </a:cubicBezTo>
                  <a:cubicBezTo>
                    <a:pt x="12752" y="25877"/>
                    <a:pt x="15786" y="25263"/>
                    <a:pt x="18547" y="23717"/>
                  </a:cubicBezTo>
                  <a:cubicBezTo>
                    <a:pt x="17046" y="20748"/>
                    <a:pt x="15745" y="17613"/>
                    <a:pt x="15745" y="17613"/>
                  </a:cubicBezTo>
                  <a:lnTo>
                    <a:pt x="18480" y="9574"/>
                  </a:lnTo>
                  <a:cubicBezTo>
                    <a:pt x="19114" y="7906"/>
                    <a:pt x="19047" y="6038"/>
                    <a:pt x="18314" y="4437"/>
                  </a:cubicBezTo>
                  <a:cubicBezTo>
                    <a:pt x="17613" y="2935"/>
                    <a:pt x="17179" y="434"/>
                    <a:pt x="15478" y="267"/>
                  </a:cubicBezTo>
                  <a:cubicBezTo>
                    <a:pt x="14611" y="167"/>
                    <a:pt x="14211" y="200"/>
                    <a:pt x="13043" y="100"/>
                  </a:cubicBezTo>
                  <a:lnTo>
                    <a:pt x="590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6">
              <a:extLst>
                <a:ext uri="{FF2B5EF4-FFF2-40B4-BE49-F238E27FC236}">
                  <a16:creationId xmlns:a16="http://schemas.microsoft.com/office/drawing/2014/main" id="{C143D9E3-12F0-4CBE-F742-FD9FC7F01D18}"/>
                </a:ext>
              </a:extLst>
            </p:cNvPr>
            <p:cNvSpPr/>
            <p:nvPr/>
          </p:nvSpPr>
          <p:spPr>
            <a:xfrm>
              <a:off x="5078800" y="1070900"/>
              <a:ext cx="477875" cy="476500"/>
            </a:xfrm>
            <a:custGeom>
              <a:avLst/>
              <a:gdLst/>
              <a:ahLst/>
              <a:cxnLst/>
              <a:rect l="l" t="t" r="r" b="b"/>
              <a:pathLst>
                <a:path w="19115" h="19060" extrusionOk="0">
                  <a:moveTo>
                    <a:pt x="9420" y="1"/>
                  </a:moveTo>
                  <a:cubicBezTo>
                    <a:pt x="9271" y="1"/>
                    <a:pt x="9123" y="5"/>
                    <a:pt x="8973" y="13"/>
                  </a:cubicBezTo>
                  <a:lnTo>
                    <a:pt x="8206" y="46"/>
                  </a:lnTo>
                  <a:cubicBezTo>
                    <a:pt x="3570" y="313"/>
                    <a:pt x="0" y="4249"/>
                    <a:pt x="267" y="8919"/>
                  </a:cubicBezTo>
                  <a:cubicBezTo>
                    <a:pt x="501" y="13689"/>
                    <a:pt x="801" y="19060"/>
                    <a:pt x="801" y="19060"/>
                  </a:cubicBezTo>
                  <a:lnTo>
                    <a:pt x="9474" y="18593"/>
                  </a:lnTo>
                  <a:cubicBezTo>
                    <a:pt x="14377" y="18359"/>
                    <a:pt x="18180" y="14156"/>
                    <a:pt x="17913" y="9219"/>
                  </a:cubicBezTo>
                  <a:lnTo>
                    <a:pt x="17846" y="7985"/>
                  </a:lnTo>
                  <a:cubicBezTo>
                    <a:pt x="17813" y="7185"/>
                    <a:pt x="17646" y="6417"/>
                    <a:pt x="17379" y="5650"/>
                  </a:cubicBezTo>
                  <a:lnTo>
                    <a:pt x="17379" y="5650"/>
                  </a:lnTo>
                  <a:cubicBezTo>
                    <a:pt x="17513" y="5717"/>
                    <a:pt x="17646" y="5750"/>
                    <a:pt x="17813" y="5784"/>
                  </a:cubicBezTo>
                  <a:cubicBezTo>
                    <a:pt x="17833" y="5785"/>
                    <a:pt x="17853" y="5785"/>
                    <a:pt x="17873" y="5785"/>
                  </a:cubicBezTo>
                  <a:cubicBezTo>
                    <a:pt x="18484" y="5785"/>
                    <a:pt x="19049" y="5297"/>
                    <a:pt x="19114" y="4683"/>
                  </a:cubicBezTo>
                  <a:lnTo>
                    <a:pt x="17646" y="4549"/>
                  </a:lnTo>
                  <a:cubicBezTo>
                    <a:pt x="17813" y="4449"/>
                    <a:pt x="17980" y="4316"/>
                    <a:pt x="18080" y="4149"/>
                  </a:cubicBezTo>
                  <a:cubicBezTo>
                    <a:pt x="18380" y="3549"/>
                    <a:pt x="18180" y="2815"/>
                    <a:pt x="17613" y="2481"/>
                  </a:cubicBezTo>
                  <a:lnTo>
                    <a:pt x="16679" y="4183"/>
                  </a:lnTo>
                  <a:cubicBezTo>
                    <a:pt x="15154" y="1577"/>
                    <a:pt x="12388" y="1"/>
                    <a:pt x="94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6">
              <a:extLst>
                <a:ext uri="{FF2B5EF4-FFF2-40B4-BE49-F238E27FC236}">
                  <a16:creationId xmlns:a16="http://schemas.microsoft.com/office/drawing/2014/main" id="{4B33C931-0217-B32A-6B6D-DDC5AC6595F9}"/>
                </a:ext>
              </a:extLst>
            </p:cNvPr>
            <p:cNvSpPr/>
            <p:nvPr/>
          </p:nvSpPr>
          <p:spPr>
            <a:xfrm>
              <a:off x="5123000" y="1209650"/>
              <a:ext cx="376125" cy="472375"/>
            </a:xfrm>
            <a:custGeom>
              <a:avLst/>
              <a:gdLst/>
              <a:ahLst/>
              <a:cxnLst/>
              <a:rect l="l" t="t" r="r" b="b"/>
              <a:pathLst>
                <a:path w="15045" h="18895" extrusionOk="0">
                  <a:moveTo>
                    <a:pt x="7606" y="0"/>
                  </a:moveTo>
                  <a:cubicBezTo>
                    <a:pt x="4804" y="3669"/>
                    <a:pt x="234" y="1034"/>
                    <a:pt x="67" y="3903"/>
                  </a:cubicBezTo>
                  <a:cubicBezTo>
                    <a:pt x="0" y="4837"/>
                    <a:pt x="34" y="5738"/>
                    <a:pt x="134" y="6672"/>
                  </a:cubicBezTo>
                  <a:cubicBezTo>
                    <a:pt x="467" y="10975"/>
                    <a:pt x="1902" y="11975"/>
                    <a:pt x="2636" y="12242"/>
                  </a:cubicBezTo>
                  <a:cubicBezTo>
                    <a:pt x="2841" y="12320"/>
                    <a:pt x="3103" y="12353"/>
                    <a:pt x="3404" y="12353"/>
                  </a:cubicBezTo>
                  <a:cubicBezTo>
                    <a:pt x="4131" y="12353"/>
                    <a:pt x="5085" y="12164"/>
                    <a:pt x="6005" y="11975"/>
                  </a:cubicBezTo>
                  <a:lnTo>
                    <a:pt x="6005" y="14511"/>
                  </a:lnTo>
                  <a:cubicBezTo>
                    <a:pt x="6005" y="14511"/>
                    <a:pt x="4437" y="16779"/>
                    <a:pt x="4604" y="17946"/>
                  </a:cubicBezTo>
                  <a:cubicBezTo>
                    <a:pt x="4708" y="18558"/>
                    <a:pt x="5445" y="18895"/>
                    <a:pt x="6362" y="18895"/>
                  </a:cubicBezTo>
                  <a:cubicBezTo>
                    <a:pt x="7196" y="18895"/>
                    <a:pt x="8179" y="18617"/>
                    <a:pt x="8973" y="18013"/>
                  </a:cubicBezTo>
                  <a:cubicBezTo>
                    <a:pt x="10041" y="17146"/>
                    <a:pt x="10841" y="15945"/>
                    <a:pt x="11275" y="14644"/>
                  </a:cubicBezTo>
                  <a:lnTo>
                    <a:pt x="11275" y="8673"/>
                  </a:lnTo>
                  <a:cubicBezTo>
                    <a:pt x="11275" y="8673"/>
                    <a:pt x="11731" y="9208"/>
                    <a:pt x="12471" y="9208"/>
                  </a:cubicBezTo>
                  <a:cubicBezTo>
                    <a:pt x="12809" y="9208"/>
                    <a:pt x="13205" y="9097"/>
                    <a:pt x="13643" y="8773"/>
                  </a:cubicBezTo>
                  <a:cubicBezTo>
                    <a:pt x="15044" y="7739"/>
                    <a:pt x="14978" y="5337"/>
                    <a:pt x="14044" y="4503"/>
                  </a:cubicBezTo>
                  <a:cubicBezTo>
                    <a:pt x="13711" y="4208"/>
                    <a:pt x="13252" y="4067"/>
                    <a:pt x="12791" y="4067"/>
                  </a:cubicBezTo>
                  <a:cubicBezTo>
                    <a:pt x="12003" y="4067"/>
                    <a:pt x="11210" y="4479"/>
                    <a:pt x="11042" y="5237"/>
                  </a:cubicBezTo>
                  <a:cubicBezTo>
                    <a:pt x="11042" y="5237"/>
                    <a:pt x="8006" y="5004"/>
                    <a:pt x="7606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6">
              <a:extLst>
                <a:ext uri="{FF2B5EF4-FFF2-40B4-BE49-F238E27FC236}">
                  <a16:creationId xmlns:a16="http://schemas.microsoft.com/office/drawing/2014/main" id="{B830CD0C-D998-1C19-615D-10518C32C9DC}"/>
                </a:ext>
              </a:extLst>
            </p:cNvPr>
            <p:cNvSpPr/>
            <p:nvPr/>
          </p:nvSpPr>
          <p:spPr>
            <a:xfrm>
              <a:off x="5360675" y="1292200"/>
              <a:ext cx="41700" cy="94300"/>
            </a:xfrm>
            <a:custGeom>
              <a:avLst/>
              <a:gdLst/>
              <a:ahLst/>
              <a:cxnLst/>
              <a:rect l="l" t="t" r="r" b="b"/>
              <a:pathLst>
                <a:path w="1668" h="3772" extrusionOk="0">
                  <a:moveTo>
                    <a:pt x="0" y="1"/>
                  </a:moveTo>
                  <a:lnTo>
                    <a:pt x="100" y="2369"/>
                  </a:lnTo>
                  <a:cubicBezTo>
                    <a:pt x="165" y="3149"/>
                    <a:pt x="801" y="3771"/>
                    <a:pt x="1605" y="3771"/>
                  </a:cubicBezTo>
                  <a:cubicBezTo>
                    <a:pt x="1626" y="3771"/>
                    <a:pt x="1647" y="3771"/>
                    <a:pt x="1668" y="3770"/>
                  </a:cubicBezTo>
                  <a:lnTo>
                    <a:pt x="1535" y="16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6">
              <a:extLst>
                <a:ext uri="{FF2B5EF4-FFF2-40B4-BE49-F238E27FC236}">
                  <a16:creationId xmlns:a16="http://schemas.microsoft.com/office/drawing/2014/main" id="{291EDDBC-2626-5C80-5034-F771D5E6F5F6}"/>
                </a:ext>
              </a:extLst>
            </p:cNvPr>
            <p:cNvSpPr/>
            <p:nvPr/>
          </p:nvSpPr>
          <p:spPr>
            <a:xfrm>
              <a:off x="5259750" y="1324725"/>
              <a:ext cx="31725" cy="27850"/>
            </a:xfrm>
            <a:custGeom>
              <a:avLst/>
              <a:gdLst/>
              <a:ahLst/>
              <a:cxnLst/>
              <a:rect l="l" t="t" r="r" b="b"/>
              <a:pathLst>
                <a:path w="1269" h="1114" extrusionOk="0">
                  <a:moveTo>
                    <a:pt x="535" y="0"/>
                  </a:moveTo>
                  <a:cubicBezTo>
                    <a:pt x="234" y="34"/>
                    <a:pt x="1" y="267"/>
                    <a:pt x="1" y="568"/>
                  </a:cubicBezTo>
                  <a:cubicBezTo>
                    <a:pt x="1" y="899"/>
                    <a:pt x="265" y="1114"/>
                    <a:pt x="540" y="1114"/>
                  </a:cubicBezTo>
                  <a:cubicBezTo>
                    <a:pt x="680" y="1114"/>
                    <a:pt x="822" y="1058"/>
                    <a:pt x="935" y="934"/>
                  </a:cubicBezTo>
                  <a:cubicBezTo>
                    <a:pt x="1268" y="601"/>
                    <a:pt x="1002" y="0"/>
                    <a:pt x="5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6">
              <a:extLst>
                <a:ext uri="{FF2B5EF4-FFF2-40B4-BE49-F238E27FC236}">
                  <a16:creationId xmlns:a16="http://schemas.microsoft.com/office/drawing/2014/main" id="{A64A3138-9425-BFF9-247C-B7A8D215DEC5}"/>
                </a:ext>
              </a:extLst>
            </p:cNvPr>
            <p:cNvSpPr/>
            <p:nvPr/>
          </p:nvSpPr>
          <p:spPr>
            <a:xfrm>
              <a:off x="5222225" y="1434800"/>
              <a:ext cx="40050" cy="27250"/>
            </a:xfrm>
            <a:custGeom>
              <a:avLst/>
              <a:gdLst/>
              <a:ahLst/>
              <a:cxnLst/>
              <a:rect l="l" t="t" r="r" b="b"/>
              <a:pathLst>
                <a:path w="1602" h="1090" extrusionOk="0">
                  <a:moveTo>
                    <a:pt x="1469" y="1"/>
                  </a:moveTo>
                  <a:lnTo>
                    <a:pt x="1" y="568"/>
                  </a:lnTo>
                  <a:cubicBezTo>
                    <a:pt x="105" y="879"/>
                    <a:pt x="410" y="1089"/>
                    <a:pt x="728" y="1089"/>
                  </a:cubicBezTo>
                  <a:cubicBezTo>
                    <a:pt x="820" y="1089"/>
                    <a:pt x="912" y="1072"/>
                    <a:pt x="1002" y="1035"/>
                  </a:cubicBezTo>
                  <a:cubicBezTo>
                    <a:pt x="1402" y="868"/>
                    <a:pt x="1602" y="434"/>
                    <a:pt x="1469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6">
              <a:extLst>
                <a:ext uri="{FF2B5EF4-FFF2-40B4-BE49-F238E27FC236}">
                  <a16:creationId xmlns:a16="http://schemas.microsoft.com/office/drawing/2014/main" id="{7C245CB9-7C20-3068-F5AF-8C68E01A044D}"/>
                </a:ext>
              </a:extLst>
            </p:cNvPr>
            <p:cNvSpPr/>
            <p:nvPr/>
          </p:nvSpPr>
          <p:spPr>
            <a:xfrm>
              <a:off x="5274775" y="1267300"/>
              <a:ext cx="34200" cy="21600"/>
            </a:xfrm>
            <a:custGeom>
              <a:avLst/>
              <a:gdLst/>
              <a:ahLst/>
              <a:cxnLst/>
              <a:rect l="l" t="t" r="r" b="b"/>
              <a:pathLst>
                <a:path w="1368" h="864" extrusionOk="0">
                  <a:moveTo>
                    <a:pt x="638" y="0"/>
                  </a:moveTo>
                  <a:cubicBezTo>
                    <a:pt x="367" y="0"/>
                    <a:pt x="108" y="161"/>
                    <a:pt x="0" y="429"/>
                  </a:cubicBezTo>
                  <a:lnTo>
                    <a:pt x="1268" y="863"/>
                  </a:lnTo>
                  <a:cubicBezTo>
                    <a:pt x="1368" y="496"/>
                    <a:pt x="1201" y="129"/>
                    <a:pt x="834" y="29"/>
                  </a:cubicBezTo>
                  <a:cubicBezTo>
                    <a:pt x="769" y="10"/>
                    <a:pt x="703" y="0"/>
                    <a:pt x="63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6">
              <a:extLst>
                <a:ext uri="{FF2B5EF4-FFF2-40B4-BE49-F238E27FC236}">
                  <a16:creationId xmlns:a16="http://schemas.microsoft.com/office/drawing/2014/main" id="{338A20B9-4996-9392-21C3-BB85009A67D0}"/>
                </a:ext>
              </a:extLst>
            </p:cNvPr>
            <p:cNvSpPr/>
            <p:nvPr/>
          </p:nvSpPr>
          <p:spPr>
            <a:xfrm>
              <a:off x="5142175" y="1330350"/>
              <a:ext cx="28375" cy="28600"/>
            </a:xfrm>
            <a:custGeom>
              <a:avLst/>
              <a:gdLst/>
              <a:ahLst/>
              <a:cxnLst/>
              <a:rect l="l" t="t" r="r" b="b"/>
              <a:pathLst>
                <a:path w="1135" h="1144" extrusionOk="0">
                  <a:moveTo>
                    <a:pt x="568" y="1"/>
                  </a:moveTo>
                  <a:cubicBezTo>
                    <a:pt x="284" y="1"/>
                    <a:pt x="1" y="192"/>
                    <a:pt x="34" y="576"/>
                  </a:cubicBezTo>
                  <a:lnTo>
                    <a:pt x="34" y="609"/>
                  </a:lnTo>
                  <a:cubicBezTo>
                    <a:pt x="34" y="910"/>
                    <a:pt x="267" y="1143"/>
                    <a:pt x="568" y="1143"/>
                  </a:cubicBezTo>
                  <a:cubicBezTo>
                    <a:pt x="868" y="1143"/>
                    <a:pt x="1135" y="876"/>
                    <a:pt x="1101" y="576"/>
                  </a:cubicBezTo>
                  <a:cubicBezTo>
                    <a:pt x="1135" y="192"/>
                    <a:pt x="851" y="1"/>
                    <a:pt x="5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6">
              <a:extLst>
                <a:ext uri="{FF2B5EF4-FFF2-40B4-BE49-F238E27FC236}">
                  <a16:creationId xmlns:a16="http://schemas.microsoft.com/office/drawing/2014/main" id="{FE629622-F2FE-EEA1-DE8B-661CF37DD625}"/>
                </a:ext>
              </a:extLst>
            </p:cNvPr>
            <p:cNvSpPr/>
            <p:nvPr/>
          </p:nvSpPr>
          <p:spPr>
            <a:xfrm>
              <a:off x="5180525" y="1333900"/>
              <a:ext cx="44225" cy="81750"/>
            </a:xfrm>
            <a:custGeom>
              <a:avLst/>
              <a:gdLst/>
              <a:ahLst/>
              <a:cxnLst/>
              <a:rect l="l" t="t" r="r" b="b"/>
              <a:pathLst>
                <a:path w="1769" h="3270" extrusionOk="0">
                  <a:moveTo>
                    <a:pt x="1669" y="0"/>
                  </a:moveTo>
                  <a:lnTo>
                    <a:pt x="1" y="2836"/>
                  </a:lnTo>
                  <a:lnTo>
                    <a:pt x="1769" y="3269"/>
                  </a:lnTo>
                  <a:lnTo>
                    <a:pt x="1769" y="3269"/>
                  </a:lnTo>
                  <a:lnTo>
                    <a:pt x="1669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6">
              <a:extLst>
                <a:ext uri="{FF2B5EF4-FFF2-40B4-BE49-F238E27FC236}">
                  <a16:creationId xmlns:a16="http://schemas.microsoft.com/office/drawing/2014/main" id="{B1F42BE8-4CF3-E40A-01F0-C7152B700D5F}"/>
                </a:ext>
              </a:extLst>
            </p:cNvPr>
            <p:cNvSpPr/>
            <p:nvPr/>
          </p:nvSpPr>
          <p:spPr>
            <a:xfrm>
              <a:off x="5273100" y="1448975"/>
              <a:ext cx="115100" cy="81750"/>
            </a:xfrm>
            <a:custGeom>
              <a:avLst/>
              <a:gdLst/>
              <a:ahLst/>
              <a:cxnLst/>
              <a:rect l="l" t="t" r="r" b="b"/>
              <a:pathLst>
                <a:path w="4604" h="3270" extrusionOk="0">
                  <a:moveTo>
                    <a:pt x="4604" y="1"/>
                  </a:moveTo>
                  <a:cubicBezTo>
                    <a:pt x="4204" y="1135"/>
                    <a:pt x="1368" y="2136"/>
                    <a:pt x="1" y="2402"/>
                  </a:cubicBezTo>
                  <a:lnTo>
                    <a:pt x="1" y="3270"/>
                  </a:lnTo>
                  <a:cubicBezTo>
                    <a:pt x="1" y="3270"/>
                    <a:pt x="2836" y="2269"/>
                    <a:pt x="3670" y="1502"/>
                  </a:cubicBezTo>
                  <a:cubicBezTo>
                    <a:pt x="4104" y="1101"/>
                    <a:pt x="4437" y="601"/>
                    <a:pt x="4604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6">
              <a:extLst>
                <a:ext uri="{FF2B5EF4-FFF2-40B4-BE49-F238E27FC236}">
                  <a16:creationId xmlns:a16="http://schemas.microsoft.com/office/drawing/2014/main" id="{2BF02E11-311F-2B8A-39E1-4C898A44A924}"/>
                </a:ext>
              </a:extLst>
            </p:cNvPr>
            <p:cNvSpPr/>
            <p:nvPr/>
          </p:nvSpPr>
          <p:spPr>
            <a:xfrm>
              <a:off x="5172200" y="1688325"/>
              <a:ext cx="384475" cy="524875"/>
            </a:xfrm>
            <a:custGeom>
              <a:avLst/>
              <a:gdLst/>
              <a:ahLst/>
              <a:cxnLst/>
              <a:rect l="l" t="t" r="r" b="b"/>
              <a:pathLst>
                <a:path w="15379" h="20995" extrusionOk="0">
                  <a:moveTo>
                    <a:pt x="14444" y="0"/>
                  </a:moveTo>
                  <a:lnTo>
                    <a:pt x="11709" y="1668"/>
                  </a:lnTo>
                  <a:cubicBezTo>
                    <a:pt x="12409" y="3603"/>
                    <a:pt x="10608" y="4670"/>
                    <a:pt x="10608" y="4670"/>
                  </a:cubicBezTo>
                  <a:cubicBezTo>
                    <a:pt x="10608" y="4670"/>
                    <a:pt x="10374" y="7405"/>
                    <a:pt x="10274" y="8740"/>
                  </a:cubicBezTo>
                  <a:cubicBezTo>
                    <a:pt x="10174" y="10107"/>
                    <a:pt x="9807" y="12009"/>
                    <a:pt x="8973" y="13176"/>
                  </a:cubicBezTo>
                  <a:cubicBezTo>
                    <a:pt x="8173" y="14344"/>
                    <a:pt x="7439" y="15278"/>
                    <a:pt x="7439" y="15278"/>
                  </a:cubicBezTo>
                  <a:cubicBezTo>
                    <a:pt x="7439" y="15278"/>
                    <a:pt x="7970" y="15077"/>
                    <a:pt x="8527" y="15077"/>
                  </a:cubicBezTo>
                  <a:cubicBezTo>
                    <a:pt x="8986" y="15077"/>
                    <a:pt x="9463" y="15214"/>
                    <a:pt x="9674" y="15711"/>
                  </a:cubicBezTo>
                  <a:cubicBezTo>
                    <a:pt x="9707" y="15778"/>
                    <a:pt x="9707" y="15845"/>
                    <a:pt x="9741" y="15912"/>
                  </a:cubicBezTo>
                  <a:cubicBezTo>
                    <a:pt x="10341" y="18213"/>
                    <a:pt x="9907" y="19047"/>
                    <a:pt x="7606" y="19614"/>
                  </a:cubicBezTo>
                  <a:cubicBezTo>
                    <a:pt x="6133" y="19928"/>
                    <a:pt x="4637" y="20092"/>
                    <a:pt x="3138" y="20092"/>
                  </a:cubicBezTo>
                  <a:cubicBezTo>
                    <a:pt x="2091" y="20092"/>
                    <a:pt x="1043" y="20012"/>
                    <a:pt x="0" y="19848"/>
                  </a:cubicBezTo>
                  <a:lnTo>
                    <a:pt x="0" y="19848"/>
                  </a:lnTo>
                  <a:cubicBezTo>
                    <a:pt x="1715" y="20543"/>
                    <a:pt x="3938" y="20995"/>
                    <a:pt x="6340" y="20995"/>
                  </a:cubicBezTo>
                  <a:cubicBezTo>
                    <a:pt x="9126" y="20995"/>
                    <a:pt x="12153" y="20387"/>
                    <a:pt x="14911" y="18847"/>
                  </a:cubicBezTo>
                  <a:cubicBezTo>
                    <a:pt x="14110" y="16746"/>
                    <a:pt x="13176" y="14711"/>
                    <a:pt x="12109" y="12743"/>
                  </a:cubicBezTo>
                  <a:lnTo>
                    <a:pt x="14844" y="4704"/>
                  </a:lnTo>
                  <a:cubicBezTo>
                    <a:pt x="15345" y="3303"/>
                    <a:pt x="15378" y="1768"/>
                    <a:pt x="14978" y="367"/>
                  </a:cubicBezTo>
                  <a:lnTo>
                    <a:pt x="14444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6">
              <a:extLst>
                <a:ext uri="{FF2B5EF4-FFF2-40B4-BE49-F238E27FC236}">
                  <a16:creationId xmlns:a16="http://schemas.microsoft.com/office/drawing/2014/main" id="{A6A7068B-5C8B-8DCF-323E-6C2B3B8902E1}"/>
                </a:ext>
              </a:extLst>
            </p:cNvPr>
            <p:cNvSpPr/>
            <p:nvPr/>
          </p:nvSpPr>
          <p:spPr>
            <a:xfrm>
              <a:off x="5089075" y="1293825"/>
              <a:ext cx="322475" cy="95225"/>
            </a:xfrm>
            <a:custGeom>
              <a:avLst/>
              <a:gdLst/>
              <a:ahLst/>
              <a:cxnLst/>
              <a:rect l="l" t="t" r="r" b="b"/>
              <a:pathLst>
                <a:path w="12899" h="3809" extrusionOk="0">
                  <a:moveTo>
                    <a:pt x="7962" y="302"/>
                  </a:moveTo>
                  <a:cubicBezTo>
                    <a:pt x="9830" y="302"/>
                    <a:pt x="9963" y="3038"/>
                    <a:pt x="8129" y="3238"/>
                  </a:cubicBezTo>
                  <a:lnTo>
                    <a:pt x="7862" y="3238"/>
                  </a:lnTo>
                  <a:cubicBezTo>
                    <a:pt x="5994" y="3205"/>
                    <a:pt x="5861" y="503"/>
                    <a:pt x="7695" y="302"/>
                  </a:cubicBezTo>
                  <a:close/>
                  <a:moveTo>
                    <a:pt x="2721" y="567"/>
                  </a:moveTo>
                  <a:cubicBezTo>
                    <a:pt x="4564" y="567"/>
                    <a:pt x="4661" y="3406"/>
                    <a:pt x="2758" y="3505"/>
                  </a:cubicBezTo>
                  <a:lnTo>
                    <a:pt x="2491" y="3505"/>
                  </a:lnTo>
                  <a:cubicBezTo>
                    <a:pt x="2429" y="3511"/>
                    <a:pt x="2367" y="3514"/>
                    <a:pt x="2308" y="3514"/>
                  </a:cubicBezTo>
                  <a:cubicBezTo>
                    <a:pt x="448" y="3514"/>
                    <a:pt x="353" y="569"/>
                    <a:pt x="2325" y="569"/>
                  </a:cubicBezTo>
                  <a:lnTo>
                    <a:pt x="2625" y="569"/>
                  </a:lnTo>
                  <a:cubicBezTo>
                    <a:pt x="2657" y="568"/>
                    <a:pt x="2689" y="567"/>
                    <a:pt x="2721" y="567"/>
                  </a:cubicBezTo>
                  <a:close/>
                  <a:moveTo>
                    <a:pt x="8033" y="1"/>
                  </a:moveTo>
                  <a:cubicBezTo>
                    <a:pt x="8009" y="1"/>
                    <a:pt x="7986" y="1"/>
                    <a:pt x="7962" y="2"/>
                  </a:cubicBezTo>
                  <a:lnTo>
                    <a:pt x="7662" y="2"/>
                  </a:lnTo>
                  <a:cubicBezTo>
                    <a:pt x="6961" y="36"/>
                    <a:pt x="6361" y="503"/>
                    <a:pt x="6127" y="1170"/>
                  </a:cubicBezTo>
                  <a:cubicBezTo>
                    <a:pt x="5858" y="930"/>
                    <a:pt x="5534" y="798"/>
                    <a:pt x="5180" y="798"/>
                  </a:cubicBezTo>
                  <a:cubicBezTo>
                    <a:pt x="5141" y="798"/>
                    <a:pt x="5100" y="799"/>
                    <a:pt x="5060" y="803"/>
                  </a:cubicBezTo>
                  <a:cubicBezTo>
                    <a:pt x="5026" y="799"/>
                    <a:pt x="4992" y="798"/>
                    <a:pt x="4958" y="798"/>
                  </a:cubicBezTo>
                  <a:cubicBezTo>
                    <a:pt x="4659" y="798"/>
                    <a:pt x="4369" y="927"/>
                    <a:pt x="4159" y="1136"/>
                  </a:cubicBezTo>
                  <a:cubicBezTo>
                    <a:pt x="3841" y="627"/>
                    <a:pt x="3280" y="300"/>
                    <a:pt x="2679" y="300"/>
                  </a:cubicBezTo>
                  <a:cubicBezTo>
                    <a:pt x="2650" y="300"/>
                    <a:pt x="2621" y="301"/>
                    <a:pt x="2592" y="302"/>
                  </a:cubicBezTo>
                  <a:lnTo>
                    <a:pt x="2325" y="302"/>
                  </a:lnTo>
                  <a:cubicBezTo>
                    <a:pt x="1" y="433"/>
                    <a:pt x="150" y="3809"/>
                    <a:pt x="2363" y="3809"/>
                  </a:cubicBezTo>
                  <a:cubicBezTo>
                    <a:pt x="2405" y="3809"/>
                    <a:pt x="2448" y="3807"/>
                    <a:pt x="2491" y="3805"/>
                  </a:cubicBezTo>
                  <a:lnTo>
                    <a:pt x="2758" y="3805"/>
                  </a:lnTo>
                  <a:cubicBezTo>
                    <a:pt x="3726" y="3772"/>
                    <a:pt x="4493" y="2938"/>
                    <a:pt x="4426" y="1970"/>
                  </a:cubicBezTo>
                  <a:cubicBezTo>
                    <a:pt x="4426" y="1770"/>
                    <a:pt x="4359" y="1603"/>
                    <a:pt x="4293" y="1403"/>
                  </a:cubicBezTo>
                  <a:cubicBezTo>
                    <a:pt x="4493" y="1203"/>
                    <a:pt x="4760" y="1103"/>
                    <a:pt x="5060" y="1103"/>
                  </a:cubicBezTo>
                  <a:cubicBezTo>
                    <a:pt x="5427" y="1103"/>
                    <a:pt x="5760" y="1236"/>
                    <a:pt x="5994" y="1537"/>
                  </a:cubicBezTo>
                  <a:cubicBezTo>
                    <a:pt x="5994" y="1637"/>
                    <a:pt x="5994" y="1770"/>
                    <a:pt x="5994" y="1904"/>
                  </a:cubicBezTo>
                  <a:cubicBezTo>
                    <a:pt x="6059" y="2850"/>
                    <a:pt x="6858" y="3573"/>
                    <a:pt x="7799" y="3573"/>
                  </a:cubicBezTo>
                  <a:cubicBezTo>
                    <a:pt x="7820" y="3573"/>
                    <a:pt x="7841" y="3572"/>
                    <a:pt x="7862" y="3571"/>
                  </a:cubicBezTo>
                  <a:lnTo>
                    <a:pt x="8129" y="3571"/>
                  </a:lnTo>
                  <a:cubicBezTo>
                    <a:pt x="9096" y="3505"/>
                    <a:pt x="9863" y="2671"/>
                    <a:pt x="9797" y="1703"/>
                  </a:cubicBezTo>
                  <a:lnTo>
                    <a:pt x="9797" y="1637"/>
                  </a:lnTo>
                  <a:lnTo>
                    <a:pt x="12599" y="1503"/>
                  </a:lnTo>
                  <a:cubicBezTo>
                    <a:pt x="12699" y="1370"/>
                    <a:pt x="12765" y="1236"/>
                    <a:pt x="12899" y="1136"/>
                  </a:cubicBezTo>
                  <a:lnTo>
                    <a:pt x="12899" y="1136"/>
                  </a:lnTo>
                  <a:lnTo>
                    <a:pt x="9730" y="1303"/>
                  </a:lnTo>
                  <a:cubicBezTo>
                    <a:pt x="9536" y="526"/>
                    <a:pt x="8808" y="1"/>
                    <a:pt x="80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6">
              <a:extLst>
                <a:ext uri="{FF2B5EF4-FFF2-40B4-BE49-F238E27FC236}">
                  <a16:creationId xmlns:a16="http://schemas.microsoft.com/office/drawing/2014/main" id="{371181F0-E21E-D606-EA28-72757E5A38CB}"/>
                </a:ext>
              </a:extLst>
            </p:cNvPr>
            <p:cNvSpPr/>
            <p:nvPr/>
          </p:nvSpPr>
          <p:spPr>
            <a:xfrm>
              <a:off x="4763575" y="1901800"/>
              <a:ext cx="448675" cy="491225"/>
            </a:xfrm>
            <a:custGeom>
              <a:avLst/>
              <a:gdLst/>
              <a:ahLst/>
              <a:cxnLst/>
              <a:rect l="l" t="t" r="r" b="b"/>
              <a:pathLst>
                <a:path w="17947" h="19649" extrusionOk="0">
                  <a:moveTo>
                    <a:pt x="0" y="1"/>
                  </a:moveTo>
                  <a:lnTo>
                    <a:pt x="4570" y="15745"/>
                  </a:lnTo>
                  <a:lnTo>
                    <a:pt x="17947" y="19648"/>
                  </a:lnTo>
                  <a:lnTo>
                    <a:pt x="17947" y="19648"/>
                  </a:lnTo>
                  <a:lnTo>
                    <a:pt x="14077" y="3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6">
              <a:extLst>
                <a:ext uri="{FF2B5EF4-FFF2-40B4-BE49-F238E27FC236}">
                  <a16:creationId xmlns:a16="http://schemas.microsoft.com/office/drawing/2014/main" id="{F0EBCA56-E4D6-5EB5-86CA-B6C5EDA0B2DB}"/>
                </a:ext>
              </a:extLst>
            </p:cNvPr>
            <p:cNvSpPr/>
            <p:nvPr/>
          </p:nvSpPr>
          <p:spPr>
            <a:xfrm>
              <a:off x="4763575" y="1901800"/>
              <a:ext cx="448675" cy="491225"/>
            </a:xfrm>
            <a:custGeom>
              <a:avLst/>
              <a:gdLst/>
              <a:ahLst/>
              <a:cxnLst/>
              <a:rect l="l" t="t" r="r" b="b"/>
              <a:pathLst>
                <a:path w="17947" h="19649" extrusionOk="0">
                  <a:moveTo>
                    <a:pt x="0" y="1"/>
                  </a:moveTo>
                  <a:lnTo>
                    <a:pt x="4570" y="15745"/>
                  </a:lnTo>
                  <a:lnTo>
                    <a:pt x="17947" y="19648"/>
                  </a:lnTo>
                  <a:lnTo>
                    <a:pt x="17947" y="19648"/>
                  </a:lnTo>
                  <a:lnTo>
                    <a:pt x="14077" y="3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6">
              <a:extLst>
                <a:ext uri="{FF2B5EF4-FFF2-40B4-BE49-F238E27FC236}">
                  <a16:creationId xmlns:a16="http://schemas.microsoft.com/office/drawing/2014/main" id="{42F4FBA5-CEEE-9C70-2879-CBE751D8338D}"/>
                </a:ext>
              </a:extLst>
            </p:cNvPr>
            <p:cNvSpPr/>
            <p:nvPr/>
          </p:nvSpPr>
          <p:spPr>
            <a:xfrm>
              <a:off x="5000400" y="2231200"/>
              <a:ext cx="191000" cy="80000"/>
            </a:xfrm>
            <a:custGeom>
              <a:avLst/>
              <a:gdLst/>
              <a:ahLst/>
              <a:cxnLst/>
              <a:rect l="l" t="t" r="r" b="b"/>
              <a:pathLst>
                <a:path w="7640" h="3200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835"/>
                    <a:pt x="701" y="1835"/>
                    <a:pt x="2469" y="2703"/>
                  </a:cubicBezTo>
                  <a:cubicBezTo>
                    <a:pt x="3303" y="3096"/>
                    <a:pt x="4501" y="3200"/>
                    <a:pt x="5533" y="3200"/>
                  </a:cubicBezTo>
                  <a:cubicBezTo>
                    <a:pt x="6690" y="3200"/>
                    <a:pt x="7640" y="3070"/>
                    <a:pt x="7640" y="3070"/>
                  </a:cubicBezTo>
                  <a:lnTo>
                    <a:pt x="7173" y="1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6">
              <a:extLst>
                <a:ext uri="{FF2B5EF4-FFF2-40B4-BE49-F238E27FC236}">
                  <a16:creationId xmlns:a16="http://schemas.microsoft.com/office/drawing/2014/main" id="{18C9FBFD-DEDC-DC40-52CE-487408E70A60}"/>
                </a:ext>
              </a:extLst>
            </p:cNvPr>
            <p:cNvSpPr/>
            <p:nvPr/>
          </p:nvSpPr>
          <p:spPr>
            <a:xfrm>
              <a:off x="4853625" y="2183675"/>
              <a:ext cx="68425" cy="43375"/>
            </a:xfrm>
            <a:custGeom>
              <a:avLst/>
              <a:gdLst/>
              <a:ahLst/>
              <a:cxnLst/>
              <a:rect l="l" t="t" r="r" b="b"/>
              <a:pathLst>
                <a:path w="2737" h="1735" extrusionOk="0">
                  <a:moveTo>
                    <a:pt x="2736" y="0"/>
                  </a:moveTo>
                  <a:lnTo>
                    <a:pt x="1" y="1235"/>
                  </a:lnTo>
                  <a:lnTo>
                    <a:pt x="134" y="1735"/>
                  </a:lnTo>
                  <a:cubicBezTo>
                    <a:pt x="1969" y="1568"/>
                    <a:pt x="2603" y="367"/>
                    <a:pt x="27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>
              <a:extLst>
                <a:ext uri="{FF2B5EF4-FFF2-40B4-BE49-F238E27FC236}">
                  <a16:creationId xmlns:a16="http://schemas.microsoft.com/office/drawing/2014/main" id="{694889C4-A92D-C1E9-8CF7-4F9EC1A42701}"/>
                </a:ext>
              </a:extLst>
            </p:cNvPr>
            <p:cNvSpPr/>
            <p:nvPr/>
          </p:nvSpPr>
          <p:spPr>
            <a:xfrm>
              <a:off x="4866100" y="1945775"/>
              <a:ext cx="154350" cy="57800"/>
            </a:xfrm>
            <a:custGeom>
              <a:avLst/>
              <a:gdLst/>
              <a:ahLst/>
              <a:cxnLst/>
              <a:rect l="l" t="t" r="r" b="b"/>
              <a:pathLst>
                <a:path w="6174" h="2312" extrusionOk="0">
                  <a:moveTo>
                    <a:pt x="584" y="1"/>
                  </a:moveTo>
                  <a:cubicBezTo>
                    <a:pt x="216" y="1"/>
                    <a:pt x="0" y="85"/>
                    <a:pt x="36" y="243"/>
                  </a:cubicBezTo>
                  <a:lnTo>
                    <a:pt x="169" y="777"/>
                  </a:lnTo>
                  <a:lnTo>
                    <a:pt x="6173" y="2311"/>
                  </a:lnTo>
                  <a:lnTo>
                    <a:pt x="6040" y="1778"/>
                  </a:lnTo>
                  <a:cubicBezTo>
                    <a:pt x="5973" y="1511"/>
                    <a:pt x="5039" y="1044"/>
                    <a:pt x="3972" y="743"/>
                  </a:cubicBezTo>
                  <a:lnTo>
                    <a:pt x="1870" y="210"/>
                  </a:lnTo>
                  <a:cubicBezTo>
                    <a:pt x="1366" y="68"/>
                    <a:pt x="914" y="1"/>
                    <a:pt x="5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>
              <a:extLst>
                <a:ext uri="{FF2B5EF4-FFF2-40B4-BE49-F238E27FC236}">
                  <a16:creationId xmlns:a16="http://schemas.microsoft.com/office/drawing/2014/main" id="{523B7E3A-0D53-C624-1BEF-273F7520EB6F}"/>
                </a:ext>
              </a:extLst>
            </p:cNvPr>
            <p:cNvSpPr/>
            <p:nvPr/>
          </p:nvSpPr>
          <p:spPr>
            <a:xfrm>
              <a:off x="4841750" y="1896375"/>
              <a:ext cx="184525" cy="74675"/>
            </a:xfrm>
            <a:custGeom>
              <a:avLst/>
              <a:gdLst/>
              <a:ahLst/>
              <a:cxnLst/>
              <a:rect l="l" t="t" r="r" b="b"/>
              <a:pathLst>
                <a:path w="7381" h="2987" extrusionOk="0">
                  <a:moveTo>
                    <a:pt x="2511" y="1"/>
                  </a:moveTo>
                  <a:cubicBezTo>
                    <a:pt x="1440" y="1"/>
                    <a:pt x="1610" y="851"/>
                    <a:pt x="1610" y="851"/>
                  </a:cubicBezTo>
                  <a:lnTo>
                    <a:pt x="776" y="618"/>
                  </a:lnTo>
                  <a:cubicBezTo>
                    <a:pt x="605" y="569"/>
                    <a:pt x="451" y="547"/>
                    <a:pt x="329" y="547"/>
                  </a:cubicBezTo>
                  <a:cubicBezTo>
                    <a:pt x="118" y="547"/>
                    <a:pt x="0" y="612"/>
                    <a:pt x="42" y="718"/>
                  </a:cubicBezTo>
                  <a:cubicBezTo>
                    <a:pt x="76" y="918"/>
                    <a:pt x="109" y="1085"/>
                    <a:pt x="109" y="1085"/>
                  </a:cubicBezTo>
                  <a:lnTo>
                    <a:pt x="7381" y="2986"/>
                  </a:lnTo>
                  <a:lnTo>
                    <a:pt x="7281" y="2653"/>
                  </a:lnTo>
                  <a:cubicBezTo>
                    <a:pt x="7214" y="2486"/>
                    <a:pt x="6780" y="2219"/>
                    <a:pt x="6280" y="2052"/>
                  </a:cubicBezTo>
                  <a:lnTo>
                    <a:pt x="5413" y="1819"/>
                  </a:lnTo>
                  <a:cubicBezTo>
                    <a:pt x="5413" y="1819"/>
                    <a:pt x="5013" y="518"/>
                    <a:pt x="3178" y="84"/>
                  </a:cubicBezTo>
                  <a:cubicBezTo>
                    <a:pt x="2914" y="26"/>
                    <a:pt x="2694" y="1"/>
                    <a:pt x="251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>
              <a:extLst>
                <a:ext uri="{FF2B5EF4-FFF2-40B4-BE49-F238E27FC236}">
                  <a16:creationId xmlns:a16="http://schemas.microsoft.com/office/drawing/2014/main" id="{240A8381-558F-8745-2248-99C6ADC14C97}"/>
                </a:ext>
              </a:extLst>
            </p:cNvPr>
            <p:cNvSpPr/>
            <p:nvPr/>
          </p:nvSpPr>
          <p:spPr>
            <a:xfrm>
              <a:off x="4861975" y="1922650"/>
              <a:ext cx="125950" cy="67575"/>
            </a:xfrm>
            <a:custGeom>
              <a:avLst/>
              <a:gdLst/>
              <a:ahLst/>
              <a:cxnLst/>
              <a:rect l="l" t="t" r="r" b="b"/>
              <a:pathLst>
                <a:path w="5038" h="2703" extrusionOk="0">
                  <a:moveTo>
                    <a:pt x="1" y="1"/>
                  </a:moveTo>
                  <a:lnTo>
                    <a:pt x="234" y="234"/>
                  </a:lnTo>
                  <a:cubicBezTo>
                    <a:pt x="868" y="401"/>
                    <a:pt x="1168" y="501"/>
                    <a:pt x="1268" y="968"/>
                  </a:cubicBezTo>
                  <a:cubicBezTo>
                    <a:pt x="1368" y="1468"/>
                    <a:pt x="1435" y="1869"/>
                    <a:pt x="1435" y="1869"/>
                  </a:cubicBezTo>
                  <a:lnTo>
                    <a:pt x="4637" y="2703"/>
                  </a:lnTo>
                  <a:cubicBezTo>
                    <a:pt x="4637" y="2703"/>
                    <a:pt x="4470" y="2035"/>
                    <a:pt x="4437" y="1769"/>
                  </a:cubicBezTo>
                  <a:cubicBezTo>
                    <a:pt x="4387" y="1592"/>
                    <a:pt x="4431" y="1454"/>
                    <a:pt x="4685" y="1454"/>
                  </a:cubicBezTo>
                  <a:cubicBezTo>
                    <a:pt x="4768" y="1454"/>
                    <a:pt x="4873" y="1469"/>
                    <a:pt x="5004" y="1502"/>
                  </a:cubicBezTo>
                  <a:lnTo>
                    <a:pt x="5037" y="13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6">
              <a:extLst>
                <a:ext uri="{FF2B5EF4-FFF2-40B4-BE49-F238E27FC236}">
                  <a16:creationId xmlns:a16="http://schemas.microsoft.com/office/drawing/2014/main" id="{F4745556-4B99-68E1-CC06-FA6911656767}"/>
                </a:ext>
              </a:extLst>
            </p:cNvPr>
            <p:cNvSpPr/>
            <p:nvPr/>
          </p:nvSpPr>
          <p:spPr>
            <a:xfrm>
              <a:off x="4861125" y="1946925"/>
              <a:ext cx="153475" cy="58300"/>
            </a:xfrm>
            <a:custGeom>
              <a:avLst/>
              <a:gdLst/>
              <a:ahLst/>
              <a:cxnLst/>
              <a:rect l="l" t="t" r="r" b="b"/>
              <a:pathLst>
                <a:path w="6139" h="2332" extrusionOk="0">
                  <a:moveTo>
                    <a:pt x="556" y="1"/>
                  </a:moveTo>
                  <a:cubicBezTo>
                    <a:pt x="204" y="1"/>
                    <a:pt x="0" y="76"/>
                    <a:pt x="35" y="230"/>
                  </a:cubicBezTo>
                  <a:cubicBezTo>
                    <a:pt x="101" y="531"/>
                    <a:pt x="135" y="764"/>
                    <a:pt x="135" y="764"/>
                  </a:cubicBezTo>
                  <a:lnTo>
                    <a:pt x="6139" y="2332"/>
                  </a:lnTo>
                  <a:lnTo>
                    <a:pt x="6139" y="2332"/>
                  </a:lnTo>
                  <a:lnTo>
                    <a:pt x="6039" y="1798"/>
                  </a:lnTo>
                  <a:cubicBezTo>
                    <a:pt x="5972" y="1498"/>
                    <a:pt x="5038" y="1031"/>
                    <a:pt x="3971" y="764"/>
                  </a:cubicBezTo>
                  <a:lnTo>
                    <a:pt x="1869" y="197"/>
                  </a:lnTo>
                  <a:cubicBezTo>
                    <a:pt x="1351" y="68"/>
                    <a:pt x="888" y="1"/>
                    <a:pt x="556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6">
              <a:extLst>
                <a:ext uri="{FF2B5EF4-FFF2-40B4-BE49-F238E27FC236}">
                  <a16:creationId xmlns:a16="http://schemas.microsoft.com/office/drawing/2014/main" id="{5A56D185-B91D-A461-B3FB-DCDF031EB2AC}"/>
                </a:ext>
              </a:extLst>
            </p:cNvPr>
            <p:cNvSpPr/>
            <p:nvPr/>
          </p:nvSpPr>
          <p:spPr>
            <a:xfrm>
              <a:off x="4771425" y="2022075"/>
              <a:ext cx="168125" cy="192550"/>
            </a:xfrm>
            <a:custGeom>
              <a:avLst/>
              <a:gdLst/>
              <a:ahLst/>
              <a:cxnLst/>
              <a:rect l="l" t="t" r="r" b="b"/>
              <a:pathLst>
                <a:path w="6725" h="7702" extrusionOk="0">
                  <a:moveTo>
                    <a:pt x="599" y="0"/>
                  </a:moveTo>
                  <a:cubicBezTo>
                    <a:pt x="261" y="0"/>
                    <a:pt x="1" y="341"/>
                    <a:pt x="153" y="994"/>
                  </a:cubicBezTo>
                  <a:cubicBezTo>
                    <a:pt x="387" y="1995"/>
                    <a:pt x="87" y="3796"/>
                    <a:pt x="654" y="5497"/>
                  </a:cubicBezTo>
                  <a:cubicBezTo>
                    <a:pt x="1121" y="6831"/>
                    <a:pt x="2322" y="7665"/>
                    <a:pt x="3189" y="7699"/>
                  </a:cubicBezTo>
                  <a:cubicBezTo>
                    <a:pt x="3230" y="7700"/>
                    <a:pt x="3273" y="7701"/>
                    <a:pt x="3318" y="7701"/>
                  </a:cubicBezTo>
                  <a:cubicBezTo>
                    <a:pt x="4215" y="7701"/>
                    <a:pt x="5780" y="7368"/>
                    <a:pt x="6224" y="6097"/>
                  </a:cubicBezTo>
                  <a:cubicBezTo>
                    <a:pt x="6725" y="4663"/>
                    <a:pt x="5591" y="4296"/>
                    <a:pt x="4557" y="4029"/>
                  </a:cubicBezTo>
                  <a:cubicBezTo>
                    <a:pt x="3522" y="3729"/>
                    <a:pt x="1921" y="2962"/>
                    <a:pt x="1821" y="2528"/>
                  </a:cubicBezTo>
                  <a:cubicBezTo>
                    <a:pt x="1688" y="2095"/>
                    <a:pt x="1154" y="293"/>
                    <a:pt x="1154" y="293"/>
                  </a:cubicBezTo>
                  <a:cubicBezTo>
                    <a:pt x="980" y="96"/>
                    <a:pt x="778" y="0"/>
                    <a:pt x="59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>
              <a:extLst>
                <a:ext uri="{FF2B5EF4-FFF2-40B4-BE49-F238E27FC236}">
                  <a16:creationId xmlns:a16="http://schemas.microsoft.com/office/drawing/2014/main" id="{FDAF573A-6C27-2F53-DA9A-ACE1930B6CFB}"/>
                </a:ext>
              </a:extLst>
            </p:cNvPr>
            <p:cNvSpPr/>
            <p:nvPr/>
          </p:nvSpPr>
          <p:spPr>
            <a:xfrm>
              <a:off x="4978400" y="1572400"/>
              <a:ext cx="633300" cy="722200"/>
            </a:xfrm>
            <a:custGeom>
              <a:avLst/>
              <a:gdLst/>
              <a:ahLst/>
              <a:cxnLst/>
              <a:rect l="l" t="t" r="r" b="b"/>
              <a:pathLst>
                <a:path w="25332" h="28888" extrusionOk="0">
                  <a:moveTo>
                    <a:pt x="19261" y="1"/>
                  </a:moveTo>
                  <a:cubicBezTo>
                    <a:pt x="17593" y="2869"/>
                    <a:pt x="17626" y="7039"/>
                    <a:pt x="17626" y="7039"/>
                  </a:cubicBezTo>
                  <a:lnTo>
                    <a:pt x="19227" y="16679"/>
                  </a:lnTo>
                  <a:cubicBezTo>
                    <a:pt x="19227" y="16679"/>
                    <a:pt x="15358" y="19982"/>
                    <a:pt x="12823" y="21549"/>
                  </a:cubicBezTo>
                  <a:cubicBezTo>
                    <a:pt x="11121" y="22616"/>
                    <a:pt x="10118" y="23484"/>
                    <a:pt x="9166" y="23484"/>
                  </a:cubicBezTo>
                  <a:cubicBezTo>
                    <a:pt x="9017" y="23484"/>
                    <a:pt x="8869" y="23463"/>
                    <a:pt x="8720" y="23417"/>
                  </a:cubicBezTo>
                  <a:cubicBezTo>
                    <a:pt x="8153" y="23217"/>
                    <a:pt x="7586" y="23117"/>
                    <a:pt x="7019" y="23117"/>
                  </a:cubicBezTo>
                  <a:lnTo>
                    <a:pt x="7252" y="24185"/>
                  </a:lnTo>
                  <a:cubicBezTo>
                    <a:pt x="6732" y="24225"/>
                    <a:pt x="6209" y="24244"/>
                    <a:pt x="5685" y="24244"/>
                  </a:cubicBezTo>
                  <a:cubicBezTo>
                    <a:pt x="4496" y="24244"/>
                    <a:pt x="3306" y="24146"/>
                    <a:pt x="2148" y="23984"/>
                  </a:cubicBezTo>
                  <a:cubicBezTo>
                    <a:pt x="1972" y="23950"/>
                    <a:pt x="1812" y="23934"/>
                    <a:pt x="1669" y="23934"/>
                  </a:cubicBezTo>
                  <a:cubicBezTo>
                    <a:pt x="1" y="23934"/>
                    <a:pt x="526" y="26125"/>
                    <a:pt x="1448" y="27353"/>
                  </a:cubicBezTo>
                  <a:cubicBezTo>
                    <a:pt x="2582" y="28821"/>
                    <a:pt x="4750" y="28888"/>
                    <a:pt x="6418" y="28888"/>
                  </a:cubicBezTo>
                  <a:cubicBezTo>
                    <a:pt x="8153" y="28788"/>
                    <a:pt x="9821" y="28354"/>
                    <a:pt x="11322" y="27554"/>
                  </a:cubicBezTo>
                  <a:cubicBezTo>
                    <a:pt x="12389" y="27053"/>
                    <a:pt x="23030" y="21349"/>
                    <a:pt x="24631" y="18347"/>
                  </a:cubicBezTo>
                  <a:cubicBezTo>
                    <a:pt x="25332" y="17046"/>
                    <a:pt x="23564" y="5504"/>
                    <a:pt x="23263" y="3303"/>
                  </a:cubicBezTo>
                  <a:cubicBezTo>
                    <a:pt x="22997" y="1101"/>
                    <a:pt x="21095" y="101"/>
                    <a:pt x="1926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>
              <a:extLst>
                <a:ext uri="{FF2B5EF4-FFF2-40B4-BE49-F238E27FC236}">
                  <a16:creationId xmlns:a16="http://schemas.microsoft.com/office/drawing/2014/main" id="{41C27946-358C-6ED8-6D56-C181E437F105}"/>
                </a:ext>
              </a:extLst>
            </p:cNvPr>
            <p:cNvSpPr/>
            <p:nvPr/>
          </p:nvSpPr>
          <p:spPr>
            <a:xfrm>
              <a:off x="5384025" y="1570725"/>
              <a:ext cx="214325" cy="363150"/>
            </a:xfrm>
            <a:custGeom>
              <a:avLst/>
              <a:gdLst/>
              <a:ahLst/>
              <a:cxnLst/>
              <a:rect l="l" t="t" r="r" b="b"/>
              <a:pathLst>
                <a:path w="8573" h="14526" extrusionOk="0">
                  <a:moveTo>
                    <a:pt x="3401" y="1"/>
                  </a:moveTo>
                  <a:cubicBezTo>
                    <a:pt x="3169" y="1"/>
                    <a:pt x="2936" y="23"/>
                    <a:pt x="2702" y="68"/>
                  </a:cubicBezTo>
                  <a:cubicBezTo>
                    <a:pt x="0" y="2102"/>
                    <a:pt x="1034" y="7173"/>
                    <a:pt x="1034" y="7173"/>
                  </a:cubicBezTo>
                  <a:lnTo>
                    <a:pt x="2435" y="14311"/>
                  </a:lnTo>
                  <a:cubicBezTo>
                    <a:pt x="3160" y="14464"/>
                    <a:pt x="3831" y="14525"/>
                    <a:pt x="4442" y="14525"/>
                  </a:cubicBezTo>
                  <a:cubicBezTo>
                    <a:pt x="7043" y="14525"/>
                    <a:pt x="8573" y="13410"/>
                    <a:pt x="8573" y="13410"/>
                  </a:cubicBezTo>
                  <a:cubicBezTo>
                    <a:pt x="8573" y="13410"/>
                    <a:pt x="7672" y="5538"/>
                    <a:pt x="7239" y="3370"/>
                  </a:cubicBezTo>
                  <a:cubicBezTo>
                    <a:pt x="6805" y="1202"/>
                    <a:pt x="5838" y="668"/>
                    <a:pt x="4770" y="268"/>
                  </a:cubicBezTo>
                  <a:cubicBezTo>
                    <a:pt x="4325" y="90"/>
                    <a:pt x="3866" y="1"/>
                    <a:pt x="34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>
              <a:extLst>
                <a:ext uri="{FF2B5EF4-FFF2-40B4-BE49-F238E27FC236}">
                  <a16:creationId xmlns:a16="http://schemas.microsoft.com/office/drawing/2014/main" id="{72176FD7-09C1-737C-F55A-2CE881B31B08}"/>
                </a:ext>
              </a:extLst>
            </p:cNvPr>
            <p:cNvSpPr/>
            <p:nvPr/>
          </p:nvSpPr>
          <p:spPr>
            <a:xfrm>
              <a:off x="2197575" y="1883450"/>
              <a:ext cx="1114150" cy="798100"/>
            </a:xfrm>
            <a:custGeom>
              <a:avLst/>
              <a:gdLst/>
              <a:ahLst/>
              <a:cxnLst/>
              <a:rect l="l" t="t" r="r" b="b"/>
              <a:pathLst>
                <a:path w="44566" h="31924" extrusionOk="0">
                  <a:moveTo>
                    <a:pt x="44566" y="1"/>
                  </a:moveTo>
                  <a:lnTo>
                    <a:pt x="0" y="25753"/>
                  </a:lnTo>
                  <a:lnTo>
                    <a:pt x="0" y="31924"/>
                  </a:lnTo>
                  <a:lnTo>
                    <a:pt x="44566" y="6172"/>
                  </a:lnTo>
                  <a:lnTo>
                    <a:pt x="4456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>
              <a:extLst>
                <a:ext uri="{FF2B5EF4-FFF2-40B4-BE49-F238E27FC236}">
                  <a16:creationId xmlns:a16="http://schemas.microsoft.com/office/drawing/2014/main" id="{68A174C3-1C33-13EC-E1B1-83D3AD792B2A}"/>
                </a:ext>
              </a:extLst>
            </p:cNvPr>
            <p:cNvSpPr/>
            <p:nvPr/>
          </p:nvSpPr>
          <p:spPr>
            <a:xfrm>
              <a:off x="2241775" y="1961025"/>
              <a:ext cx="1025750" cy="642975"/>
            </a:xfrm>
            <a:custGeom>
              <a:avLst/>
              <a:gdLst/>
              <a:ahLst/>
              <a:cxnLst/>
              <a:rect l="l" t="t" r="r" b="b"/>
              <a:pathLst>
                <a:path w="41030" h="25719" extrusionOk="0">
                  <a:moveTo>
                    <a:pt x="41030" y="0"/>
                  </a:moveTo>
                  <a:lnTo>
                    <a:pt x="0" y="23650"/>
                  </a:lnTo>
                  <a:lnTo>
                    <a:pt x="0" y="25718"/>
                  </a:lnTo>
                  <a:lnTo>
                    <a:pt x="41030" y="2035"/>
                  </a:lnTo>
                  <a:lnTo>
                    <a:pt x="4103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6">
              <a:extLst>
                <a:ext uri="{FF2B5EF4-FFF2-40B4-BE49-F238E27FC236}">
                  <a16:creationId xmlns:a16="http://schemas.microsoft.com/office/drawing/2014/main" id="{8AB0467F-E86E-FEA9-FCAD-0F4ABD09D0E6}"/>
                </a:ext>
              </a:extLst>
            </p:cNvPr>
            <p:cNvSpPr/>
            <p:nvPr/>
          </p:nvSpPr>
          <p:spPr>
            <a:xfrm>
              <a:off x="2152550" y="1857600"/>
              <a:ext cx="1159175" cy="669675"/>
            </a:xfrm>
            <a:custGeom>
              <a:avLst/>
              <a:gdLst/>
              <a:ahLst/>
              <a:cxnLst/>
              <a:rect l="l" t="t" r="r" b="b"/>
              <a:pathLst>
                <a:path w="46367" h="26787" extrusionOk="0">
                  <a:moveTo>
                    <a:pt x="44599" y="1"/>
                  </a:moveTo>
                  <a:lnTo>
                    <a:pt x="0" y="25752"/>
                  </a:lnTo>
                  <a:lnTo>
                    <a:pt x="1801" y="26787"/>
                  </a:lnTo>
                  <a:lnTo>
                    <a:pt x="46367" y="1035"/>
                  </a:lnTo>
                  <a:lnTo>
                    <a:pt x="4459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6">
              <a:extLst>
                <a:ext uri="{FF2B5EF4-FFF2-40B4-BE49-F238E27FC236}">
                  <a16:creationId xmlns:a16="http://schemas.microsoft.com/office/drawing/2014/main" id="{B300DD5F-854C-C8BF-52C2-91AC5FA2800A}"/>
                </a:ext>
              </a:extLst>
            </p:cNvPr>
            <p:cNvSpPr/>
            <p:nvPr/>
          </p:nvSpPr>
          <p:spPr>
            <a:xfrm>
              <a:off x="2152550" y="2501400"/>
              <a:ext cx="45050" cy="180150"/>
            </a:xfrm>
            <a:custGeom>
              <a:avLst/>
              <a:gdLst/>
              <a:ahLst/>
              <a:cxnLst/>
              <a:rect l="l" t="t" r="r" b="b"/>
              <a:pathLst>
                <a:path w="1802" h="7206" extrusionOk="0">
                  <a:moveTo>
                    <a:pt x="0" y="0"/>
                  </a:moveTo>
                  <a:lnTo>
                    <a:pt x="0" y="6172"/>
                  </a:lnTo>
                  <a:lnTo>
                    <a:pt x="1801" y="7206"/>
                  </a:lnTo>
                  <a:lnTo>
                    <a:pt x="1801" y="1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>
              <a:extLst>
                <a:ext uri="{FF2B5EF4-FFF2-40B4-BE49-F238E27FC236}">
                  <a16:creationId xmlns:a16="http://schemas.microsoft.com/office/drawing/2014/main" id="{BDB9F2A7-56E6-C0B2-E98D-F07C1ACCA03A}"/>
                </a:ext>
              </a:extLst>
            </p:cNvPr>
            <p:cNvSpPr/>
            <p:nvPr/>
          </p:nvSpPr>
          <p:spPr>
            <a:xfrm>
              <a:off x="4425825" y="4509500"/>
              <a:ext cx="980725" cy="591275"/>
            </a:xfrm>
            <a:custGeom>
              <a:avLst/>
              <a:gdLst/>
              <a:ahLst/>
              <a:cxnLst/>
              <a:rect l="l" t="t" r="r" b="b"/>
              <a:pathLst>
                <a:path w="39229" h="23651" extrusionOk="0">
                  <a:moveTo>
                    <a:pt x="39229" y="1"/>
                  </a:moveTo>
                  <a:lnTo>
                    <a:pt x="1" y="22617"/>
                  </a:lnTo>
                  <a:lnTo>
                    <a:pt x="1" y="23651"/>
                  </a:lnTo>
                  <a:lnTo>
                    <a:pt x="39229" y="1001"/>
                  </a:lnTo>
                  <a:lnTo>
                    <a:pt x="3922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>
              <a:extLst>
                <a:ext uri="{FF2B5EF4-FFF2-40B4-BE49-F238E27FC236}">
                  <a16:creationId xmlns:a16="http://schemas.microsoft.com/office/drawing/2014/main" id="{488A2B28-BBD7-1FCA-4212-75583AEC5BE5}"/>
                </a:ext>
              </a:extLst>
            </p:cNvPr>
            <p:cNvSpPr/>
            <p:nvPr/>
          </p:nvSpPr>
          <p:spPr>
            <a:xfrm>
              <a:off x="2241775" y="1986025"/>
              <a:ext cx="1248425" cy="2161575"/>
            </a:xfrm>
            <a:custGeom>
              <a:avLst/>
              <a:gdLst/>
              <a:ahLst/>
              <a:cxnLst/>
              <a:rect l="l" t="t" r="r" b="b"/>
              <a:pathLst>
                <a:path w="49937" h="86463" extrusionOk="0">
                  <a:moveTo>
                    <a:pt x="39262" y="1"/>
                  </a:moveTo>
                  <a:lnTo>
                    <a:pt x="0" y="22650"/>
                  </a:lnTo>
                  <a:cubicBezTo>
                    <a:pt x="6638" y="26486"/>
                    <a:pt x="10708" y="33558"/>
                    <a:pt x="10708" y="41197"/>
                  </a:cubicBezTo>
                  <a:lnTo>
                    <a:pt x="10708" y="66949"/>
                  </a:lnTo>
                  <a:cubicBezTo>
                    <a:pt x="10708" y="74587"/>
                    <a:pt x="14778" y="81659"/>
                    <a:pt x="21382" y="85495"/>
                  </a:cubicBezTo>
                  <a:cubicBezTo>
                    <a:pt x="22483" y="86096"/>
                    <a:pt x="23717" y="86429"/>
                    <a:pt x="24952" y="86463"/>
                  </a:cubicBezTo>
                  <a:cubicBezTo>
                    <a:pt x="26486" y="86429"/>
                    <a:pt x="27987" y="85929"/>
                    <a:pt x="29255" y="84995"/>
                  </a:cubicBezTo>
                  <a:cubicBezTo>
                    <a:pt x="31056" y="83661"/>
                    <a:pt x="32123" y="81559"/>
                    <a:pt x="32090" y="79324"/>
                  </a:cubicBezTo>
                  <a:lnTo>
                    <a:pt x="32090" y="54473"/>
                  </a:lnTo>
                  <a:cubicBezTo>
                    <a:pt x="32090" y="52005"/>
                    <a:pt x="33358" y="49703"/>
                    <a:pt x="35492" y="48435"/>
                  </a:cubicBezTo>
                  <a:cubicBezTo>
                    <a:pt x="35626" y="48302"/>
                    <a:pt x="35793" y="48202"/>
                    <a:pt x="35993" y="48135"/>
                  </a:cubicBezTo>
                  <a:lnTo>
                    <a:pt x="41297" y="45066"/>
                  </a:lnTo>
                  <a:lnTo>
                    <a:pt x="49936" y="40063"/>
                  </a:lnTo>
                  <a:cubicBezTo>
                    <a:pt x="49936" y="40063"/>
                    <a:pt x="49936" y="32991"/>
                    <a:pt x="49936" y="29755"/>
                  </a:cubicBezTo>
                  <a:lnTo>
                    <a:pt x="49936" y="18547"/>
                  </a:lnTo>
                  <a:cubicBezTo>
                    <a:pt x="49936" y="10909"/>
                    <a:pt x="45866" y="3837"/>
                    <a:pt x="3926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>
              <a:extLst>
                <a:ext uri="{FF2B5EF4-FFF2-40B4-BE49-F238E27FC236}">
                  <a16:creationId xmlns:a16="http://schemas.microsoft.com/office/drawing/2014/main" id="{7B4BB5B0-168C-D108-47A8-99EDB1B33BD2}"/>
                </a:ext>
              </a:extLst>
            </p:cNvPr>
            <p:cNvSpPr/>
            <p:nvPr/>
          </p:nvSpPr>
          <p:spPr>
            <a:xfrm>
              <a:off x="2241775" y="2552275"/>
              <a:ext cx="2184925" cy="2547675"/>
            </a:xfrm>
            <a:custGeom>
              <a:avLst/>
              <a:gdLst/>
              <a:ahLst/>
              <a:cxnLst/>
              <a:rect l="l" t="t" r="r" b="b"/>
              <a:pathLst>
                <a:path w="87397" h="101907" extrusionOk="0">
                  <a:moveTo>
                    <a:pt x="0" y="0"/>
                  </a:moveTo>
                  <a:lnTo>
                    <a:pt x="0" y="1034"/>
                  </a:lnTo>
                  <a:cubicBezTo>
                    <a:pt x="6105" y="4770"/>
                    <a:pt x="9807" y="11375"/>
                    <a:pt x="9841" y="18547"/>
                  </a:cubicBezTo>
                  <a:lnTo>
                    <a:pt x="9841" y="44299"/>
                  </a:lnTo>
                  <a:cubicBezTo>
                    <a:pt x="9841" y="52238"/>
                    <a:pt x="14077" y="59610"/>
                    <a:pt x="20949" y="63579"/>
                  </a:cubicBezTo>
                  <a:cubicBezTo>
                    <a:pt x="22200" y="64313"/>
                    <a:pt x="23584" y="64680"/>
                    <a:pt x="24968" y="64680"/>
                  </a:cubicBezTo>
                  <a:cubicBezTo>
                    <a:pt x="26353" y="64680"/>
                    <a:pt x="27737" y="64313"/>
                    <a:pt x="28988" y="63579"/>
                  </a:cubicBezTo>
                  <a:cubicBezTo>
                    <a:pt x="29121" y="63512"/>
                    <a:pt x="29288" y="63412"/>
                    <a:pt x="29421" y="63312"/>
                  </a:cubicBezTo>
                  <a:cubicBezTo>
                    <a:pt x="31656" y="61845"/>
                    <a:pt x="32991" y="59343"/>
                    <a:pt x="32991" y="56641"/>
                  </a:cubicBezTo>
                  <a:lnTo>
                    <a:pt x="32991" y="31823"/>
                  </a:lnTo>
                  <a:cubicBezTo>
                    <a:pt x="32991" y="28154"/>
                    <a:pt x="35985" y="25541"/>
                    <a:pt x="39250" y="25541"/>
                  </a:cubicBezTo>
                  <a:cubicBezTo>
                    <a:pt x="40290" y="25541"/>
                    <a:pt x="41357" y="25806"/>
                    <a:pt x="42364" y="26386"/>
                  </a:cubicBezTo>
                  <a:cubicBezTo>
                    <a:pt x="48702" y="30055"/>
                    <a:pt x="52605" y="36827"/>
                    <a:pt x="52638" y="44165"/>
                  </a:cubicBezTo>
                  <a:lnTo>
                    <a:pt x="52638" y="69016"/>
                  </a:lnTo>
                  <a:cubicBezTo>
                    <a:pt x="52638" y="76955"/>
                    <a:pt x="56874" y="84294"/>
                    <a:pt x="63779" y="88297"/>
                  </a:cubicBezTo>
                  <a:lnTo>
                    <a:pt x="87396" y="101907"/>
                  </a:lnTo>
                  <a:lnTo>
                    <a:pt x="87396" y="100906"/>
                  </a:lnTo>
                  <a:lnTo>
                    <a:pt x="64213" y="87530"/>
                  </a:lnTo>
                  <a:cubicBezTo>
                    <a:pt x="57575" y="83727"/>
                    <a:pt x="53505" y="76655"/>
                    <a:pt x="53505" y="69016"/>
                  </a:cubicBezTo>
                  <a:lnTo>
                    <a:pt x="53505" y="44165"/>
                  </a:lnTo>
                  <a:cubicBezTo>
                    <a:pt x="53505" y="41296"/>
                    <a:pt x="52938" y="38494"/>
                    <a:pt x="51837" y="35859"/>
                  </a:cubicBezTo>
                  <a:cubicBezTo>
                    <a:pt x="50003" y="31556"/>
                    <a:pt x="46834" y="27987"/>
                    <a:pt x="42798" y="25652"/>
                  </a:cubicBezTo>
                  <a:cubicBezTo>
                    <a:pt x="41648" y="24980"/>
                    <a:pt x="40427" y="24673"/>
                    <a:pt x="39238" y="24673"/>
                  </a:cubicBezTo>
                  <a:cubicBezTo>
                    <a:pt x="35528" y="24673"/>
                    <a:pt x="32123" y="27655"/>
                    <a:pt x="32123" y="31823"/>
                  </a:cubicBezTo>
                  <a:lnTo>
                    <a:pt x="32123" y="56641"/>
                  </a:lnTo>
                  <a:cubicBezTo>
                    <a:pt x="32123" y="60792"/>
                    <a:pt x="28704" y="63772"/>
                    <a:pt x="24970" y="63772"/>
                  </a:cubicBezTo>
                  <a:cubicBezTo>
                    <a:pt x="23784" y="63772"/>
                    <a:pt x="22566" y="63471"/>
                    <a:pt x="21416" y="62812"/>
                  </a:cubicBezTo>
                  <a:cubicBezTo>
                    <a:pt x="14811" y="59009"/>
                    <a:pt x="10741" y="51937"/>
                    <a:pt x="10741" y="44299"/>
                  </a:cubicBezTo>
                  <a:lnTo>
                    <a:pt x="10741" y="18547"/>
                  </a:lnTo>
                  <a:cubicBezTo>
                    <a:pt x="10708" y="10875"/>
                    <a:pt x="6638" y="3803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>
              <a:extLst>
                <a:ext uri="{FF2B5EF4-FFF2-40B4-BE49-F238E27FC236}">
                  <a16:creationId xmlns:a16="http://schemas.microsoft.com/office/drawing/2014/main" id="{8E7B871F-886E-7959-83CE-2549E1A5C280}"/>
                </a:ext>
              </a:extLst>
            </p:cNvPr>
            <p:cNvSpPr/>
            <p:nvPr/>
          </p:nvSpPr>
          <p:spPr>
            <a:xfrm>
              <a:off x="3141575" y="2602925"/>
              <a:ext cx="2264975" cy="2472000"/>
            </a:xfrm>
            <a:custGeom>
              <a:avLst/>
              <a:gdLst/>
              <a:ahLst/>
              <a:cxnLst/>
              <a:rect l="l" t="t" r="r" b="b"/>
              <a:pathLst>
                <a:path w="90599" h="98880" extrusionOk="0">
                  <a:moveTo>
                    <a:pt x="42481" y="1"/>
                  </a:moveTo>
                  <a:cubicBezTo>
                    <a:pt x="41255" y="1"/>
                    <a:pt x="40029" y="326"/>
                    <a:pt x="38929" y="976"/>
                  </a:cubicBezTo>
                  <a:lnTo>
                    <a:pt x="38862" y="1010"/>
                  </a:lnTo>
                  <a:lnTo>
                    <a:pt x="16012" y="14219"/>
                  </a:lnTo>
                  <a:lnTo>
                    <a:pt x="5305" y="20390"/>
                  </a:lnTo>
                  <a:lnTo>
                    <a:pt x="1" y="23459"/>
                  </a:lnTo>
                  <a:cubicBezTo>
                    <a:pt x="1016" y="22920"/>
                    <a:pt x="2136" y="22652"/>
                    <a:pt x="3254" y="22652"/>
                  </a:cubicBezTo>
                  <a:cubicBezTo>
                    <a:pt x="4489" y="22652"/>
                    <a:pt x="5721" y="22978"/>
                    <a:pt x="6806" y="23626"/>
                  </a:cubicBezTo>
                  <a:cubicBezTo>
                    <a:pt x="10075" y="25494"/>
                    <a:pt x="12777" y="28196"/>
                    <a:pt x="14645" y="31432"/>
                  </a:cubicBezTo>
                  <a:cubicBezTo>
                    <a:pt x="15078" y="32199"/>
                    <a:pt x="15478" y="32999"/>
                    <a:pt x="15845" y="33833"/>
                  </a:cubicBezTo>
                  <a:cubicBezTo>
                    <a:pt x="16946" y="36468"/>
                    <a:pt x="17513" y="39270"/>
                    <a:pt x="17513" y="42139"/>
                  </a:cubicBezTo>
                  <a:lnTo>
                    <a:pt x="17513" y="66957"/>
                  </a:lnTo>
                  <a:cubicBezTo>
                    <a:pt x="17513" y="74629"/>
                    <a:pt x="21583" y="81668"/>
                    <a:pt x="28221" y="85504"/>
                  </a:cubicBezTo>
                  <a:lnTo>
                    <a:pt x="51371" y="98880"/>
                  </a:lnTo>
                  <a:lnTo>
                    <a:pt x="90599" y="76264"/>
                  </a:lnTo>
                  <a:lnTo>
                    <a:pt x="67449" y="62854"/>
                  </a:lnTo>
                  <a:cubicBezTo>
                    <a:pt x="60811" y="59051"/>
                    <a:pt x="56741" y="51980"/>
                    <a:pt x="56741" y="44341"/>
                  </a:cubicBezTo>
                  <a:lnTo>
                    <a:pt x="56741" y="19490"/>
                  </a:lnTo>
                  <a:cubicBezTo>
                    <a:pt x="56741" y="11851"/>
                    <a:pt x="52672" y="4779"/>
                    <a:pt x="46034" y="976"/>
                  </a:cubicBezTo>
                  <a:cubicBezTo>
                    <a:pt x="44933" y="326"/>
                    <a:pt x="43707" y="1"/>
                    <a:pt x="4248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>
              <a:extLst>
                <a:ext uri="{FF2B5EF4-FFF2-40B4-BE49-F238E27FC236}">
                  <a16:creationId xmlns:a16="http://schemas.microsoft.com/office/drawing/2014/main" id="{6B9EC2D1-8A2C-F86F-8D3A-71AF39DFD3D1}"/>
                </a:ext>
              </a:extLst>
            </p:cNvPr>
            <p:cNvSpPr/>
            <p:nvPr/>
          </p:nvSpPr>
          <p:spPr>
            <a:xfrm>
              <a:off x="2966450" y="3191250"/>
              <a:ext cx="591275" cy="950525"/>
            </a:xfrm>
            <a:custGeom>
              <a:avLst/>
              <a:gdLst/>
              <a:ahLst/>
              <a:cxnLst/>
              <a:rect l="l" t="t" r="r" b="b"/>
              <a:pathLst>
                <a:path w="23651" h="38021" extrusionOk="0">
                  <a:moveTo>
                    <a:pt x="10251" y="1"/>
                  </a:moveTo>
                  <a:cubicBezTo>
                    <a:pt x="6990" y="1"/>
                    <a:pt x="4004" y="2625"/>
                    <a:pt x="4004" y="6264"/>
                  </a:cubicBezTo>
                  <a:lnTo>
                    <a:pt x="4004" y="31082"/>
                  </a:lnTo>
                  <a:cubicBezTo>
                    <a:pt x="4004" y="33741"/>
                    <a:pt x="2679" y="36234"/>
                    <a:pt x="491" y="37737"/>
                  </a:cubicBezTo>
                  <a:lnTo>
                    <a:pt x="491" y="37737"/>
                  </a:lnTo>
                  <a:lnTo>
                    <a:pt x="23651" y="24377"/>
                  </a:lnTo>
                  <a:lnTo>
                    <a:pt x="23618" y="18606"/>
                  </a:lnTo>
                  <a:cubicBezTo>
                    <a:pt x="23618" y="11268"/>
                    <a:pt x="19715" y="4529"/>
                    <a:pt x="13377" y="860"/>
                  </a:cubicBezTo>
                  <a:cubicBezTo>
                    <a:pt x="12366" y="270"/>
                    <a:pt x="11294" y="1"/>
                    <a:pt x="10251" y="1"/>
                  </a:cubicBezTo>
                  <a:close/>
                  <a:moveTo>
                    <a:pt x="491" y="37737"/>
                  </a:moveTo>
                  <a:lnTo>
                    <a:pt x="171" y="37922"/>
                  </a:lnTo>
                  <a:lnTo>
                    <a:pt x="171" y="37922"/>
                  </a:lnTo>
                  <a:cubicBezTo>
                    <a:pt x="268" y="37868"/>
                    <a:pt x="361" y="37817"/>
                    <a:pt x="468" y="37753"/>
                  </a:cubicBezTo>
                  <a:cubicBezTo>
                    <a:pt x="476" y="37748"/>
                    <a:pt x="483" y="37742"/>
                    <a:pt x="491" y="37737"/>
                  </a:cubicBezTo>
                  <a:close/>
                  <a:moveTo>
                    <a:pt x="171" y="37922"/>
                  </a:moveTo>
                  <a:cubicBezTo>
                    <a:pt x="116" y="37952"/>
                    <a:pt x="61" y="37984"/>
                    <a:pt x="1" y="38020"/>
                  </a:cubicBezTo>
                  <a:lnTo>
                    <a:pt x="171" y="37922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>
              <a:extLst>
                <a:ext uri="{FF2B5EF4-FFF2-40B4-BE49-F238E27FC236}">
                  <a16:creationId xmlns:a16="http://schemas.microsoft.com/office/drawing/2014/main" id="{BE563588-8D5C-C67A-6F35-1327FCD2314D}"/>
                </a:ext>
              </a:extLst>
            </p:cNvPr>
            <p:cNvSpPr/>
            <p:nvPr/>
          </p:nvSpPr>
          <p:spPr>
            <a:xfrm>
              <a:off x="2966450" y="3191250"/>
              <a:ext cx="591275" cy="950525"/>
            </a:xfrm>
            <a:custGeom>
              <a:avLst/>
              <a:gdLst/>
              <a:ahLst/>
              <a:cxnLst/>
              <a:rect l="l" t="t" r="r" b="b"/>
              <a:pathLst>
                <a:path w="23651" h="38021" extrusionOk="0">
                  <a:moveTo>
                    <a:pt x="10251" y="1"/>
                  </a:moveTo>
                  <a:cubicBezTo>
                    <a:pt x="6990" y="1"/>
                    <a:pt x="4004" y="2625"/>
                    <a:pt x="4004" y="6264"/>
                  </a:cubicBezTo>
                  <a:lnTo>
                    <a:pt x="4004" y="31082"/>
                  </a:lnTo>
                  <a:cubicBezTo>
                    <a:pt x="4004" y="33741"/>
                    <a:pt x="2679" y="36234"/>
                    <a:pt x="491" y="37737"/>
                  </a:cubicBezTo>
                  <a:lnTo>
                    <a:pt x="491" y="37737"/>
                  </a:lnTo>
                  <a:lnTo>
                    <a:pt x="23651" y="24377"/>
                  </a:lnTo>
                  <a:lnTo>
                    <a:pt x="23618" y="18606"/>
                  </a:lnTo>
                  <a:cubicBezTo>
                    <a:pt x="23618" y="11268"/>
                    <a:pt x="19715" y="4529"/>
                    <a:pt x="13377" y="860"/>
                  </a:cubicBezTo>
                  <a:cubicBezTo>
                    <a:pt x="12366" y="270"/>
                    <a:pt x="11294" y="1"/>
                    <a:pt x="10251" y="1"/>
                  </a:cubicBezTo>
                  <a:close/>
                  <a:moveTo>
                    <a:pt x="491" y="37737"/>
                  </a:moveTo>
                  <a:lnTo>
                    <a:pt x="171" y="37922"/>
                  </a:lnTo>
                  <a:lnTo>
                    <a:pt x="171" y="37922"/>
                  </a:lnTo>
                  <a:cubicBezTo>
                    <a:pt x="268" y="37868"/>
                    <a:pt x="361" y="37817"/>
                    <a:pt x="468" y="37753"/>
                  </a:cubicBezTo>
                  <a:cubicBezTo>
                    <a:pt x="476" y="37748"/>
                    <a:pt x="483" y="37742"/>
                    <a:pt x="491" y="37737"/>
                  </a:cubicBezTo>
                  <a:close/>
                  <a:moveTo>
                    <a:pt x="171" y="37922"/>
                  </a:moveTo>
                  <a:cubicBezTo>
                    <a:pt x="116" y="37952"/>
                    <a:pt x="61" y="37984"/>
                    <a:pt x="1" y="38020"/>
                  </a:cubicBezTo>
                  <a:lnTo>
                    <a:pt x="171" y="37922"/>
                  </a:lnTo>
                  <a:close/>
                </a:path>
              </a:pathLst>
            </a:custGeom>
            <a:solidFill>
              <a:srgbClr val="000000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>
              <a:extLst>
                <a:ext uri="{FF2B5EF4-FFF2-40B4-BE49-F238E27FC236}">
                  <a16:creationId xmlns:a16="http://schemas.microsoft.com/office/drawing/2014/main" id="{F5DE7D19-8A90-13B5-2FE5-78A18DD7B0AB}"/>
                </a:ext>
              </a:extLst>
            </p:cNvPr>
            <p:cNvSpPr/>
            <p:nvPr/>
          </p:nvSpPr>
          <p:spPr>
            <a:xfrm>
              <a:off x="2395225" y="2082725"/>
              <a:ext cx="836450" cy="488675"/>
            </a:xfrm>
            <a:custGeom>
              <a:avLst/>
              <a:gdLst/>
              <a:ahLst/>
              <a:cxnLst/>
              <a:rect l="l" t="t" r="r" b="b"/>
              <a:pathLst>
                <a:path w="33458" h="19547" extrusionOk="0">
                  <a:moveTo>
                    <a:pt x="30911" y="1"/>
                  </a:moveTo>
                  <a:cubicBezTo>
                    <a:pt x="30314" y="1"/>
                    <a:pt x="29695" y="151"/>
                    <a:pt x="29188" y="436"/>
                  </a:cubicBezTo>
                  <a:lnTo>
                    <a:pt x="1201" y="16614"/>
                  </a:lnTo>
                  <a:cubicBezTo>
                    <a:pt x="134" y="17214"/>
                    <a:pt x="0" y="18215"/>
                    <a:pt x="834" y="18916"/>
                  </a:cubicBezTo>
                  <a:cubicBezTo>
                    <a:pt x="1386" y="19334"/>
                    <a:pt x="2046" y="19547"/>
                    <a:pt x="2710" y="19547"/>
                  </a:cubicBezTo>
                  <a:cubicBezTo>
                    <a:pt x="3209" y="19547"/>
                    <a:pt x="3711" y="19426"/>
                    <a:pt x="4170" y="19183"/>
                  </a:cubicBezTo>
                  <a:lnTo>
                    <a:pt x="32156" y="3004"/>
                  </a:lnTo>
                  <a:cubicBezTo>
                    <a:pt x="33224" y="2404"/>
                    <a:pt x="33457" y="1270"/>
                    <a:pt x="32623" y="569"/>
                  </a:cubicBezTo>
                  <a:cubicBezTo>
                    <a:pt x="32203" y="184"/>
                    <a:pt x="31571" y="1"/>
                    <a:pt x="30911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>
              <a:extLst>
                <a:ext uri="{FF2B5EF4-FFF2-40B4-BE49-F238E27FC236}">
                  <a16:creationId xmlns:a16="http://schemas.microsoft.com/office/drawing/2014/main" id="{A3675F02-23C1-3531-6E97-BBEC3FFA9253}"/>
                </a:ext>
              </a:extLst>
            </p:cNvPr>
            <p:cNvSpPr/>
            <p:nvPr/>
          </p:nvSpPr>
          <p:spPr>
            <a:xfrm>
              <a:off x="2969800" y="2198300"/>
              <a:ext cx="346100" cy="204725"/>
            </a:xfrm>
            <a:custGeom>
              <a:avLst/>
              <a:gdLst/>
              <a:ahLst/>
              <a:cxnLst/>
              <a:rect l="l" t="t" r="r" b="b"/>
              <a:pathLst>
                <a:path w="13844" h="8189" extrusionOk="0">
                  <a:moveTo>
                    <a:pt x="13507" y="1"/>
                  </a:moveTo>
                  <a:cubicBezTo>
                    <a:pt x="13454" y="1"/>
                    <a:pt x="13399" y="16"/>
                    <a:pt x="13343" y="49"/>
                  </a:cubicBezTo>
                  <a:lnTo>
                    <a:pt x="267" y="7588"/>
                  </a:lnTo>
                  <a:cubicBezTo>
                    <a:pt x="0" y="7755"/>
                    <a:pt x="100" y="8188"/>
                    <a:pt x="434" y="8188"/>
                  </a:cubicBezTo>
                  <a:cubicBezTo>
                    <a:pt x="467" y="8188"/>
                    <a:pt x="534" y="8155"/>
                    <a:pt x="567" y="8155"/>
                  </a:cubicBezTo>
                  <a:lnTo>
                    <a:pt x="13643" y="583"/>
                  </a:lnTo>
                  <a:cubicBezTo>
                    <a:pt x="13810" y="483"/>
                    <a:pt x="13843" y="316"/>
                    <a:pt x="13777" y="149"/>
                  </a:cubicBezTo>
                  <a:cubicBezTo>
                    <a:pt x="13710" y="60"/>
                    <a:pt x="13614" y="1"/>
                    <a:pt x="135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>
              <a:extLst>
                <a:ext uri="{FF2B5EF4-FFF2-40B4-BE49-F238E27FC236}">
                  <a16:creationId xmlns:a16="http://schemas.microsoft.com/office/drawing/2014/main" id="{0798FF38-37DE-E467-F095-F90E01A64089}"/>
                </a:ext>
              </a:extLst>
            </p:cNvPr>
            <p:cNvSpPr/>
            <p:nvPr/>
          </p:nvSpPr>
          <p:spPr>
            <a:xfrm>
              <a:off x="2996475" y="2241175"/>
              <a:ext cx="346675" cy="203550"/>
            </a:xfrm>
            <a:custGeom>
              <a:avLst/>
              <a:gdLst/>
              <a:ahLst/>
              <a:cxnLst/>
              <a:rect l="l" t="t" r="r" b="b"/>
              <a:pathLst>
                <a:path w="13867" h="8142" extrusionOk="0">
                  <a:moveTo>
                    <a:pt x="13451" y="0"/>
                  </a:moveTo>
                  <a:cubicBezTo>
                    <a:pt x="13406" y="0"/>
                    <a:pt x="13359" y="11"/>
                    <a:pt x="13310" y="35"/>
                  </a:cubicBezTo>
                  <a:lnTo>
                    <a:pt x="201" y="7574"/>
                  </a:lnTo>
                  <a:cubicBezTo>
                    <a:pt x="67" y="7674"/>
                    <a:pt x="1" y="7841"/>
                    <a:pt x="101" y="8008"/>
                  </a:cubicBezTo>
                  <a:cubicBezTo>
                    <a:pt x="134" y="8108"/>
                    <a:pt x="267" y="8141"/>
                    <a:pt x="368" y="8141"/>
                  </a:cubicBezTo>
                  <a:cubicBezTo>
                    <a:pt x="434" y="8141"/>
                    <a:pt x="468" y="8141"/>
                    <a:pt x="534" y="8108"/>
                  </a:cubicBezTo>
                  <a:lnTo>
                    <a:pt x="13610" y="569"/>
                  </a:lnTo>
                  <a:cubicBezTo>
                    <a:pt x="13867" y="370"/>
                    <a:pt x="13710" y="0"/>
                    <a:pt x="134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>
              <a:extLst>
                <a:ext uri="{FF2B5EF4-FFF2-40B4-BE49-F238E27FC236}">
                  <a16:creationId xmlns:a16="http://schemas.microsoft.com/office/drawing/2014/main" id="{9E825D2E-E244-5741-E43F-37E589819124}"/>
                </a:ext>
              </a:extLst>
            </p:cNvPr>
            <p:cNvSpPr/>
            <p:nvPr/>
          </p:nvSpPr>
          <p:spPr>
            <a:xfrm>
              <a:off x="3016500" y="2284575"/>
              <a:ext cx="346100" cy="204350"/>
            </a:xfrm>
            <a:custGeom>
              <a:avLst/>
              <a:gdLst/>
              <a:ahLst/>
              <a:cxnLst/>
              <a:rect l="l" t="t" r="r" b="b"/>
              <a:pathLst>
                <a:path w="13844" h="8174" extrusionOk="0">
                  <a:moveTo>
                    <a:pt x="13493" y="1"/>
                  </a:moveTo>
                  <a:cubicBezTo>
                    <a:pt x="13439" y="1"/>
                    <a:pt x="13388" y="12"/>
                    <a:pt x="13343" y="34"/>
                  </a:cubicBezTo>
                  <a:lnTo>
                    <a:pt x="267" y="7606"/>
                  </a:lnTo>
                  <a:cubicBezTo>
                    <a:pt x="0" y="7739"/>
                    <a:pt x="100" y="8173"/>
                    <a:pt x="400" y="8173"/>
                  </a:cubicBezTo>
                  <a:cubicBezTo>
                    <a:pt x="467" y="8173"/>
                    <a:pt x="501" y="8140"/>
                    <a:pt x="567" y="8106"/>
                  </a:cubicBezTo>
                  <a:lnTo>
                    <a:pt x="13643" y="568"/>
                  </a:lnTo>
                  <a:cubicBezTo>
                    <a:pt x="13777" y="468"/>
                    <a:pt x="13843" y="301"/>
                    <a:pt x="13777" y="134"/>
                  </a:cubicBezTo>
                  <a:cubicBezTo>
                    <a:pt x="13710" y="45"/>
                    <a:pt x="13599" y="1"/>
                    <a:pt x="134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>
              <a:extLst>
                <a:ext uri="{FF2B5EF4-FFF2-40B4-BE49-F238E27FC236}">
                  <a16:creationId xmlns:a16="http://schemas.microsoft.com/office/drawing/2014/main" id="{09436839-E25A-1899-568D-EAD2339B31C1}"/>
                </a:ext>
              </a:extLst>
            </p:cNvPr>
            <p:cNvSpPr/>
            <p:nvPr/>
          </p:nvSpPr>
          <p:spPr>
            <a:xfrm>
              <a:off x="3034850" y="2330450"/>
              <a:ext cx="344425" cy="204325"/>
            </a:xfrm>
            <a:custGeom>
              <a:avLst/>
              <a:gdLst/>
              <a:ahLst/>
              <a:cxnLst/>
              <a:rect l="l" t="t" r="r" b="b"/>
              <a:pathLst>
                <a:path w="13777" h="8173" extrusionOk="0">
                  <a:moveTo>
                    <a:pt x="13440" y="0"/>
                  </a:moveTo>
                  <a:cubicBezTo>
                    <a:pt x="13387" y="0"/>
                    <a:pt x="13332" y="11"/>
                    <a:pt x="13276" y="34"/>
                  </a:cubicBezTo>
                  <a:lnTo>
                    <a:pt x="200" y="7606"/>
                  </a:lnTo>
                  <a:cubicBezTo>
                    <a:pt x="67" y="7672"/>
                    <a:pt x="0" y="7873"/>
                    <a:pt x="100" y="8006"/>
                  </a:cubicBezTo>
                  <a:cubicBezTo>
                    <a:pt x="133" y="8106"/>
                    <a:pt x="234" y="8173"/>
                    <a:pt x="367" y="8173"/>
                  </a:cubicBezTo>
                  <a:cubicBezTo>
                    <a:pt x="400" y="8173"/>
                    <a:pt x="467" y="8139"/>
                    <a:pt x="500" y="8106"/>
                  </a:cubicBezTo>
                  <a:lnTo>
                    <a:pt x="13576" y="567"/>
                  </a:lnTo>
                  <a:cubicBezTo>
                    <a:pt x="13743" y="467"/>
                    <a:pt x="13777" y="300"/>
                    <a:pt x="13710" y="134"/>
                  </a:cubicBezTo>
                  <a:cubicBezTo>
                    <a:pt x="13643" y="45"/>
                    <a:pt x="13547" y="0"/>
                    <a:pt x="134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>
              <a:extLst>
                <a:ext uri="{FF2B5EF4-FFF2-40B4-BE49-F238E27FC236}">
                  <a16:creationId xmlns:a16="http://schemas.microsoft.com/office/drawing/2014/main" id="{46ADCC6A-5C04-EE2C-10EC-C5E890A47E8B}"/>
                </a:ext>
              </a:extLst>
            </p:cNvPr>
            <p:cNvSpPr/>
            <p:nvPr/>
          </p:nvSpPr>
          <p:spPr>
            <a:xfrm>
              <a:off x="3047350" y="2374675"/>
              <a:ext cx="344425" cy="204300"/>
            </a:xfrm>
            <a:custGeom>
              <a:avLst/>
              <a:gdLst/>
              <a:ahLst/>
              <a:cxnLst/>
              <a:rect l="l" t="t" r="r" b="b"/>
              <a:pathLst>
                <a:path w="13777" h="8172" extrusionOk="0">
                  <a:moveTo>
                    <a:pt x="13418" y="0"/>
                  </a:moveTo>
                  <a:cubicBezTo>
                    <a:pt x="13368" y="0"/>
                    <a:pt x="13319" y="11"/>
                    <a:pt x="13277" y="33"/>
                  </a:cubicBezTo>
                  <a:lnTo>
                    <a:pt x="201" y="7605"/>
                  </a:lnTo>
                  <a:cubicBezTo>
                    <a:pt x="67" y="7705"/>
                    <a:pt x="0" y="7871"/>
                    <a:pt x="100" y="8038"/>
                  </a:cubicBezTo>
                  <a:cubicBezTo>
                    <a:pt x="134" y="8138"/>
                    <a:pt x="234" y="8172"/>
                    <a:pt x="367" y="8172"/>
                  </a:cubicBezTo>
                  <a:cubicBezTo>
                    <a:pt x="401" y="8172"/>
                    <a:pt x="467" y="8172"/>
                    <a:pt x="501" y="8138"/>
                  </a:cubicBezTo>
                  <a:lnTo>
                    <a:pt x="13577" y="566"/>
                  </a:lnTo>
                  <a:cubicBezTo>
                    <a:pt x="13710" y="500"/>
                    <a:pt x="13777" y="299"/>
                    <a:pt x="13710" y="166"/>
                  </a:cubicBezTo>
                  <a:cubicBezTo>
                    <a:pt x="13642" y="52"/>
                    <a:pt x="13527" y="0"/>
                    <a:pt x="134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6">
              <a:extLst>
                <a:ext uri="{FF2B5EF4-FFF2-40B4-BE49-F238E27FC236}">
                  <a16:creationId xmlns:a16="http://schemas.microsoft.com/office/drawing/2014/main" id="{54A94066-4B12-3AE7-C763-7511A1457DFD}"/>
                </a:ext>
              </a:extLst>
            </p:cNvPr>
            <p:cNvSpPr/>
            <p:nvPr/>
          </p:nvSpPr>
          <p:spPr>
            <a:xfrm>
              <a:off x="3054025" y="2422975"/>
              <a:ext cx="348325" cy="204375"/>
            </a:xfrm>
            <a:custGeom>
              <a:avLst/>
              <a:gdLst/>
              <a:ahLst/>
              <a:cxnLst/>
              <a:rect l="l" t="t" r="r" b="b"/>
              <a:pathLst>
                <a:path w="13933" h="8175" extrusionOk="0">
                  <a:moveTo>
                    <a:pt x="13496" y="0"/>
                  </a:moveTo>
                  <a:cubicBezTo>
                    <a:pt x="13448" y="0"/>
                    <a:pt x="13397" y="11"/>
                    <a:pt x="13343" y="35"/>
                  </a:cubicBezTo>
                  <a:lnTo>
                    <a:pt x="267" y="7607"/>
                  </a:lnTo>
                  <a:cubicBezTo>
                    <a:pt x="0" y="7741"/>
                    <a:pt x="100" y="8174"/>
                    <a:pt x="434" y="8174"/>
                  </a:cubicBezTo>
                  <a:cubicBezTo>
                    <a:pt x="467" y="8174"/>
                    <a:pt x="534" y="8141"/>
                    <a:pt x="567" y="8141"/>
                  </a:cubicBezTo>
                  <a:lnTo>
                    <a:pt x="13677" y="569"/>
                  </a:lnTo>
                  <a:cubicBezTo>
                    <a:pt x="13933" y="370"/>
                    <a:pt x="13776" y="0"/>
                    <a:pt x="134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6">
              <a:extLst>
                <a:ext uri="{FF2B5EF4-FFF2-40B4-BE49-F238E27FC236}">
                  <a16:creationId xmlns:a16="http://schemas.microsoft.com/office/drawing/2014/main" id="{0400B5F4-7A34-6D6E-E480-06EC07EA9F7C}"/>
                </a:ext>
              </a:extLst>
            </p:cNvPr>
            <p:cNvSpPr/>
            <p:nvPr/>
          </p:nvSpPr>
          <p:spPr>
            <a:xfrm>
              <a:off x="3058475" y="2474675"/>
              <a:ext cx="348050" cy="203600"/>
            </a:xfrm>
            <a:custGeom>
              <a:avLst/>
              <a:gdLst/>
              <a:ahLst/>
              <a:cxnLst/>
              <a:rect l="l" t="t" r="r" b="b"/>
              <a:pathLst>
                <a:path w="13922" h="8144" extrusionOk="0">
                  <a:moveTo>
                    <a:pt x="13506" y="0"/>
                  </a:moveTo>
                  <a:cubicBezTo>
                    <a:pt x="13461" y="0"/>
                    <a:pt x="13414" y="11"/>
                    <a:pt x="13365" y="35"/>
                  </a:cubicBezTo>
                  <a:lnTo>
                    <a:pt x="289" y="7574"/>
                  </a:lnTo>
                  <a:cubicBezTo>
                    <a:pt x="0" y="7735"/>
                    <a:pt x="113" y="8143"/>
                    <a:pt x="390" y="8143"/>
                  </a:cubicBezTo>
                  <a:cubicBezTo>
                    <a:pt x="401" y="8143"/>
                    <a:pt x="412" y="8142"/>
                    <a:pt x="423" y="8141"/>
                  </a:cubicBezTo>
                  <a:cubicBezTo>
                    <a:pt x="489" y="8141"/>
                    <a:pt x="523" y="8141"/>
                    <a:pt x="589" y="8108"/>
                  </a:cubicBezTo>
                  <a:lnTo>
                    <a:pt x="13665" y="569"/>
                  </a:lnTo>
                  <a:cubicBezTo>
                    <a:pt x="13922" y="370"/>
                    <a:pt x="13765" y="0"/>
                    <a:pt x="135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6">
              <a:extLst>
                <a:ext uri="{FF2B5EF4-FFF2-40B4-BE49-F238E27FC236}">
                  <a16:creationId xmlns:a16="http://schemas.microsoft.com/office/drawing/2014/main" id="{8E572347-F711-8F49-0070-578F8977DA1F}"/>
                </a:ext>
              </a:extLst>
            </p:cNvPr>
            <p:cNvSpPr/>
            <p:nvPr/>
          </p:nvSpPr>
          <p:spPr>
            <a:xfrm>
              <a:off x="2596200" y="2574750"/>
              <a:ext cx="806425" cy="469575"/>
            </a:xfrm>
            <a:custGeom>
              <a:avLst/>
              <a:gdLst/>
              <a:ahLst/>
              <a:cxnLst/>
              <a:rect l="l" t="t" r="r" b="b"/>
              <a:pathLst>
                <a:path w="32257" h="18783" extrusionOk="0">
                  <a:moveTo>
                    <a:pt x="32027" y="1"/>
                  </a:moveTo>
                  <a:cubicBezTo>
                    <a:pt x="31984" y="1"/>
                    <a:pt x="31937" y="12"/>
                    <a:pt x="31890" y="35"/>
                  </a:cubicBezTo>
                  <a:lnTo>
                    <a:pt x="167" y="18382"/>
                  </a:lnTo>
                  <a:cubicBezTo>
                    <a:pt x="34" y="18415"/>
                    <a:pt x="0" y="18549"/>
                    <a:pt x="67" y="18682"/>
                  </a:cubicBezTo>
                  <a:cubicBezTo>
                    <a:pt x="100" y="18749"/>
                    <a:pt x="167" y="18782"/>
                    <a:pt x="267" y="18782"/>
                  </a:cubicBezTo>
                  <a:cubicBezTo>
                    <a:pt x="300" y="18782"/>
                    <a:pt x="334" y="18782"/>
                    <a:pt x="367" y="18749"/>
                  </a:cubicBezTo>
                  <a:lnTo>
                    <a:pt x="32123" y="402"/>
                  </a:lnTo>
                  <a:cubicBezTo>
                    <a:pt x="32223" y="335"/>
                    <a:pt x="32257" y="202"/>
                    <a:pt x="32190" y="102"/>
                  </a:cubicBezTo>
                  <a:cubicBezTo>
                    <a:pt x="32168" y="37"/>
                    <a:pt x="32105" y="1"/>
                    <a:pt x="320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>
              <a:extLst>
                <a:ext uri="{FF2B5EF4-FFF2-40B4-BE49-F238E27FC236}">
                  <a16:creationId xmlns:a16="http://schemas.microsoft.com/office/drawing/2014/main" id="{20EFA73C-AF47-EDA4-731B-835DDD1F9F60}"/>
                </a:ext>
              </a:extLst>
            </p:cNvPr>
            <p:cNvSpPr/>
            <p:nvPr/>
          </p:nvSpPr>
          <p:spPr>
            <a:xfrm>
              <a:off x="2596200" y="2623675"/>
              <a:ext cx="806425" cy="469850"/>
            </a:xfrm>
            <a:custGeom>
              <a:avLst/>
              <a:gdLst/>
              <a:ahLst/>
              <a:cxnLst/>
              <a:rect l="l" t="t" r="r" b="b"/>
              <a:pathLst>
                <a:path w="32257" h="18794" extrusionOk="0">
                  <a:moveTo>
                    <a:pt x="31988" y="0"/>
                  </a:moveTo>
                  <a:cubicBezTo>
                    <a:pt x="31956" y="0"/>
                    <a:pt x="31923" y="5"/>
                    <a:pt x="31890" y="13"/>
                  </a:cubicBezTo>
                  <a:lnTo>
                    <a:pt x="167" y="18359"/>
                  </a:lnTo>
                  <a:cubicBezTo>
                    <a:pt x="34" y="18426"/>
                    <a:pt x="0" y="18560"/>
                    <a:pt x="67" y="18660"/>
                  </a:cubicBezTo>
                  <a:cubicBezTo>
                    <a:pt x="100" y="18726"/>
                    <a:pt x="167" y="18793"/>
                    <a:pt x="267" y="18793"/>
                  </a:cubicBezTo>
                  <a:cubicBezTo>
                    <a:pt x="300" y="18793"/>
                    <a:pt x="334" y="18760"/>
                    <a:pt x="367" y="18760"/>
                  </a:cubicBezTo>
                  <a:lnTo>
                    <a:pt x="32123" y="413"/>
                  </a:lnTo>
                  <a:cubicBezTo>
                    <a:pt x="32223" y="347"/>
                    <a:pt x="32257" y="213"/>
                    <a:pt x="32190" y="113"/>
                  </a:cubicBezTo>
                  <a:cubicBezTo>
                    <a:pt x="32165" y="38"/>
                    <a:pt x="32083" y="0"/>
                    <a:pt x="319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>
              <a:extLst>
                <a:ext uri="{FF2B5EF4-FFF2-40B4-BE49-F238E27FC236}">
                  <a16:creationId xmlns:a16="http://schemas.microsoft.com/office/drawing/2014/main" id="{C151FC7C-3DCF-0FED-8A67-940D520BC39E}"/>
                </a:ext>
              </a:extLst>
            </p:cNvPr>
            <p:cNvSpPr/>
            <p:nvPr/>
          </p:nvSpPr>
          <p:spPr>
            <a:xfrm>
              <a:off x="2596200" y="2672475"/>
              <a:ext cx="808775" cy="470250"/>
            </a:xfrm>
            <a:custGeom>
              <a:avLst/>
              <a:gdLst/>
              <a:ahLst/>
              <a:cxnLst/>
              <a:rect l="l" t="t" r="r" b="b"/>
              <a:pathLst>
                <a:path w="32351" h="18810" extrusionOk="0">
                  <a:moveTo>
                    <a:pt x="32005" y="0"/>
                  </a:moveTo>
                  <a:cubicBezTo>
                    <a:pt x="31968" y="0"/>
                    <a:pt x="31929" y="9"/>
                    <a:pt x="31890" y="29"/>
                  </a:cubicBezTo>
                  <a:lnTo>
                    <a:pt x="167" y="18376"/>
                  </a:lnTo>
                  <a:cubicBezTo>
                    <a:pt x="34" y="18442"/>
                    <a:pt x="0" y="18576"/>
                    <a:pt x="67" y="18676"/>
                  </a:cubicBezTo>
                  <a:cubicBezTo>
                    <a:pt x="100" y="18742"/>
                    <a:pt x="167" y="18776"/>
                    <a:pt x="267" y="18809"/>
                  </a:cubicBezTo>
                  <a:cubicBezTo>
                    <a:pt x="300" y="18776"/>
                    <a:pt x="334" y="18776"/>
                    <a:pt x="367" y="18776"/>
                  </a:cubicBezTo>
                  <a:lnTo>
                    <a:pt x="32123" y="429"/>
                  </a:lnTo>
                  <a:cubicBezTo>
                    <a:pt x="32350" y="287"/>
                    <a:pt x="32215" y="0"/>
                    <a:pt x="32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>
              <a:extLst>
                <a:ext uri="{FF2B5EF4-FFF2-40B4-BE49-F238E27FC236}">
                  <a16:creationId xmlns:a16="http://schemas.microsoft.com/office/drawing/2014/main" id="{AA9E423A-ADCA-AF03-7AF5-A91762FEF14A}"/>
                </a:ext>
              </a:extLst>
            </p:cNvPr>
            <p:cNvSpPr/>
            <p:nvPr/>
          </p:nvSpPr>
          <p:spPr>
            <a:xfrm>
              <a:off x="2596200" y="2721925"/>
              <a:ext cx="807450" cy="469150"/>
            </a:xfrm>
            <a:custGeom>
              <a:avLst/>
              <a:gdLst/>
              <a:ahLst/>
              <a:cxnLst/>
              <a:rect l="l" t="t" r="r" b="b"/>
              <a:pathLst>
                <a:path w="32298" h="18766" extrusionOk="0">
                  <a:moveTo>
                    <a:pt x="31986" y="1"/>
                  </a:moveTo>
                  <a:cubicBezTo>
                    <a:pt x="31956" y="1"/>
                    <a:pt x="31924" y="6"/>
                    <a:pt x="31890" y="19"/>
                  </a:cubicBezTo>
                  <a:lnTo>
                    <a:pt x="167" y="18366"/>
                  </a:lnTo>
                  <a:cubicBezTo>
                    <a:pt x="34" y="18432"/>
                    <a:pt x="0" y="18566"/>
                    <a:pt x="67" y="18666"/>
                  </a:cubicBezTo>
                  <a:cubicBezTo>
                    <a:pt x="100" y="18733"/>
                    <a:pt x="167" y="18766"/>
                    <a:pt x="267" y="18766"/>
                  </a:cubicBezTo>
                  <a:cubicBezTo>
                    <a:pt x="300" y="18766"/>
                    <a:pt x="334" y="18766"/>
                    <a:pt x="367" y="18733"/>
                  </a:cubicBezTo>
                  <a:lnTo>
                    <a:pt x="32123" y="386"/>
                  </a:lnTo>
                  <a:cubicBezTo>
                    <a:pt x="32298" y="270"/>
                    <a:pt x="32193" y="1"/>
                    <a:pt x="319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>
              <a:extLst>
                <a:ext uri="{FF2B5EF4-FFF2-40B4-BE49-F238E27FC236}">
                  <a16:creationId xmlns:a16="http://schemas.microsoft.com/office/drawing/2014/main" id="{D51FFE07-DACE-D62F-E8B7-8D144CB0D264}"/>
                </a:ext>
              </a:extLst>
            </p:cNvPr>
            <p:cNvSpPr/>
            <p:nvPr/>
          </p:nvSpPr>
          <p:spPr>
            <a:xfrm>
              <a:off x="2593975" y="2718600"/>
              <a:ext cx="437850" cy="254875"/>
            </a:xfrm>
            <a:custGeom>
              <a:avLst/>
              <a:gdLst/>
              <a:ahLst/>
              <a:cxnLst/>
              <a:rect l="l" t="t" r="r" b="b"/>
              <a:pathLst>
                <a:path w="17514" h="10195" extrusionOk="0">
                  <a:moveTo>
                    <a:pt x="17195" y="0"/>
                  </a:moveTo>
                  <a:cubicBezTo>
                    <a:pt x="17154" y="0"/>
                    <a:pt x="17111" y="16"/>
                    <a:pt x="17068" y="52"/>
                  </a:cubicBezTo>
                  <a:lnTo>
                    <a:pt x="256" y="9759"/>
                  </a:lnTo>
                  <a:cubicBezTo>
                    <a:pt x="1" y="9855"/>
                    <a:pt x="81" y="10195"/>
                    <a:pt x="322" y="10195"/>
                  </a:cubicBezTo>
                  <a:cubicBezTo>
                    <a:pt x="333" y="10195"/>
                    <a:pt x="344" y="10194"/>
                    <a:pt x="356" y="10193"/>
                  </a:cubicBezTo>
                  <a:cubicBezTo>
                    <a:pt x="389" y="10159"/>
                    <a:pt x="423" y="10159"/>
                    <a:pt x="456" y="10126"/>
                  </a:cubicBezTo>
                  <a:lnTo>
                    <a:pt x="17268" y="419"/>
                  </a:lnTo>
                  <a:cubicBezTo>
                    <a:pt x="17514" y="310"/>
                    <a:pt x="17380" y="0"/>
                    <a:pt x="171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6">
              <a:extLst>
                <a:ext uri="{FF2B5EF4-FFF2-40B4-BE49-F238E27FC236}">
                  <a16:creationId xmlns:a16="http://schemas.microsoft.com/office/drawing/2014/main" id="{DE6EC485-8AB0-42CF-1791-067FF477D039}"/>
                </a:ext>
              </a:extLst>
            </p:cNvPr>
            <p:cNvSpPr/>
            <p:nvPr/>
          </p:nvSpPr>
          <p:spPr>
            <a:xfrm>
              <a:off x="2587850" y="2657800"/>
              <a:ext cx="107600" cy="250950"/>
            </a:xfrm>
            <a:custGeom>
              <a:avLst/>
              <a:gdLst/>
              <a:ahLst/>
              <a:cxnLst/>
              <a:rect l="l" t="t" r="r" b="b"/>
              <a:pathLst>
                <a:path w="4304" h="10038" extrusionOk="0">
                  <a:moveTo>
                    <a:pt x="1547" y="1"/>
                  </a:moveTo>
                  <a:cubicBezTo>
                    <a:pt x="1453" y="1"/>
                    <a:pt x="1357" y="27"/>
                    <a:pt x="1268" y="82"/>
                  </a:cubicBezTo>
                  <a:lnTo>
                    <a:pt x="334" y="616"/>
                  </a:lnTo>
                  <a:cubicBezTo>
                    <a:pt x="101" y="749"/>
                    <a:pt x="1" y="1083"/>
                    <a:pt x="134" y="1350"/>
                  </a:cubicBezTo>
                  <a:cubicBezTo>
                    <a:pt x="1468" y="3952"/>
                    <a:pt x="2236" y="6787"/>
                    <a:pt x="2402" y="9689"/>
                  </a:cubicBezTo>
                  <a:cubicBezTo>
                    <a:pt x="2378" y="9880"/>
                    <a:pt x="2543" y="10037"/>
                    <a:pt x="2724" y="10037"/>
                  </a:cubicBezTo>
                  <a:cubicBezTo>
                    <a:pt x="2796" y="10037"/>
                    <a:pt x="2870" y="10013"/>
                    <a:pt x="2936" y="9956"/>
                  </a:cubicBezTo>
                  <a:lnTo>
                    <a:pt x="3870" y="9422"/>
                  </a:lnTo>
                  <a:cubicBezTo>
                    <a:pt x="4137" y="9256"/>
                    <a:pt x="4304" y="8922"/>
                    <a:pt x="4270" y="8588"/>
                  </a:cubicBezTo>
                  <a:cubicBezTo>
                    <a:pt x="4170" y="7087"/>
                    <a:pt x="3903" y="5586"/>
                    <a:pt x="3503" y="4119"/>
                  </a:cubicBezTo>
                  <a:cubicBezTo>
                    <a:pt x="3103" y="2784"/>
                    <a:pt x="2602" y="1517"/>
                    <a:pt x="2002" y="282"/>
                  </a:cubicBezTo>
                  <a:cubicBezTo>
                    <a:pt x="1913" y="105"/>
                    <a:pt x="1735" y="1"/>
                    <a:pt x="1547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>
              <a:extLst>
                <a:ext uri="{FF2B5EF4-FFF2-40B4-BE49-F238E27FC236}">
                  <a16:creationId xmlns:a16="http://schemas.microsoft.com/office/drawing/2014/main" id="{2375073D-58E2-A061-9565-782333E5E8B2}"/>
                </a:ext>
              </a:extLst>
            </p:cNvPr>
            <p:cNvSpPr/>
            <p:nvPr/>
          </p:nvSpPr>
          <p:spPr>
            <a:xfrm>
              <a:off x="2656225" y="2561900"/>
              <a:ext cx="132625" cy="292275"/>
            </a:xfrm>
            <a:custGeom>
              <a:avLst/>
              <a:gdLst/>
              <a:ahLst/>
              <a:cxnLst/>
              <a:rect l="l" t="t" r="r" b="b"/>
              <a:pathLst>
                <a:path w="5305" h="11691" extrusionOk="0">
                  <a:moveTo>
                    <a:pt x="1549" y="1"/>
                  </a:moveTo>
                  <a:cubicBezTo>
                    <a:pt x="1454" y="1"/>
                    <a:pt x="1357" y="27"/>
                    <a:pt x="1268" y="82"/>
                  </a:cubicBezTo>
                  <a:lnTo>
                    <a:pt x="334" y="583"/>
                  </a:lnTo>
                  <a:cubicBezTo>
                    <a:pt x="68" y="749"/>
                    <a:pt x="1" y="1050"/>
                    <a:pt x="168" y="1316"/>
                  </a:cubicBezTo>
                  <a:cubicBezTo>
                    <a:pt x="1102" y="2818"/>
                    <a:pt x="1836" y="4419"/>
                    <a:pt x="2403" y="6120"/>
                  </a:cubicBezTo>
                  <a:cubicBezTo>
                    <a:pt x="2970" y="7788"/>
                    <a:pt x="3303" y="9556"/>
                    <a:pt x="3403" y="11357"/>
                  </a:cubicBezTo>
                  <a:cubicBezTo>
                    <a:pt x="3379" y="11550"/>
                    <a:pt x="3547" y="11691"/>
                    <a:pt x="3717" y="11691"/>
                  </a:cubicBezTo>
                  <a:cubicBezTo>
                    <a:pt x="3783" y="11691"/>
                    <a:pt x="3848" y="11670"/>
                    <a:pt x="3904" y="11624"/>
                  </a:cubicBezTo>
                  <a:lnTo>
                    <a:pt x="4838" y="11090"/>
                  </a:lnTo>
                  <a:cubicBezTo>
                    <a:pt x="5138" y="10890"/>
                    <a:pt x="5305" y="10590"/>
                    <a:pt x="5305" y="10256"/>
                  </a:cubicBezTo>
                  <a:cubicBezTo>
                    <a:pt x="5171" y="8488"/>
                    <a:pt x="4838" y="6720"/>
                    <a:pt x="4271" y="5052"/>
                  </a:cubicBezTo>
                  <a:cubicBezTo>
                    <a:pt x="3737" y="3351"/>
                    <a:pt x="2970" y="1750"/>
                    <a:pt x="2036" y="282"/>
                  </a:cubicBezTo>
                  <a:cubicBezTo>
                    <a:pt x="1924" y="105"/>
                    <a:pt x="1739" y="1"/>
                    <a:pt x="1549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>
              <a:extLst>
                <a:ext uri="{FF2B5EF4-FFF2-40B4-BE49-F238E27FC236}">
                  <a16:creationId xmlns:a16="http://schemas.microsoft.com/office/drawing/2014/main" id="{4E7F572B-AC77-5895-833D-D2FCFC14F9FD}"/>
                </a:ext>
              </a:extLst>
            </p:cNvPr>
            <p:cNvSpPr/>
            <p:nvPr/>
          </p:nvSpPr>
          <p:spPr>
            <a:xfrm>
              <a:off x="2812175" y="2638825"/>
              <a:ext cx="70075" cy="161650"/>
            </a:xfrm>
            <a:custGeom>
              <a:avLst/>
              <a:gdLst/>
              <a:ahLst/>
              <a:cxnLst/>
              <a:rect l="l" t="t" r="r" b="b"/>
              <a:pathLst>
                <a:path w="2803" h="6466" extrusionOk="0">
                  <a:moveTo>
                    <a:pt x="1531" y="1"/>
                  </a:moveTo>
                  <a:cubicBezTo>
                    <a:pt x="1452" y="1"/>
                    <a:pt x="1372" y="24"/>
                    <a:pt x="1302" y="74"/>
                  </a:cubicBezTo>
                  <a:lnTo>
                    <a:pt x="401" y="608"/>
                  </a:lnTo>
                  <a:cubicBezTo>
                    <a:pt x="101" y="775"/>
                    <a:pt x="1" y="1075"/>
                    <a:pt x="67" y="1408"/>
                  </a:cubicBezTo>
                  <a:cubicBezTo>
                    <a:pt x="534" y="2943"/>
                    <a:pt x="801" y="4511"/>
                    <a:pt x="901" y="6112"/>
                  </a:cubicBezTo>
                  <a:cubicBezTo>
                    <a:pt x="878" y="6321"/>
                    <a:pt x="1034" y="6466"/>
                    <a:pt x="1209" y="6466"/>
                  </a:cubicBezTo>
                  <a:cubicBezTo>
                    <a:pt x="1285" y="6466"/>
                    <a:pt x="1365" y="6439"/>
                    <a:pt x="1435" y="6379"/>
                  </a:cubicBezTo>
                  <a:lnTo>
                    <a:pt x="2369" y="5845"/>
                  </a:lnTo>
                  <a:cubicBezTo>
                    <a:pt x="2636" y="5678"/>
                    <a:pt x="2803" y="5345"/>
                    <a:pt x="2803" y="5011"/>
                  </a:cubicBezTo>
                  <a:cubicBezTo>
                    <a:pt x="2669" y="3410"/>
                    <a:pt x="2402" y="1842"/>
                    <a:pt x="1935" y="308"/>
                  </a:cubicBezTo>
                  <a:cubicBezTo>
                    <a:pt x="1889" y="122"/>
                    <a:pt x="1713" y="1"/>
                    <a:pt x="1531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>
              <a:extLst>
                <a:ext uri="{FF2B5EF4-FFF2-40B4-BE49-F238E27FC236}">
                  <a16:creationId xmlns:a16="http://schemas.microsoft.com/office/drawing/2014/main" id="{589DC30B-38EC-25CC-D61D-DBF13799D450}"/>
                </a:ext>
              </a:extLst>
            </p:cNvPr>
            <p:cNvSpPr/>
            <p:nvPr/>
          </p:nvSpPr>
          <p:spPr>
            <a:xfrm>
              <a:off x="2888075" y="2539850"/>
              <a:ext cx="87575" cy="207125"/>
            </a:xfrm>
            <a:custGeom>
              <a:avLst/>
              <a:gdLst/>
              <a:ahLst/>
              <a:cxnLst/>
              <a:rect l="l" t="t" r="r" b="b"/>
              <a:pathLst>
                <a:path w="3503" h="8285" extrusionOk="0">
                  <a:moveTo>
                    <a:pt x="1564" y="1"/>
                  </a:moveTo>
                  <a:cubicBezTo>
                    <a:pt x="1472" y="1"/>
                    <a:pt x="1379" y="30"/>
                    <a:pt x="1301" y="97"/>
                  </a:cubicBezTo>
                  <a:lnTo>
                    <a:pt x="367" y="597"/>
                  </a:lnTo>
                  <a:cubicBezTo>
                    <a:pt x="100" y="764"/>
                    <a:pt x="0" y="1098"/>
                    <a:pt x="100" y="1398"/>
                  </a:cubicBezTo>
                  <a:cubicBezTo>
                    <a:pt x="267" y="1798"/>
                    <a:pt x="434" y="2232"/>
                    <a:pt x="601" y="2699"/>
                  </a:cubicBezTo>
                  <a:cubicBezTo>
                    <a:pt x="1168" y="4400"/>
                    <a:pt x="1501" y="6168"/>
                    <a:pt x="1601" y="7936"/>
                  </a:cubicBezTo>
                  <a:cubicBezTo>
                    <a:pt x="1577" y="8127"/>
                    <a:pt x="1742" y="8284"/>
                    <a:pt x="1911" y="8284"/>
                  </a:cubicBezTo>
                  <a:cubicBezTo>
                    <a:pt x="1977" y="8284"/>
                    <a:pt x="2045" y="8260"/>
                    <a:pt x="2102" y="8203"/>
                  </a:cubicBezTo>
                  <a:lnTo>
                    <a:pt x="3036" y="7669"/>
                  </a:lnTo>
                  <a:cubicBezTo>
                    <a:pt x="3336" y="7502"/>
                    <a:pt x="3503" y="7169"/>
                    <a:pt x="3469" y="6835"/>
                  </a:cubicBezTo>
                  <a:cubicBezTo>
                    <a:pt x="3336" y="5067"/>
                    <a:pt x="3002" y="3299"/>
                    <a:pt x="2469" y="1598"/>
                  </a:cubicBezTo>
                  <a:cubicBezTo>
                    <a:pt x="2335" y="1164"/>
                    <a:pt x="2168" y="731"/>
                    <a:pt x="2002" y="297"/>
                  </a:cubicBezTo>
                  <a:cubicBezTo>
                    <a:pt x="1935" y="119"/>
                    <a:pt x="1750" y="1"/>
                    <a:pt x="156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>
              <a:extLst>
                <a:ext uri="{FF2B5EF4-FFF2-40B4-BE49-F238E27FC236}">
                  <a16:creationId xmlns:a16="http://schemas.microsoft.com/office/drawing/2014/main" id="{1066DE01-C9AA-16AD-DA78-1DC922172C8C}"/>
                </a:ext>
              </a:extLst>
            </p:cNvPr>
            <p:cNvSpPr/>
            <p:nvPr/>
          </p:nvSpPr>
          <p:spPr>
            <a:xfrm>
              <a:off x="2480925" y="2622775"/>
              <a:ext cx="141975" cy="328150"/>
            </a:xfrm>
            <a:custGeom>
              <a:avLst/>
              <a:gdLst/>
              <a:ahLst/>
              <a:cxnLst/>
              <a:rect l="l" t="t" r="r" b="b"/>
              <a:pathLst>
                <a:path w="5679" h="13126" extrusionOk="0">
                  <a:moveTo>
                    <a:pt x="199" y="0"/>
                  </a:moveTo>
                  <a:cubicBezTo>
                    <a:pt x="92" y="0"/>
                    <a:pt x="0" y="125"/>
                    <a:pt x="75" y="249"/>
                  </a:cubicBezTo>
                  <a:cubicBezTo>
                    <a:pt x="442" y="683"/>
                    <a:pt x="775" y="1150"/>
                    <a:pt x="1109" y="1617"/>
                  </a:cubicBezTo>
                  <a:lnTo>
                    <a:pt x="575" y="1917"/>
                  </a:lnTo>
                  <a:cubicBezTo>
                    <a:pt x="442" y="2017"/>
                    <a:pt x="475" y="2217"/>
                    <a:pt x="642" y="2217"/>
                  </a:cubicBezTo>
                  <a:lnTo>
                    <a:pt x="708" y="2217"/>
                  </a:lnTo>
                  <a:lnTo>
                    <a:pt x="1275" y="1884"/>
                  </a:lnTo>
                  <a:cubicBezTo>
                    <a:pt x="1576" y="2351"/>
                    <a:pt x="1876" y="2818"/>
                    <a:pt x="2143" y="3285"/>
                  </a:cubicBezTo>
                  <a:lnTo>
                    <a:pt x="1509" y="3652"/>
                  </a:lnTo>
                  <a:cubicBezTo>
                    <a:pt x="1376" y="3718"/>
                    <a:pt x="1442" y="3918"/>
                    <a:pt x="1576" y="3918"/>
                  </a:cubicBezTo>
                  <a:lnTo>
                    <a:pt x="1676" y="3918"/>
                  </a:lnTo>
                  <a:lnTo>
                    <a:pt x="2276" y="3585"/>
                  </a:lnTo>
                  <a:cubicBezTo>
                    <a:pt x="2543" y="4052"/>
                    <a:pt x="2777" y="4552"/>
                    <a:pt x="3010" y="5019"/>
                  </a:cubicBezTo>
                  <a:lnTo>
                    <a:pt x="2376" y="5419"/>
                  </a:lnTo>
                  <a:cubicBezTo>
                    <a:pt x="2243" y="5486"/>
                    <a:pt x="2276" y="5686"/>
                    <a:pt x="2443" y="5686"/>
                  </a:cubicBezTo>
                  <a:lnTo>
                    <a:pt x="2510" y="5686"/>
                  </a:lnTo>
                  <a:lnTo>
                    <a:pt x="3143" y="5319"/>
                  </a:lnTo>
                  <a:cubicBezTo>
                    <a:pt x="3344" y="5820"/>
                    <a:pt x="3544" y="6320"/>
                    <a:pt x="3711" y="6820"/>
                  </a:cubicBezTo>
                  <a:lnTo>
                    <a:pt x="3043" y="7221"/>
                  </a:lnTo>
                  <a:cubicBezTo>
                    <a:pt x="2910" y="7287"/>
                    <a:pt x="2977" y="7488"/>
                    <a:pt x="3143" y="7488"/>
                  </a:cubicBezTo>
                  <a:lnTo>
                    <a:pt x="3210" y="7488"/>
                  </a:lnTo>
                  <a:lnTo>
                    <a:pt x="3811" y="7154"/>
                  </a:lnTo>
                  <a:cubicBezTo>
                    <a:pt x="3977" y="7654"/>
                    <a:pt x="4144" y="8188"/>
                    <a:pt x="4244" y="8722"/>
                  </a:cubicBezTo>
                  <a:lnTo>
                    <a:pt x="3610" y="9089"/>
                  </a:lnTo>
                  <a:cubicBezTo>
                    <a:pt x="3544" y="9122"/>
                    <a:pt x="3510" y="9222"/>
                    <a:pt x="3544" y="9322"/>
                  </a:cubicBezTo>
                  <a:cubicBezTo>
                    <a:pt x="3577" y="9356"/>
                    <a:pt x="3644" y="9389"/>
                    <a:pt x="3677" y="9389"/>
                  </a:cubicBezTo>
                  <a:lnTo>
                    <a:pt x="3777" y="9389"/>
                  </a:lnTo>
                  <a:lnTo>
                    <a:pt x="4344" y="9055"/>
                  </a:lnTo>
                  <a:cubicBezTo>
                    <a:pt x="4444" y="9589"/>
                    <a:pt x="4544" y="10123"/>
                    <a:pt x="4645" y="10657"/>
                  </a:cubicBezTo>
                  <a:lnTo>
                    <a:pt x="3944" y="11057"/>
                  </a:lnTo>
                  <a:cubicBezTo>
                    <a:pt x="3811" y="11157"/>
                    <a:pt x="3844" y="11357"/>
                    <a:pt x="4011" y="11357"/>
                  </a:cubicBezTo>
                  <a:cubicBezTo>
                    <a:pt x="4044" y="11357"/>
                    <a:pt x="4077" y="11357"/>
                    <a:pt x="4077" y="11324"/>
                  </a:cubicBezTo>
                  <a:lnTo>
                    <a:pt x="4678" y="10990"/>
                  </a:lnTo>
                  <a:cubicBezTo>
                    <a:pt x="4778" y="11657"/>
                    <a:pt x="4845" y="12324"/>
                    <a:pt x="4878" y="12992"/>
                  </a:cubicBezTo>
                  <a:cubicBezTo>
                    <a:pt x="4878" y="13058"/>
                    <a:pt x="4945" y="13125"/>
                    <a:pt x="5045" y="13125"/>
                  </a:cubicBezTo>
                  <a:cubicBezTo>
                    <a:pt x="5112" y="13125"/>
                    <a:pt x="5178" y="13058"/>
                    <a:pt x="5178" y="12958"/>
                  </a:cubicBezTo>
                  <a:cubicBezTo>
                    <a:pt x="5145" y="12258"/>
                    <a:pt x="5078" y="11524"/>
                    <a:pt x="4978" y="10823"/>
                  </a:cubicBezTo>
                  <a:lnTo>
                    <a:pt x="5478" y="10557"/>
                  </a:lnTo>
                  <a:cubicBezTo>
                    <a:pt x="5645" y="10523"/>
                    <a:pt x="5679" y="10323"/>
                    <a:pt x="5512" y="10256"/>
                  </a:cubicBezTo>
                  <a:cubicBezTo>
                    <a:pt x="5491" y="10193"/>
                    <a:pt x="5443" y="10170"/>
                    <a:pt x="5393" y="10170"/>
                  </a:cubicBezTo>
                  <a:cubicBezTo>
                    <a:pt x="5365" y="10170"/>
                    <a:pt x="5336" y="10177"/>
                    <a:pt x="5312" y="10190"/>
                  </a:cubicBezTo>
                  <a:lnTo>
                    <a:pt x="4911" y="10423"/>
                  </a:lnTo>
                  <a:cubicBezTo>
                    <a:pt x="4845" y="9889"/>
                    <a:pt x="4745" y="9356"/>
                    <a:pt x="4611" y="8822"/>
                  </a:cubicBezTo>
                  <a:lnTo>
                    <a:pt x="5145" y="8522"/>
                  </a:lnTo>
                  <a:cubicBezTo>
                    <a:pt x="5256" y="8411"/>
                    <a:pt x="5182" y="8231"/>
                    <a:pt x="5058" y="8231"/>
                  </a:cubicBezTo>
                  <a:cubicBezTo>
                    <a:pt x="5033" y="8231"/>
                    <a:pt x="5006" y="8238"/>
                    <a:pt x="4978" y="8255"/>
                  </a:cubicBezTo>
                  <a:lnTo>
                    <a:pt x="4544" y="8488"/>
                  </a:lnTo>
                  <a:cubicBezTo>
                    <a:pt x="4411" y="7988"/>
                    <a:pt x="4244" y="7454"/>
                    <a:pt x="4077" y="6921"/>
                  </a:cubicBezTo>
                  <a:lnTo>
                    <a:pt x="4578" y="6654"/>
                  </a:lnTo>
                  <a:cubicBezTo>
                    <a:pt x="4747" y="6569"/>
                    <a:pt x="4654" y="6365"/>
                    <a:pt x="4520" y="6365"/>
                  </a:cubicBezTo>
                  <a:cubicBezTo>
                    <a:pt x="4496" y="6365"/>
                    <a:pt x="4470" y="6371"/>
                    <a:pt x="4444" y="6387"/>
                  </a:cubicBezTo>
                  <a:lnTo>
                    <a:pt x="3977" y="6654"/>
                  </a:lnTo>
                  <a:cubicBezTo>
                    <a:pt x="3811" y="6153"/>
                    <a:pt x="3610" y="5653"/>
                    <a:pt x="3410" y="5153"/>
                  </a:cubicBezTo>
                  <a:cubicBezTo>
                    <a:pt x="3410" y="5153"/>
                    <a:pt x="3410" y="5119"/>
                    <a:pt x="3410" y="5119"/>
                  </a:cubicBezTo>
                  <a:lnTo>
                    <a:pt x="3911" y="4819"/>
                  </a:lnTo>
                  <a:cubicBezTo>
                    <a:pt x="3977" y="4786"/>
                    <a:pt x="4011" y="4686"/>
                    <a:pt x="3944" y="4619"/>
                  </a:cubicBezTo>
                  <a:cubicBezTo>
                    <a:pt x="3920" y="4570"/>
                    <a:pt x="3859" y="4539"/>
                    <a:pt x="3803" y="4539"/>
                  </a:cubicBezTo>
                  <a:cubicBezTo>
                    <a:pt x="3782" y="4539"/>
                    <a:pt x="3762" y="4543"/>
                    <a:pt x="3744" y="4552"/>
                  </a:cubicBezTo>
                  <a:lnTo>
                    <a:pt x="3277" y="4819"/>
                  </a:lnTo>
                  <a:cubicBezTo>
                    <a:pt x="3043" y="4352"/>
                    <a:pt x="2810" y="3852"/>
                    <a:pt x="2543" y="3385"/>
                  </a:cubicBezTo>
                  <a:lnTo>
                    <a:pt x="3043" y="3084"/>
                  </a:lnTo>
                  <a:cubicBezTo>
                    <a:pt x="3143" y="3051"/>
                    <a:pt x="3143" y="2951"/>
                    <a:pt x="3110" y="2884"/>
                  </a:cubicBezTo>
                  <a:cubicBezTo>
                    <a:pt x="3086" y="2836"/>
                    <a:pt x="3026" y="2805"/>
                    <a:pt x="2969" y="2805"/>
                  </a:cubicBezTo>
                  <a:cubicBezTo>
                    <a:pt x="2948" y="2805"/>
                    <a:pt x="2928" y="2809"/>
                    <a:pt x="2910" y="2818"/>
                  </a:cubicBezTo>
                  <a:lnTo>
                    <a:pt x="2410" y="3118"/>
                  </a:lnTo>
                  <a:cubicBezTo>
                    <a:pt x="2143" y="2651"/>
                    <a:pt x="1843" y="2184"/>
                    <a:pt x="1542" y="1717"/>
                  </a:cubicBezTo>
                  <a:lnTo>
                    <a:pt x="2109" y="1383"/>
                  </a:lnTo>
                  <a:cubicBezTo>
                    <a:pt x="2176" y="1350"/>
                    <a:pt x="2209" y="1250"/>
                    <a:pt x="2176" y="1183"/>
                  </a:cubicBezTo>
                  <a:cubicBezTo>
                    <a:pt x="2127" y="1134"/>
                    <a:pt x="2061" y="1103"/>
                    <a:pt x="2002" y="1103"/>
                  </a:cubicBezTo>
                  <a:cubicBezTo>
                    <a:pt x="1981" y="1103"/>
                    <a:pt x="1960" y="1107"/>
                    <a:pt x="1943" y="1116"/>
                  </a:cubicBezTo>
                  <a:lnTo>
                    <a:pt x="1376" y="1450"/>
                  </a:lnTo>
                  <a:cubicBezTo>
                    <a:pt x="1042" y="983"/>
                    <a:pt x="708" y="516"/>
                    <a:pt x="308" y="49"/>
                  </a:cubicBezTo>
                  <a:cubicBezTo>
                    <a:pt x="274" y="15"/>
                    <a:pt x="236" y="0"/>
                    <a:pt x="1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>
              <a:extLst>
                <a:ext uri="{FF2B5EF4-FFF2-40B4-BE49-F238E27FC236}">
                  <a16:creationId xmlns:a16="http://schemas.microsoft.com/office/drawing/2014/main" id="{25F2A35B-7DD5-A5ED-8E19-A7B4E0040114}"/>
                </a:ext>
              </a:extLst>
            </p:cNvPr>
            <p:cNvSpPr/>
            <p:nvPr/>
          </p:nvSpPr>
          <p:spPr>
            <a:xfrm>
              <a:off x="2654575" y="3045625"/>
              <a:ext cx="741375" cy="594950"/>
            </a:xfrm>
            <a:custGeom>
              <a:avLst/>
              <a:gdLst/>
              <a:ahLst/>
              <a:cxnLst/>
              <a:rect l="l" t="t" r="r" b="b"/>
              <a:pathLst>
                <a:path w="29655" h="23798" extrusionOk="0">
                  <a:moveTo>
                    <a:pt x="29067" y="1"/>
                  </a:moveTo>
                  <a:cubicBezTo>
                    <a:pt x="29028" y="1"/>
                    <a:pt x="28990" y="5"/>
                    <a:pt x="28954" y="14"/>
                  </a:cubicBezTo>
                  <a:cubicBezTo>
                    <a:pt x="28587" y="14"/>
                    <a:pt x="28254" y="114"/>
                    <a:pt x="27953" y="314"/>
                  </a:cubicBezTo>
                  <a:cubicBezTo>
                    <a:pt x="26586" y="1115"/>
                    <a:pt x="26119" y="2649"/>
                    <a:pt x="25585" y="4317"/>
                  </a:cubicBezTo>
                  <a:cubicBezTo>
                    <a:pt x="24985" y="6252"/>
                    <a:pt x="24384" y="8286"/>
                    <a:pt x="22316" y="9454"/>
                  </a:cubicBezTo>
                  <a:cubicBezTo>
                    <a:pt x="22016" y="9621"/>
                    <a:pt x="21682" y="9754"/>
                    <a:pt x="21349" y="9754"/>
                  </a:cubicBezTo>
                  <a:cubicBezTo>
                    <a:pt x="20748" y="9754"/>
                    <a:pt x="20281" y="9354"/>
                    <a:pt x="19914" y="8553"/>
                  </a:cubicBezTo>
                  <a:cubicBezTo>
                    <a:pt x="19614" y="7719"/>
                    <a:pt x="19347" y="6885"/>
                    <a:pt x="19214" y="5985"/>
                  </a:cubicBezTo>
                  <a:cubicBezTo>
                    <a:pt x="18847" y="4317"/>
                    <a:pt x="18480" y="2582"/>
                    <a:pt x="17513" y="2582"/>
                  </a:cubicBezTo>
                  <a:cubicBezTo>
                    <a:pt x="17246" y="2616"/>
                    <a:pt x="16979" y="2716"/>
                    <a:pt x="16745" y="2849"/>
                  </a:cubicBezTo>
                  <a:cubicBezTo>
                    <a:pt x="15811" y="3383"/>
                    <a:pt x="15178" y="4350"/>
                    <a:pt x="14644" y="5951"/>
                  </a:cubicBezTo>
                  <a:cubicBezTo>
                    <a:pt x="14310" y="7152"/>
                    <a:pt x="14044" y="8353"/>
                    <a:pt x="13810" y="9587"/>
                  </a:cubicBezTo>
                  <a:cubicBezTo>
                    <a:pt x="13310" y="12323"/>
                    <a:pt x="12809" y="14924"/>
                    <a:pt x="11141" y="15858"/>
                  </a:cubicBezTo>
                  <a:cubicBezTo>
                    <a:pt x="10875" y="16025"/>
                    <a:pt x="10541" y="16125"/>
                    <a:pt x="10207" y="16159"/>
                  </a:cubicBezTo>
                  <a:cubicBezTo>
                    <a:pt x="9440" y="16159"/>
                    <a:pt x="9040" y="15491"/>
                    <a:pt x="8773" y="14991"/>
                  </a:cubicBezTo>
                  <a:cubicBezTo>
                    <a:pt x="8573" y="14491"/>
                    <a:pt x="8406" y="14024"/>
                    <a:pt x="8239" y="13490"/>
                  </a:cubicBezTo>
                  <a:cubicBezTo>
                    <a:pt x="7839" y="12256"/>
                    <a:pt x="7439" y="10988"/>
                    <a:pt x="6505" y="10988"/>
                  </a:cubicBezTo>
                  <a:cubicBezTo>
                    <a:pt x="6471" y="10977"/>
                    <a:pt x="6438" y="10973"/>
                    <a:pt x="6405" y="10973"/>
                  </a:cubicBezTo>
                  <a:cubicBezTo>
                    <a:pt x="6338" y="10973"/>
                    <a:pt x="6271" y="10988"/>
                    <a:pt x="6205" y="10988"/>
                  </a:cubicBezTo>
                  <a:cubicBezTo>
                    <a:pt x="5971" y="11055"/>
                    <a:pt x="5738" y="11155"/>
                    <a:pt x="5537" y="11288"/>
                  </a:cubicBezTo>
                  <a:cubicBezTo>
                    <a:pt x="2035" y="13323"/>
                    <a:pt x="167" y="19828"/>
                    <a:pt x="34" y="20262"/>
                  </a:cubicBezTo>
                  <a:cubicBezTo>
                    <a:pt x="0" y="21462"/>
                    <a:pt x="34" y="22630"/>
                    <a:pt x="167" y="23797"/>
                  </a:cubicBezTo>
                  <a:lnTo>
                    <a:pt x="29655" y="6785"/>
                  </a:lnTo>
                  <a:cubicBezTo>
                    <a:pt x="29588" y="6285"/>
                    <a:pt x="29521" y="5684"/>
                    <a:pt x="29488" y="4951"/>
                  </a:cubicBezTo>
                  <a:lnTo>
                    <a:pt x="29455" y="1014"/>
                  </a:lnTo>
                  <a:cubicBezTo>
                    <a:pt x="29455" y="681"/>
                    <a:pt x="29421" y="381"/>
                    <a:pt x="29388" y="80"/>
                  </a:cubicBezTo>
                  <a:cubicBezTo>
                    <a:pt x="29290" y="32"/>
                    <a:pt x="29175" y="1"/>
                    <a:pt x="29067" y="1"/>
                  </a:cubicBezTo>
                  <a:close/>
                </a:path>
              </a:pathLst>
            </a:custGeom>
            <a:solidFill>
              <a:srgbClr val="6453C2">
                <a:alpha val="33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6">
              <a:extLst>
                <a:ext uri="{FF2B5EF4-FFF2-40B4-BE49-F238E27FC236}">
                  <a16:creationId xmlns:a16="http://schemas.microsoft.com/office/drawing/2014/main" id="{FA148BD7-FC10-0802-0093-85AEAE5E789F}"/>
                </a:ext>
              </a:extLst>
            </p:cNvPr>
            <p:cNvSpPr/>
            <p:nvPr/>
          </p:nvSpPr>
          <p:spPr>
            <a:xfrm>
              <a:off x="2648725" y="3039275"/>
              <a:ext cx="753075" cy="610475"/>
            </a:xfrm>
            <a:custGeom>
              <a:avLst/>
              <a:gdLst/>
              <a:ahLst/>
              <a:cxnLst/>
              <a:rect l="l" t="t" r="r" b="b"/>
              <a:pathLst>
                <a:path w="30123" h="24419" extrusionOk="0">
                  <a:moveTo>
                    <a:pt x="29188" y="1"/>
                  </a:moveTo>
                  <a:cubicBezTo>
                    <a:pt x="28788" y="34"/>
                    <a:pt x="28421" y="134"/>
                    <a:pt x="28054" y="368"/>
                  </a:cubicBezTo>
                  <a:cubicBezTo>
                    <a:pt x="25052" y="2136"/>
                    <a:pt x="26186" y="7339"/>
                    <a:pt x="22450" y="9508"/>
                  </a:cubicBezTo>
                  <a:cubicBezTo>
                    <a:pt x="22183" y="9674"/>
                    <a:pt x="21883" y="9775"/>
                    <a:pt x="21549" y="9775"/>
                  </a:cubicBezTo>
                  <a:cubicBezTo>
                    <a:pt x="20982" y="9775"/>
                    <a:pt x="20615" y="9374"/>
                    <a:pt x="20315" y="8707"/>
                  </a:cubicBezTo>
                  <a:cubicBezTo>
                    <a:pt x="19448" y="6739"/>
                    <a:pt x="19481" y="2636"/>
                    <a:pt x="17713" y="2636"/>
                  </a:cubicBezTo>
                  <a:cubicBezTo>
                    <a:pt x="17413" y="2636"/>
                    <a:pt x="17113" y="2736"/>
                    <a:pt x="16846" y="2903"/>
                  </a:cubicBezTo>
                  <a:cubicBezTo>
                    <a:pt x="15779" y="3537"/>
                    <a:pt x="15111" y="4738"/>
                    <a:pt x="14678" y="6139"/>
                  </a:cubicBezTo>
                  <a:cubicBezTo>
                    <a:pt x="13544" y="9674"/>
                    <a:pt x="13610" y="14578"/>
                    <a:pt x="11275" y="15912"/>
                  </a:cubicBezTo>
                  <a:cubicBezTo>
                    <a:pt x="11042" y="16079"/>
                    <a:pt x="10742" y="16179"/>
                    <a:pt x="10441" y="16179"/>
                  </a:cubicBezTo>
                  <a:cubicBezTo>
                    <a:pt x="9874" y="16179"/>
                    <a:pt x="9507" y="15779"/>
                    <a:pt x="9241" y="15145"/>
                  </a:cubicBezTo>
                  <a:cubicBezTo>
                    <a:pt x="8507" y="13644"/>
                    <a:pt x="8240" y="11009"/>
                    <a:pt x="6739" y="11009"/>
                  </a:cubicBezTo>
                  <a:cubicBezTo>
                    <a:pt x="6605" y="11009"/>
                    <a:pt x="6505" y="11009"/>
                    <a:pt x="6405" y="11042"/>
                  </a:cubicBezTo>
                  <a:cubicBezTo>
                    <a:pt x="6138" y="11109"/>
                    <a:pt x="5872" y="11209"/>
                    <a:pt x="5638" y="11342"/>
                  </a:cubicBezTo>
                  <a:cubicBezTo>
                    <a:pt x="1935" y="13511"/>
                    <a:pt x="34" y="20482"/>
                    <a:pt x="34" y="20482"/>
                  </a:cubicBezTo>
                  <a:cubicBezTo>
                    <a:pt x="1" y="21816"/>
                    <a:pt x="67" y="23117"/>
                    <a:pt x="201" y="24418"/>
                  </a:cubicBezTo>
                  <a:lnTo>
                    <a:pt x="634" y="24152"/>
                  </a:lnTo>
                  <a:cubicBezTo>
                    <a:pt x="601" y="24018"/>
                    <a:pt x="568" y="23851"/>
                    <a:pt x="568" y="23684"/>
                  </a:cubicBezTo>
                  <a:cubicBezTo>
                    <a:pt x="468" y="22650"/>
                    <a:pt x="434" y="21616"/>
                    <a:pt x="468" y="20549"/>
                  </a:cubicBezTo>
                  <a:cubicBezTo>
                    <a:pt x="634" y="19948"/>
                    <a:pt x="2502" y="13677"/>
                    <a:pt x="5838" y="11743"/>
                  </a:cubicBezTo>
                  <a:cubicBezTo>
                    <a:pt x="6038" y="11609"/>
                    <a:pt x="6272" y="11509"/>
                    <a:pt x="6472" y="11476"/>
                  </a:cubicBezTo>
                  <a:cubicBezTo>
                    <a:pt x="6572" y="11442"/>
                    <a:pt x="6639" y="11442"/>
                    <a:pt x="6705" y="11442"/>
                  </a:cubicBezTo>
                  <a:cubicBezTo>
                    <a:pt x="7473" y="11442"/>
                    <a:pt x="7873" y="12643"/>
                    <a:pt x="8240" y="13811"/>
                  </a:cubicBezTo>
                  <a:cubicBezTo>
                    <a:pt x="8407" y="14344"/>
                    <a:pt x="8573" y="14845"/>
                    <a:pt x="8807" y="15345"/>
                  </a:cubicBezTo>
                  <a:cubicBezTo>
                    <a:pt x="8940" y="15645"/>
                    <a:pt x="9407" y="16613"/>
                    <a:pt x="10408" y="16613"/>
                  </a:cubicBezTo>
                  <a:cubicBezTo>
                    <a:pt x="10775" y="16613"/>
                    <a:pt x="11142" y="16513"/>
                    <a:pt x="11476" y="16313"/>
                  </a:cubicBezTo>
                  <a:cubicBezTo>
                    <a:pt x="13243" y="15312"/>
                    <a:pt x="13744" y="12677"/>
                    <a:pt x="14244" y="9875"/>
                  </a:cubicBezTo>
                  <a:cubicBezTo>
                    <a:pt x="14444" y="8674"/>
                    <a:pt x="14745" y="7473"/>
                    <a:pt x="15078" y="6272"/>
                  </a:cubicBezTo>
                  <a:cubicBezTo>
                    <a:pt x="15578" y="4738"/>
                    <a:pt x="16212" y="3770"/>
                    <a:pt x="17046" y="3303"/>
                  </a:cubicBezTo>
                  <a:cubicBezTo>
                    <a:pt x="17246" y="3170"/>
                    <a:pt x="17480" y="3070"/>
                    <a:pt x="17713" y="3070"/>
                  </a:cubicBezTo>
                  <a:cubicBezTo>
                    <a:pt x="18514" y="3070"/>
                    <a:pt x="18881" y="4771"/>
                    <a:pt x="19214" y="6305"/>
                  </a:cubicBezTo>
                  <a:cubicBezTo>
                    <a:pt x="19348" y="7173"/>
                    <a:pt x="19581" y="8073"/>
                    <a:pt x="19915" y="8907"/>
                  </a:cubicBezTo>
                  <a:cubicBezTo>
                    <a:pt x="20315" y="9775"/>
                    <a:pt x="20849" y="10242"/>
                    <a:pt x="21549" y="10242"/>
                  </a:cubicBezTo>
                  <a:cubicBezTo>
                    <a:pt x="21950" y="10208"/>
                    <a:pt x="22317" y="10108"/>
                    <a:pt x="22650" y="9875"/>
                  </a:cubicBezTo>
                  <a:cubicBezTo>
                    <a:pt x="24785" y="8640"/>
                    <a:pt x="25452" y="6506"/>
                    <a:pt x="26053" y="4604"/>
                  </a:cubicBezTo>
                  <a:cubicBezTo>
                    <a:pt x="26553" y="3003"/>
                    <a:pt x="27020" y="1502"/>
                    <a:pt x="28288" y="735"/>
                  </a:cubicBezTo>
                  <a:cubicBezTo>
                    <a:pt x="28554" y="568"/>
                    <a:pt x="28855" y="468"/>
                    <a:pt x="29188" y="468"/>
                  </a:cubicBezTo>
                  <a:lnTo>
                    <a:pt x="29422" y="468"/>
                  </a:lnTo>
                  <a:cubicBezTo>
                    <a:pt x="29488" y="935"/>
                    <a:pt x="29488" y="1235"/>
                    <a:pt x="29488" y="1235"/>
                  </a:cubicBezTo>
                  <a:lnTo>
                    <a:pt x="29488" y="5205"/>
                  </a:lnTo>
                  <a:cubicBezTo>
                    <a:pt x="29522" y="5872"/>
                    <a:pt x="29555" y="6439"/>
                    <a:pt x="29622" y="6906"/>
                  </a:cubicBezTo>
                  <a:cubicBezTo>
                    <a:pt x="29622" y="7073"/>
                    <a:pt x="29655" y="7239"/>
                    <a:pt x="29689" y="7373"/>
                  </a:cubicBezTo>
                  <a:lnTo>
                    <a:pt x="30089" y="7139"/>
                  </a:lnTo>
                  <a:lnTo>
                    <a:pt x="30122" y="7173"/>
                  </a:lnTo>
                  <a:cubicBezTo>
                    <a:pt x="30022" y="6572"/>
                    <a:pt x="29989" y="5905"/>
                    <a:pt x="29955" y="5171"/>
                  </a:cubicBezTo>
                  <a:lnTo>
                    <a:pt x="29922" y="1235"/>
                  </a:lnTo>
                  <a:cubicBezTo>
                    <a:pt x="29922" y="902"/>
                    <a:pt x="29889" y="535"/>
                    <a:pt x="29822" y="168"/>
                  </a:cubicBezTo>
                  <a:cubicBezTo>
                    <a:pt x="29622" y="68"/>
                    <a:pt x="29422" y="1"/>
                    <a:pt x="291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>
              <a:extLst>
                <a:ext uri="{FF2B5EF4-FFF2-40B4-BE49-F238E27FC236}">
                  <a16:creationId xmlns:a16="http://schemas.microsoft.com/office/drawing/2014/main" id="{004740D0-9BF5-C504-5F95-9116D80E18EB}"/>
                </a:ext>
              </a:extLst>
            </p:cNvPr>
            <p:cNvSpPr/>
            <p:nvPr/>
          </p:nvSpPr>
          <p:spPr>
            <a:xfrm>
              <a:off x="2648725" y="2965550"/>
              <a:ext cx="753075" cy="684200"/>
            </a:xfrm>
            <a:custGeom>
              <a:avLst/>
              <a:gdLst/>
              <a:ahLst/>
              <a:cxnLst/>
              <a:rect l="l" t="t" r="r" b="b"/>
              <a:pathLst>
                <a:path w="30123" h="27368" extrusionOk="0">
                  <a:moveTo>
                    <a:pt x="27655" y="1"/>
                  </a:moveTo>
                  <a:cubicBezTo>
                    <a:pt x="27236" y="1"/>
                    <a:pt x="26740" y="143"/>
                    <a:pt x="26153" y="481"/>
                  </a:cubicBezTo>
                  <a:cubicBezTo>
                    <a:pt x="22250" y="2750"/>
                    <a:pt x="23351" y="9922"/>
                    <a:pt x="20549" y="11556"/>
                  </a:cubicBezTo>
                  <a:cubicBezTo>
                    <a:pt x="20235" y="11737"/>
                    <a:pt x="19968" y="11816"/>
                    <a:pt x="19737" y="11816"/>
                  </a:cubicBezTo>
                  <a:cubicBezTo>
                    <a:pt x="18226" y="11816"/>
                    <a:pt x="18206" y="8468"/>
                    <a:pt x="16322" y="8468"/>
                  </a:cubicBezTo>
                  <a:cubicBezTo>
                    <a:pt x="15946" y="8468"/>
                    <a:pt x="15496" y="8601"/>
                    <a:pt x="14945" y="8921"/>
                  </a:cubicBezTo>
                  <a:cubicBezTo>
                    <a:pt x="11209" y="11056"/>
                    <a:pt x="13077" y="15859"/>
                    <a:pt x="9341" y="18027"/>
                  </a:cubicBezTo>
                  <a:cubicBezTo>
                    <a:pt x="9004" y="18220"/>
                    <a:pt x="8712" y="18307"/>
                    <a:pt x="8458" y="18307"/>
                  </a:cubicBezTo>
                  <a:cubicBezTo>
                    <a:pt x="6154" y="18307"/>
                    <a:pt x="6925" y="11168"/>
                    <a:pt x="4630" y="11168"/>
                  </a:cubicBezTo>
                  <a:cubicBezTo>
                    <a:pt x="4373" y="11168"/>
                    <a:pt x="4078" y="11258"/>
                    <a:pt x="3737" y="11456"/>
                  </a:cubicBezTo>
                  <a:cubicBezTo>
                    <a:pt x="1" y="13624"/>
                    <a:pt x="34" y="18961"/>
                    <a:pt x="34" y="21463"/>
                  </a:cubicBezTo>
                  <a:lnTo>
                    <a:pt x="34" y="23431"/>
                  </a:lnTo>
                  <a:cubicBezTo>
                    <a:pt x="1" y="24765"/>
                    <a:pt x="67" y="26066"/>
                    <a:pt x="201" y="27367"/>
                  </a:cubicBezTo>
                  <a:lnTo>
                    <a:pt x="30122" y="10122"/>
                  </a:lnTo>
                  <a:cubicBezTo>
                    <a:pt x="30022" y="9521"/>
                    <a:pt x="29955" y="8854"/>
                    <a:pt x="29922" y="8120"/>
                  </a:cubicBezTo>
                  <a:lnTo>
                    <a:pt x="29922" y="4184"/>
                  </a:lnTo>
                  <a:cubicBezTo>
                    <a:pt x="29922" y="4184"/>
                    <a:pt x="29922" y="1"/>
                    <a:pt x="27655" y="1"/>
                  </a:cubicBezTo>
                  <a:close/>
                </a:path>
              </a:pathLst>
            </a:custGeom>
            <a:solidFill>
              <a:srgbClr val="6453C2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>
              <a:extLst>
                <a:ext uri="{FF2B5EF4-FFF2-40B4-BE49-F238E27FC236}">
                  <a16:creationId xmlns:a16="http://schemas.microsoft.com/office/drawing/2014/main" id="{36BF5F73-421E-3F95-C6FD-AAA265D5DBDE}"/>
                </a:ext>
              </a:extLst>
            </p:cNvPr>
            <p:cNvSpPr/>
            <p:nvPr/>
          </p:nvSpPr>
          <p:spPr>
            <a:xfrm>
              <a:off x="2611200" y="3262450"/>
              <a:ext cx="803925" cy="463175"/>
            </a:xfrm>
            <a:custGeom>
              <a:avLst/>
              <a:gdLst/>
              <a:ahLst/>
              <a:cxnLst/>
              <a:rect l="l" t="t" r="r" b="b"/>
              <a:pathLst>
                <a:path w="32157" h="18527" extrusionOk="0">
                  <a:moveTo>
                    <a:pt x="31949" y="1"/>
                  </a:moveTo>
                  <a:cubicBezTo>
                    <a:pt x="31928" y="1"/>
                    <a:pt x="31908" y="5"/>
                    <a:pt x="31890" y="14"/>
                  </a:cubicBezTo>
                  <a:lnTo>
                    <a:pt x="101" y="18227"/>
                  </a:lnTo>
                  <a:cubicBezTo>
                    <a:pt x="34" y="18260"/>
                    <a:pt x="1" y="18360"/>
                    <a:pt x="34" y="18460"/>
                  </a:cubicBezTo>
                  <a:cubicBezTo>
                    <a:pt x="67" y="18494"/>
                    <a:pt x="101" y="18527"/>
                    <a:pt x="167" y="18527"/>
                  </a:cubicBezTo>
                  <a:cubicBezTo>
                    <a:pt x="201" y="18527"/>
                    <a:pt x="234" y="18527"/>
                    <a:pt x="234" y="18494"/>
                  </a:cubicBezTo>
                  <a:lnTo>
                    <a:pt x="32057" y="280"/>
                  </a:lnTo>
                  <a:cubicBezTo>
                    <a:pt x="32124" y="247"/>
                    <a:pt x="32157" y="147"/>
                    <a:pt x="32090" y="80"/>
                  </a:cubicBezTo>
                  <a:cubicBezTo>
                    <a:pt x="32066" y="31"/>
                    <a:pt x="32006" y="1"/>
                    <a:pt x="319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>
              <a:extLst>
                <a:ext uri="{FF2B5EF4-FFF2-40B4-BE49-F238E27FC236}">
                  <a16:creationId xmlns:a16="http://schemas.microsoft.com/office/drawing/2014/main" id="{8270E58F-05B2-3E8A-6DDE-37F38439A8A4}"/>
                </a:ext>
              </a:extLst>
            </p:cNvPr>
            <p:cNvSpPr/>
            <p:nvPr/>
          </p:nvSpPr>
          <p:spPr>
            <a:xfrm>
              <a:off x="2739625" y="3262775"/>
              <a:ext cx="7525" cy="15050"/>
            </a:xfrm>
            <a:custGeom>
              <a:avLst/>
              <a:gdLst/>
              <a:ahLst/>
              <a:cxnLst/>
              <a:rect l="l" t="t" r="r" b="b"/>
              <a:pathLst>
                <a:path w="301" h="602" extrusionOk="0">
                  <a:moveTo>
                    <a:pt x="134" y="1"/>
                  </a:moveTo>
                  <a:cubicBezTo>
                    <a:pt x="67" y="1"/>
                    <a:pt x="1" y="67"/>
                    <a:pt x="1" y="134"/>
                  </a:cubicBezTo>
                  <a:lnTo>
                    <a:pt x="1" y="468"/>
                  </a:lnTo>
                  <a:cubicBezTo>
                    <a:pt x="1" y="534"/>
                    <a:pt x="67" y="601"/>
                    <a:pt x="167" y="601"/>
                  </a:cubicBezTo>
                  <a:cubicBezTo>
                    <a:pt x="234" y="601"/>
                    <a:pt x="301" y="534"/>
                    <a:pt x="301" y="468"/>
                  </a:cubicBezTo>
                  <a:lnTo>
                    <a:pt x="301" y="134"/>
                  </a:lnTo>
                  <a:cubicBezTo>
                    <a:pt x="301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>
              <a:extLst>
                <a:ext uri="{FF2B5EF4-FFF2-40B4-BE49-F238E27FC236}">
                  <a16:creationId xmlns:a16="http://schemas.microsoft.com/office/drawing/2014/main" id="{8F3D6970-B7E0-310C-FC40-9D72FC9840C0}"/>
                </a:ext>
              </a:extLst>
            </p:cNvPr>
            <p:cNvSpPr/>
            <p:nvPr/>
          </p:nvSpPr>
          <p:spPr>
            <a:xfrm>
              <a:off x="2739625" y="3285300"/>
              <a:ext cx="9200" cy="291900"/>
            </a:xfrm>
            <a:custGeom>
              <a:avLst/>
              <a:gdLst/>
              <a:ahLst/>
              <a:cxnLst/>
              <a:rect l="l" t="t" r="r" b="b"/>
              <a:pathLst>
                <a:path w="368" h="11676" extrusionOk="0">
                  <a:moveTo>
                    <a:pt x="167" y="0"/>
                  </a:moveTo>
                  <a:cubicBezTo>
                    <a:pt x="67" y="0"/>
                    <a:pt x="1" y="67"/>
                    <a:pt x="1" y="167"/>
                  </a:cubicBezTo>
                  <a:lnTo>
                    <a:pt x="1" y="767"/>
                  </a:lnTo>
                  <a:cubicBezTo>
                    <a:pt x="1" y="834"/>
                    <a:pt x="67" y="901"/>
                    <a:pt x="134" y="901"/>
                  </a:cubicBezTo>
                  <a:cubicBezTo>
                    <a:pt x="148" y="905"/>
                    <a:pt x="161" y="908"/>
                    <a:pt x="173" y="908"/>
                  </a:cubicBezTo>
                  <a:cubicBezTo>
                    <a:pt x="251" y="908"/>
                    <a:pt x="301" y="825"/>
                    <a:pt x="301" y="767"/>
                  </a:cubicBezTo>
                  <a:lnTo>
                    <a:pt x="301" y="167"/>
                  </a:lnTo>
                  <a:cubicBezTo>
                    <a:pt x="301" y="67"/>
                    <a:pt x="234" y="0"/>
                    <a:pt x="167" y="0"/>
                  </a:cubicBezTo>
                  <a:close/>
                  <a:moveTo>
                    <a:pt x="151" y="1209"/>
                  </a:moveTo>
                  <a:cubicBezTo>
                    <a:pt x="84" y="1209"/>
                    <a:pt x="17" y="1251"/>
                    <a:pt x="1" y="1335"/>
                  </a:cubicBezTo>
                  <a:lnTo>
                    <a:pt x="1" y="1935"/>
                  </a:lnTo>
                  <a:cubicBezTo>
                    <a:pt x="1" y="2035"/>
                    <a:pt x="67" y="2102"/>
                    <a:pt x="134" y="2102"/>
                  </a:cubicBezTo>
                  <a:cubicBezTo>
                    <a:pt x="234" y="2102"/>
                    <a:pt x="301" y="2035"/>
                    <a:pt x="301" y="1968"/>
                  </a:cubicBezTo>
                  <a:lnTo>
                    <a:pt x="301" y="1335"/>
                  </a:lnTo>
                  <a:cubicBezTo>
                    <a:pt x="284" y="1251"/>
                    <a:pt x="217" y="1209"/>
                    <a:pt x="151" y="1209"/>
                  </a:cubicBezTo>
                  <a:close/>
                  <a:moveTo>
                    <a:pt x="134" y="2402"/>
                  </a:moveTo>
                  <a:cubicBezTo>
                    <a:pt x="67" y="2402"/>
                    <a:pt x="1" y="2469"/>
                    <a:pt x="1" y="2535"/>
                  </a:cubicBezTo>
                  <a:lnTo>
                    <a:pt x="1" y="3136"/>
                  </a:lnTo>
                  <a:cubicBezTo>
                    <a:pt x="1" y="3236"/>
                    <a:pt x="67" y="3303"/>
                    <a:pt x="134" y="3303"/>
                  </a:cubicBezTo>
                  <a:cubicBezTo>
                    <a:pt x="234" y="3303"/>
                    <a:pt x="301" y="3236"/>
                    <a:pt x="301" y="3136"/>
                  </a:cubicBezTo>
                  <a:lnTo>
                    <a:pt x="301" y="2535"/>
                  </a:lnTo>
                  <a:cubicBezTo>
                    <a:pt x="301" y="2469"/>
                    <a:pt x="234" y="2402"/>
                    <a:pt x="134" y="2402"/>
                  </a:cubicBezTo>
                  <a:close/>
                  <a:moveTo>
                    <a:pt x="151" y="3586"/>
                  </a:moveTo>
                  <a:cubicBezTo>
                    <a:pt x="76" y="3586"/>
                    <a:pt x="1" y="3636"/>
                    <a:pt x="1" y="3736"/>
                  </a:cubicBezTo>
                  <a:lnTo>
                    <a:pt x="1" y="4337"/>
                  </a:lnTo>
                  <a:cubicBezTo>
                    <a:pt x="1" y="4437"/>
                    <a:pt x="67" y="4503"/>
                    <a:pt x="134" y="4503"/>
                  </a:cubicBezTo>
                  <a:cubicBezTo>
                    <a:pt x="234" y="4503"/>
                    <a:pt x="301" y="4437"/>
                    <a:pt x="301" y="4337"/>
                  </a:cubicBezTo>
                  <a:lnTo>
                    <a:pt x="301" y="3736"/>
                  </a:lnTo>
                  <a:cubicBezTo>
                    <a:pt x="301" y="3636"/>
                    <a:pt x="226" y="3586"/>
                    <a:pt x="151" y="3586"/>
                  </a:cubicBezTo>
                  <a:close/>
                  <a:moveTo>
                    <a:pt x="151" y="4787"/>
                  </a:moveTo>
                  <a:cubicBezTo>
                    <a:pt x="76" y="4787"/>
                    <a:pt x="1" y="4837"/>
                    <a:pt x="1" y="4937"/>
                  </a:cubicBezTo>
                  <a:lnTo>
                    <a:pt x="1" y="5538"/>
                  </a:lnTo>
                  <a:cubicBezTo>
                    <a:pt x="1" y="5638"/>
                    <a:pt x="67" y="5704"/>
                    <a:pt x="134" y="5704"/>
                  </a:cubicBezTo>
                  <a:cubicBezTo>
                    <a:pt x="234" y="5704"/>
                    <a:pt x="301" y="5638"/>
                    <a:pt x="301" y="5538"/>
                  </a:cubicBezTo>
                  <a:lnTo>
                    <a:pt x="301" y="4937"/>
                  </a:lnTo>
                  <a:cubicBezTo>
                    <a:pt x="301" y="4837"/>
                    <a:pt x="226" y="4787"/>
                    <a:pt x="151" y="4787"/>
                  </a:cubicBezTo>
                  <a:close/>
                  <a:moveTo>
                    <a:pt x="151" y="5988"/>
                  </a:moveTo>
                  <a:cubicBezTo>
                    <a:pt x="84" y="5988"/>
                    <a:pt x="17" y="6038"/>
                    <a:pt x="1" y="6138"/>
                  </a:cubicBezTo>
                  <a:lnTo>
                    <a:pt x="1" y="6738"/>
                  </a:lnTo>
                  <a:cubicBezTo>
                    <a:pt x="1" y="6805"/>
                    <a:pt x="67" y="6872"/>
                    <a:pt x="134" y="6872"/>
                  </a:cubicBezTo>
                  <a:cubicBezTo>
                    <a:pt x="148" y="6876"/>
                    <a:pt x="161" y="6878"/>
                    <a:pt x="173" y="6878"/>
                  </a:cubicBezTo>
                  <a:cubicBezTo>
                    <a:pt x="251" y="6878"/>
                    <a:pt x="301" y="6796"/>
                    <a:pt x="301" y="6738"/>
                  </a:cubicBezTo>
                  <a:lnTo>
                    <a:pt x="301" y="6138"/>
                  </a:lnTo>
                  <a:cubicBezTo>
                    <a:pt x="284" y="6038"/>
                    <a:pt x="217" y="5988"/>
                    <a:pt x="151" y="5988"/>
                  </a:cubicBezTo>
                  <a:close/>
                  <a:moveTo>
                    <a:pt x="167" y="7172"/>
                  </a:moveTo>
                  <a:cubicBezTo>
                    <a:pt x="67" y="7172"/>
                    <a:pt x="1" y="7239"/>
                    <a:pt x="1" y="7339"/>
                  </a:cubicBezTo>
                  <a:lnTo>
                    <a:pt x="1" y="7939"/>
                  </a:lnTo>
                  <a:cubicBezTo>
                    <a:pt x="1" y="8006"/>
                    <a:pt x="67" y="8073"/>
                    <a:pt x="134" y="8073"/>
                  </a:cubicBezTo>
                  <a:lnTo>
                    <a:pt x="167" y="8073"/>
                  </a:lnTo>
                  <a:cubicBezTo>
                    <a:pt x="234" y="8073"/>
                    <a:pt x="301" y="8006"/>
                    <a:pt x="301" y="7939"/>
                  </a:cubicBezTo>
                  <a:lnTo>
                    <a:pt x="301" y="7339"/>
                  </a:lnTo>
                  <a:cubicBezTo>
                    <a:pt x="301" y="7239"/>
                    <a:pt x="234" y="7172"/>
                    <a:pt x="167" y="7172"/>
                  </a:cubicBezTo>
                  <a:close/>
                  <a:moveTo>
                    <a:pt x="134" y="8373"/>
                  </a:moveTo>
                  <a:cubicBezTo>
                    <a:pt x="67" y="8373"/>
                    <a:pt x="1" y="8440"/>
                    <a:pt x="1" y="8540"/>
                  </a:cubicBezTo>
                  <a:lnTo>
                    <a:pt x="1" y="9140"/>
                  </a:lnTo>
                  <a:cubicBezTo>
                    <a:pt x="1" y="9207"/>
                    <a:pt x="67" y="9274"/>
                    <a:pt x="134" y="9274"/>
                  </a:cubicBezTo>
                  <a:cubicBezTo>
                    <a:pt x="234" y="9274"/>
                    <a:pt x="301" y="9207"/>
                    <a:pt x="301" y="9140"/>
                  </a:cubicBezTo>
                  <a:lnTo>
                    <a:pt x="301" y="8540"/>
                  </a:lnTo>
                  <a:cubicBezTo>
                    <a:pt x="301" y="8440"/>
                    <a:pt x="234" y="8373"/>
                    <a:pt x="134" y="8373"/>
                  </a:cubicBezTo>
                  <a:close/>
                  <a:moveTo>
                    <a:pt x="134" y="9574"/>
                  </a:moveTo>
                  <a:cubicBezTo>
                    <a:pt x="67" y="9574"/>
                    <a:pt x="1" y="9640"/>
                    <a:pt x="1" y="9741"/>
                  </a:cubicBezTo>
                  <a:lnTo>
                    <a:pt x="1" y="10341"/>
                  </a:lnTo>
                  <a:cubicBezTo>
                    <a:pt x="1" y="10408"/>
                    <a:pt x="67" y="10474"/>
                    <a:pt x="134" y="10474"/>
                  </a:cubicBezTo>
                  <a:cubicBezTo>
                    <a:pt x="234" y="10474"/>
                    <a:pt x="301" y="10408"/>
                    <a:pt x="301" y="10308"/>
                  </a:cubicBezTo>
                  <a:lnTo>
                    <a:pt x="301" y="9741"/>
                  </a:lnTo>
                  <a:cubicBezTo>
                    <a:pt x="301" y="9640"/>
                    <a:pt x="234" y="9574"/>
                    <a:pt x="134" y="9574"/>
                  </a:cubicBezTo>
                  <a:close/>
                  <a:moveTo>
                    <a:pt x="205" y="10766"/>
                  </a:moveTo>
                  <a:cubicBezTo>
                    <a:pt x="192" y="10766"/>
                    <a:pt x="179" y="10769"/>
                    <a:pt x="167" y="10775"/>
                  </a:cubicBezTo>
                  <a:cubicBezTo>
                    <a:pt x="67" y="10775"/>
                    <a:pt x="1" y="10841"/>
                    <a:pt x="1" y="10941"/>
                  </a:cubicBezTo>
                  <a:cubicBezTo>
                    <a:pt x="34" y="11108"/>
                    <a:pt x="67" y="11342"/>
                    <a:pt x="67" y="11542"/>
                  </a:cubicBezTo>
                  <a:cubicBezTo>
                    <a:pt x="67" y="11609"/>
                    <a:pt x="134" y="11675"/>
                    <a:pt x="234" y="11675"/>
                  </a:cubicBezTo>
                  <a:cubicBezTo>
                    <a:pt x="334" y="11675"/>
                    <a:pt x="368" y="11575"/>
                    <a:pt x="368" y="11508"/>
                  </a:cubicBezTo>
                  <a:cubicBezTo>
                    <a:pt x="368" y="11308"/>
                    <a:pt x="334" y="11108"/>
                    <a:pt x="334" y="10908"/>
                  </a:cubicBezTo>
                  <a:cubicBezTo>
                    <a:pt x="334" y="10826"/>
                    <a:pt x="266" y="10766"/>
                    <a:pt x="205" y="107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6">
              <a:extLst>
                <a:ext uri="{FF2B5EF4-FFF2-40B4-BE49-F238E27FC236}">
                  <a16:creationId xmlns:a16="http://schemas.microsoft.com/office/drawing/2014/main" id="{25055C0A-728D-9F5A-A5D4-AC4A00FC5CC7}"/>
                </a:ext>
              </a:extLst>
            </p:cNvPr>
            <p:cNvSpPr/>
            <p:nvPr/>
          </p:nvSpPr>
          <p:spPr>
            <a:xfrm>
              <a:off x="2742525" y="3584025"/>
              <a:ext cx="8800" cy="15675"/>
            </a:xfrm>
            <a:custGeom>
              <a:avLst/>
              <a:gdLst/>
              <a:ahLst/>
              <a:cxnLst/>
              <a:rect l="l" t="t" r="r" b="b"/>
              <a:pathLst>
                <a:path w="352" h="627" extrusionOk="0">
                  <a:moveTo>
                    <a:pt x="159" y="1"/>
                  </a:moveTo>
                  <a:cubicBezTo>
                    <a:pt x="78" y="1"/>
                    <a:pt x="0" y="68"/>
                    <a:pt x="18" y="193"/>
                  </a:cubicBezTo>
                  <a:lnTo>
                    <a:pt x="51" y="493"/>
                  </a:lnTo>
                  <a:cubicBezTo>
                    <a:pt x="51" y="560"/>
                    <a:pt x="118" y="627"/>
                    <a:pt x="218" y="627"/>
                  </a:cubicBezTo>
                  <a:cubicBezTo>
                    <a:pt x="318" y="627"/>
                    <a:pt x="352" y="527"/>
                    <a:pt x="352" y="460"/>
                  </a:cubicBezTo>
                  <a:lnTo>
                    <a:pt x="318" y="160"/>
                  </a:lnTo>
                  <a:cubicBezTo>
                    <a:pt x="303" y="51"/>
                    <a:pt x="230" y="1"/>
                    <a:pt x="1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6">
              <a:extLst>
                <a:ext uri="{FF2B5EF4-FFF2-40B4-BE49-F238E27FC236}">
                  <a16:creationId xmlns:a16="http://schemas.microsoft.com/office/drawing/2014/main" id="{9842F3F8-D1B7-DEC2-5A16-A66A88152953}"/>
                </a:ext>
              </a:extLst>
            </p:cNvPr>
            <p:cNvSpPr/>
            <p:nvPr/>
          </p:nvSpPr>
          <p:spPr>
            <a:xfrm>
              <a:off x="3299200" y="2973400"/>
              <a:ext cx="8350" cy="15875"/>
            </a:xfrm>
            <a:custGeom>
              <a:avLst/>
              <a:gdLst/>
              <a:ahLst/>
              <a:cxnLst/>
              <a:rect l="l" t="t" r="r" b="b"/>
              <a:pathLst>
                <a:path w="334" h="635" extrusionOk="0">
                  <a:moveTo>
                    <a:pt x="167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468"/>
                  </a:lnTo>
                  <a:cubicBezTo>
                    <a:pt x="0" y="568"/>
                    <a:pt x="67" y="634"/>
                    <a:pt x="167" y="634"/>
                  </a:cubicBezTo>
                  <a:cubicBezTo>
                    <a:pt x="267" y="634"/>
                    <a:pt x="334" y="568"/>
                    <a:pt x="334" y="468"/>
                  </a:cubicBezTo>
                  <a:lnTo>
                    <a:pt x="334" y="167"/>
                  </a:lnTo>
                  <a:cubicBezTo>
                    <a:pt x="334" y="67"/>
                    <a:pt x="267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>
              <a:extLst>
                <a:ext uri="{FF2B5EF4-FFF2-40B4-BE49-F238E27FC236}">
                  <a16:creationId xmlns:a16="http://schemas.microsoft.com/office/drawing/2014/main" id="{DFBE3E34-548D-72AA-F042-653870568595}"/>
                </a:ext>
              </a:extLst>
            </p:cNvPr>
            <p:cNvSpPr/>
            <p:nvPr/>
          </p:nvSpPr>
          <p:spPr>
            <a:xfrm>
              <a:off x="3299600" y="2997175"/>
              <a:ext cx="10450" cy="290650"/>
            </a:xfrm>
            <a:custGeom>
              <a:avLst/>
              <a:gdLst/>
              <a:ahLst/>
              <a:cxnLst/>
              <a:rect l="l" t="t" r="r" b="b"/>
              <a:pathLst>
                <a:path w="418" h="11626" extrusionOk="0">
                  <a:moveTo>
                    <a:pt x="168" y="0"/>
                  </a:moveTo>
                  <a:cubicBezTo>
                    <a:pt x="101" y="0"/>
                    <a:pt x="34" y="50"/>
                    <a:pt x="18" y="150"/>
                  </a:cubicBezTo>
                  <a:lnTo>
                    <a:pt x="18" y="718"/>
                  </a:lnTo>
                  <a:cubicBezTo>
                    <a:pt x="18" y="781"/>
                    <a:pt x="78" y="874"/>
                    <a:pt x="169" y="884"/>
                  </a:cubicBezTo>
                  <a:lnTo>
                    <a:pt x="169" y="884"/>
                  </a:lnTo>
                  <a:cubicBezTo>
                    <a:pt x="259" y="876"/>
                    <a:pt x="318" y="813"/>
                    <a:pt x="318" y="751"/>
                  </a:cubicBezTo>
                  <a:lnTo>
                    <a:pt x="318" y="150"/>
                  </a:lnTo>
                  <a:cubicBezTo>
                    <a:pt x="301" y="50"/>
                    <a:pt x="234" y="0"/>
                    <a:pt x="168" y="0"/>
                  </a:cubicBezTo>
                  <a:close/>
                  <a:moveTo>
                    <a:pt x="169" y="884"/>
                  </a:moveTo>
                  <a:cubicBezTo>
                    <a:pt x="163" y="884"/>
                    <a:pt x="157" y="884"/>
                    <a:pt x="151" y="884"/>
                  </a:cubicBezTo>
                  <a:lnTo>
                    <a:pt x="184" y="884"/>
                  </a:lnTo>
                  <a:cubicBezTo>
                    <a:pt x="179" y="884"/>
                    <a:pt x="174" y="884"/>
                    <a:pt x="169" y="884"/>
                  </a:cubicBezTo>
                  <a:close/>
                  <a:moveTo>
                    <a:pt x="168" y="1168"/>
                  </a:moveTo>
                  <a:cubicBezTo>
                    <a:pt x="93" y="1168"/>
                    <a:pt x="18" y="1218"/>
                    <a:pt x="18" y="1318"/>
                  </a:cubicBezTo>
                  <a:lnTo>
                    <a:pt x="18" y="1918"/>
                  </a:lnTo>
                  <a:cubicBezTo>
                    <a:pt x="18" y="1976"/>
                    <a:pt x="67" y="2058"/>
                    <a:pt x="145" y="2058"/>
                  </a:cubicBezTo>
                  <a:cubicBezTo>
                    <a:pt x="158" y="2058"/>
                    <a:pt x="171" y="2056"/>
                    <a:pt x="184" y="2052"/>
                  </a:cubicBezTo>
                  <a:lnTo>
                    <a:pt x="184" y="2052"/>
                  </a:lnTo>
                  <a:lnTo>
                    <a:pt x="151" y="2085"/>
                  </a:lnTo>
                  <a:cubicBezTo>
                    <a:pt x="251" y="2085"/>
                    <a:pt x="318" y="2018"/>
                    <a:pt x="318" y="1918"/>
                  </a:cubicBezTo>
                  <a:lnTo>
                    <a:pt x="318" y="1318"/>
                  </a:lnTo>
                  <a:cubicBezTo>
                    <a:pt x="318" y="1218"/>
                    <a:pt x="243" y="1168"/>
                    <a:pt x="168" y="1168"/>
                  </a:cubicBezTo>
                  <a:close/>
                  <a:moveTo>
                    <a:pt x="151" y="2352"/>
                  </a:moveTo>
                  <a:cubicBezTo>
                    <a:pt x="84" y="2352"/>
                    <a:pt x="18" y="2419"/>
                    <a:pt x="18" y="2519"/>
                  </a:cubicBezTo>
                  <a:lnTo>
                    <a:pt x="18" y="3119"/>
                  </a:lnTo>
                  <a:cubicBezTo>
                    <a:pt x="18" y="3186"/>
                    <a:pt x="84" y="3253"/>
                    <a:pt x="184" y="3253"/>
                  </a:cubicBezTo>
                  <a:lnTo>
                    <a:pt x="151" y="3253"/>
                  </a:lnTo>
                  <a:cubicBezTo>
                    <a:pt x="165" y="3257"/>
                    <a:pt x="178" y="3259"/>
                    <a:pt x="190" y="3259"/>
                  </a:cubicBezTo>
                  <a:cubicBezTo>
                    <a:pt x="268" y="3259"/>
                    <a:pt x="318" y="3177"/>
                    <a:pt x="318" y="3119"/>
                  </a:cubicBezTo>
                  <a:lnTo>
                    <a:pt x="318" y="2519"/>
                  </a:lnTo>
                  <a:cubicBezTo>
                    <a:pt x="318" y="2419"/>
                    <a:pt x="251" y="2352"/>
                    <a:pt x="151" y="2352"/>
                  </a:cubicBezTo>
                  <a:close/>
                  <a:moveTo>
                    <a:pt x="168" y="3570"/>
                  </a:moveTo>
                  <a:cubicBezTo>
                    <a:pt x="84" y="3570"/>
                    <a:pt x="1" y="3620"/>
                    <a:pt x="18" y="3720"/>
                  </a:cubicBezTo>
                  <a:lnTo>
                    <a:pt x="18" y="4287"/>
                  </a:lnTo>
                  <a:cubicBezTo>
                    <a:pt x="18" y="4387"/>
                    <a:pt x="84" y="4454"/>
                    <a:pt x="184" y="4454"/>
                  </a:cubicBezTo>
                  <a:lnTo>
                    <a:pt x="151" y="4454"/>
                  </a:lnTo>
                  <a:cubicBezTo>
                    <a:pt x="165" y="4458"/>
                    <a:pt x="178" y="4460"/>
                    <a:pt x="190" y="4460"/>
                  </a:cubicBezTo>
                  <a:cubicBezTo>
                    <a:pt x="268" y="4460"/>
                    <a:pt x="318" y="4378"/>
                    <a:pt x="318" y="4320"/>
                  </a:cubicBezTo>
                  <a:lnTo>
                    <a:pt x="318" y="3720"/>
                  </a:lnTo>
                  <a:cubicBezTo>
                    <a:pt x="335" y="3620"/>
                    <a:pt x="251" y="3570"/>
                    <a:pt x="168" y="3570"/>
                  </a:cubicBezTo>
                  <a:close/>
                  <a:moveTo>
                    <a:pt x="168" y="4762"/>
                  </a:moveTo>
                  <a:cubicBezTo>
                    <a:pt x="101" y="4762"/>
                    <a:pt x="34" y="4804"/>
                    <a:pt x="18" y="4887"/>
                  </a:cubicBezTo>
                  <a:lnTo>
                    <a:pt x="18" y="5488"/>
                  </a:lnTo>
                  <a:cubicBezTo>
                    <a:pt x="18" y="5582"/>
                    <a:pt x="77" y="5647"/>
                    <a:pt x="168" y="5654"/>
                  </a:cubicBezTo>
                  <a:lnTo>
                    <a:pt x="168" y="5654"/>
                  </a:lnTo>
                  <a:cubicBezTo>
                    <a:pt x="258" y="5647"/>
                    <a:pt x="318" y="5582"/>
                    <a:pt x="318" y="5488"/>
                  </a:cubicBezTo>
                  <a:lnTo>
                    <a:pt x="318" y="4887"/>
                  </a:lnTo>
                  <a:cubicBezTo>
                    <a:pt x="301" y="4804"/>
                    <a:pt x="234" y="4762"/>
                    <a:pt x="168" y="4762"/>
                  </a:cubicBezTo>
                  <a:close/>
                  <a:moveTo>
                    <a:pt x="168" y="5654"/>
                  </a:moveTo>
                  <a:lnTo>
                    <a:pt x="168" y="5654"/>
                  </a:lnTo>
                  <a:cubicBezTo>
                    <a:pt x="162" y="5654"/>
                    <a:pt x="157" y="5654"/>
                    <a:pt x="151" y="5654"/>
                  </a:cubicBezTo>
                  <a:lnTo>
                    <a:pt x="184" y="5654"/>
                  </a:lnTo>
                  <a:cubicBezTo>
                    <a:pt x="179" y="5654"/>
                    <a:pt x="173" y="5654"/>
                    <a:pt x="168" y="5654"/>
                  </a:cubicBezTo>
                  <a:close/>
                  <a:moveTo>
                    <a:pt x="168" y="5938"/>
                  </a:moveTo>
                  <a:cubicBezTo>
                    <a:pt x="93" y="5938"/>
                    <a:pt x="18" y="5988"/>
                    <a:pt x="18" y="6088"/>
                  </a:cubicBezTo>
                  <a:lnTo>
                    <a:pt x="18" y="6688"/>
                  </a:lnTo>
                  <a:cubicBezTo>
                    <a:pt x="18" y="6783"/>
                    <a:pt x="77" y="6848"/>
                    <a:pt x="168" y="6855"/>
                  </a:cubicBezTo>
                  <a:lnTo>
                    <a:pt x="168" y="6855"/>
                  </a:lnTo>
                  <a:cubicBezTo>
                    <a:pt x="258" y="6848"/>
                    <a:pt x="318" y="6783"/>
                    <a:pt x="318" y="6688"/>
                  </a:cubicBezTo>
                  <a:lnTo>
                    <a:pt x="318" y="6088"/>
                  </a:lnTo>
                  <a:cubicBezTo>
                    <a:pt x="318" y="5988"/>
                    <a:pt x="243" y="5938"/>
                    <a:pt x="168" y="5938"/>
                  </a:cubicBezTo>
                  <a:close/>
                  <a:moveTo>
                    <a:pt x="168" y="6855"/>
                  </a:moveTo>
                  <a:lnTo>
                    <a:pt x="168" y="6855"/>
                  </a:lnTo>
                  <a:cubicBezTo>
                    <a:pt x="162" y="6855"/>
                    <a:pt x="157" y="6855"/>
                    <a:pt x="151" y="6855"/>
                  </a:cubicBezTo>
                  <a:lnTo>
                    <a:pt x="184" y="6855"/>
                  </a:lnTo>
                  <a:cubicBezTo>
                    <a:pt x="179" y="6855"/>
                    <a:pt x="173" y="6855"/>
                    <a:pt x="168" y="6855"/>
                  </a:cubicBezTo>
                  <a:close/>
                  <a:moveTo>
                    <a:pt x="151" y="7122"/>
                  </a:moveTo>
                  <a:cubicBezTo>
                    <a:pt x="84" y="7155"/>
                    <a:pt x="18" y="7222"/>
                    <a:pt x="18" y="7289"/>
                  </a:cubicBezTo>
                  <a:lnTo>
                    <a:pt x="18" y="7889"/>
                  </a:lnTo>
                  <a:cubicBezTo>
                    <a:pt x="18" y="7989"/>
                    <a:pt x="84" y="8056"/>
                    <a:pt x="184" y="8056"/>
                  </a:cubicBezTo>
                  <a:cubicBezTo>
                    <a:pt x="251" y="8056"/>
                    <a:pt x="318" y="7989"/>
                    <a:pt x="318" y="7889"/>
                  </a:cubicBezTo>
                  <a:lnTo>
                    <a:pt x="318" y="7289"/>
                  </a:lnTo>
                  <a:cubicBezTo>
                    <a:pt x="318" y="7222"/>
                    <a:pt x="251" y="7122"/>
                    <a:pt x="151" y="7122"/>
                  </a:cubicBezTo>
                  <a:close/>
                  <a:moveTo>
                    <a:pt x="184" y="8323"/>
                  </a:moveTo>
                  <a:cubicBezTo>
                    <a:pt x="84" y="8323"/>
                    <a:pt x="18" y="8390"/>
                    <a:pt x="18" y="8490"/>
                  </a:cubicBezTo>
                  <a:lnTo>
                    <a:pt x="18" y="9090"/>
                  </a:lnTo>
                  <a:cubicBezTo>
                    <a:pt x="18" y="9190"/>
                    <a:pt x="84" y="9257"/>
                    <a:pt x="184" y="9257"/>
                  </a:cubicBezTo>
                  <a:lnTo>
                    <a:pt x="184" y="9224"/>
                  </a:lnTo>
                  <a:cubicBezTo>
                    <a:pt x="251" y="9224"/>
                    <a:pt x="318" y="9157"/>
                    <a:pt x="318" y="9057"/>
                  </a:cubicBezTo>
                  <a:lnTo>
                    <a:pt x="318" y="8490"/>
                  </a:lnTo>
                  <a:cubicBezTo>
                    <a:pt x="318" y="8390"/>
                    <a:pt x="251" y="8323"/>
                    <a:pt x="184" y="8323"/>
                  </a:cubicBezTo>
                  <a:close/>
                  <a:moveTo>
                    <a:pt x="151" y="9524"/>
                  </a:moveTo>
                  <a:cubicBezTo>
                    <a:pt x="84" y="9524"/>
                    <a:pt x="18" y="9591"/>
                    <a:pt x="18" y="9691"/>
                  </a:cubicBezTo>
                  <a:lnTo>
                    <a:pt x="18" y="10291"/>
                  </a:lnTo>
                  <a:cubicBezTo>
                    <a:pt x="18" y="10349"/>
                    <a:pt x="67" y="10431"/>
                    <a:pt x="145" y="10431"/>
                  </a:cubicBezTo>
                  <a:cubicBezTo>
                    <a:pt x="153" y="10431"/>
                    <a:pt x="160" y="10430"/>
                    <a:pt x="168" y="10429"/>
                  </a:cubicBezTo>
                  <a:lnTo>
                    <a:pt x="168" y="10429"/>
                  </a:lnTo>
                  <a:cubicBezTo>
                    <a:pt x="175" y="10430"/>
                    <a:pt x="183" y="10431"/>
                    <a:pt x="190" y="10431"/>
                  </a:cubicBezTo>
                  <a:cubicBezTo>
                    <a:pt x="268" y="10431"/>
                    <a:pt x="318" y="10349"/>
                    <a:pt x="318" y="10291"/>
                  </a:cubicBezTo>
                  <a:lnTo>
                    <a:pt x="318" y="9691"/>
                  </a:lnTo>
                  <a:cubicBezTo>
                    <a:pt x="318" y="9591"/>
                    <a:pt x="251" y="9524"/>
                    <a:pt x="151" y="9524"/>
                  </a:cubicBezTo>
                  <a:close/>
                  <a:moveTo>
                    <a:pt x="184" y="10725"/>
                  </a:moveTo>
                  <a:cubicBezTo>
                    <a:pt x="84" y="10725"/>
                    <a:pt x="18" y="10791"/>
                    <a:pt x="51" y="10891"/>
                  </a:cubicBezTo>
                  <a:cubicBezTo>
                    <a:pt x="51" y="11092"/>
                    <a:pt x="51" y="11292"/>
                    <a:pt x="84" y="11492"/>
                  </a:cubicBezTo>
                  <a:cubicBezTo>
                    <a:pt x="84" y="11559"/>
                    <a:pt x="151" y="11625"/>
                    <a:pt x="251" y="11625"/>
                  </a:cubicBezTo>
                  <a:cubicBezTo>
                    <a:pt x="351" y="11625"/>
                    <a:pt x="418" y="11559"/>
                    <a:pt x="385" y="11459"/>
                  </a:cubicBezTo>
                  <a:cubicBezTo>
                    <a:pt x="385" y="11258"/>
                    <a:pt x="351" y="11058"/>
                    <a:pt x="351" y="10858"/>
                  </a:cubicBezTo>
                  <a:cubicBezTo>
                    <a:pt x="351" y="10791"/>
                    <a:pt x="284" y="10725"/>
                    <a:pt x="184" y="107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>
              <a:extLst>
                <a:ext uri="{FF2B5EF4-FFF2-40B4-BE49-F238E27FC236}">
                  <a16:creationId xmlns:a16="http://schemas.microsoft.com/office/drawing/2014/main" id="{DA4DF4E8-04EF-94D0-839C-6DC48877C6C2}"/>
                </a:ext>
              </a:extLst>
            </p:cNvPr>
            <p:cNvSpPr/>
            <p:nvPr/>
          </p:nvSpPr>
          <p:spPr>
            <a:xfrm>
              <a:off x="3303375" y="3295075"/>
              <a:ext cx="9175" cy="15250"/>
            </a:xfrm>
            <a:custGeom>
              <a:avLst/>
              <a:gdLst/>
              <a:ahLst/>
              <a:cxnLst/>
              <a:rect l="l" t="t" r="r" b="b"/>
              <a:pathLst>
                <a:path w="367" h="610" extrusionOk="0">
                  <a:moveTo>
                    <a:pt x="171" y="1"/>
                  </a:moveTo>
                  <a:cubicBezTo>
                    <a:pt x="158" y="1"/>
                    <a:pt x="145" y="4"/>
                    <a:pt x="133" y="10"/>
                  </a:cubicBezTo>
                  <a:cubicBezTo>
                    <a:pt x="33" y="10"/>
                    <a:pt x="0" y="76"/>
                    <a:pt x="0" y="176"/>
                  </a:cubicBezTo>
                  <a:lnTo>
                    <a:pt x="33" y="477"/>
                  </a:lnTo>
                  <a:cubicBezTo>
                    <a:pt x="33" y="577"/>
                    <a:pt x="100" y="610"/>
                    <a:pt x="200" y="610"/>
                  </a:cubicBezTo>
                  <a:cubicBezTo>
                    <a:pt x="300" y="610"/>
                    <a:pt x="367" y="543"/>
                    <a:pt x="334" y="443"/>
                  </a:cubicBezTo>
                  <a:lnTo>
                    <a:pt x="300" y="143"/>
                  </a:lnTo>
                  <a:cubicBezTo>
                    <a:pt x="300" y="61"/>
                    <a:pt x="232" y="1"/>
                    <a:pt x="1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>
              <a:extLst>
                <a:ext uri="{FF2B5EF4-FFF2-40B4-BE49-F238E27FC236}">
                  <a16:creationId xmlns:a16="http://schemas.microsoft.com/office/drawing/2014/main" id="{DE69E1DB-38AA-4F51-7121-90E9FD8A8B5B}"/>
                </a:ext>
              </a:extLst>
            </p:cNvPr>
            <p:cNvSpPr/>
            <p:nvPr/>
          </p:nvSpPr>
          <p:spPr>
            <a:xfrm>
              <a:off x="3019000" y="3198150"/>
              <a:ext cx="8350" cy="15450"/>
            </a:xfrm>
            <a:custGeom>
              <a:avLst/>
              <a:gdLst/>
              <a:ahLst/>
              <a:cxnLst/>
              <a:rect l="l" t="t" r="r" b="b"/>
              <a:pathLst>
                <a:path w="334" h="618" extrusionOk="0">
                  <a:moveTo>
                    <a:pt x="167" y="0"/>
                  </a:moveTo>
                  <a:cubicBezTo>
                    <a:pt x="92" y="0"/>
                    <a:pt x="17" y="50"/>
                    <a:pt x="0" y="151"/>
                  </a:cubicBezTo>
                  <a:lnTo>
                    <a:pt x="0" y="451"/>
                  </a:lnTo>
                  <a:cubicBezTo>
                    <a:pt x="0" y="551"/>
                    <a:pt x="67" y="618"/>
                    <a:pt x="167" y="618"/>
                  </a:cubicBezTo>
                  <a:cubicBezTo>
                    <a:pt x="267" y="618"/>
                    <a:pt x="334" y="517"/>
                    <a:pt x="334" y="451"/>
                  </a:cubicBezTo>
                  <a:lnTo>
                    <a:pt x="334" y="151"/>
                  </a:lnTo>
                  <a:cubicBezTo>
                    <a:pt x="317" y="50"/>
                    <a:pt x="24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>
              <a:extLst>
                <a:ext uri="{FF2B5EF4-FFF2-40B4-BE49-F238E27FC236}">
                  <a16:creationId xmlns:a16="http://schemas.microsoft.com/office/drawing/2014/main" id="{BB351D3A-205E-6686-3A21-6A64436938AB}"/>
                </a:ext>
              </a:extLst>
            </p:cNvPr>
            <p:cNvSpPr/>
            <p:nvPr/>
          </p:nvSpPr>
          <p:spPr>
            <a:xfrm>
              <a:off x="3018575" y="3220675"/>
              <a:ext cx="10450" cy="197250"/>
            </a:xfrm>
            <a:custGeom>
              <a:avLst/>
              <a:gdLst/>
              <a:ahLst/>
              <a:cxnLst/>
              <a:rect l="l" t="t" r="r" b="b"/>
              <a:pathLst>
                <a:path w="418" h="7890" extrusionOk="0">
                  <a:moveTo>
                    <a:pt x="184" y="0"/>
                  </a:moveTo>
                  <a:cubicBezTo>
                    <a:pt x="92" y="0"/>
                    <a:pt x="1" y="50"/>
                    <a:pt x="17" y="150"/>
                  </a:cubicBezTo>
                  <a:lnTo>
                    <a:pt x="17" y="717"/>
                  </a:lnTo>
                  <a:cubicBezTo>
                    <a:pt x="17" y="817"/>
                    <a:pt x="84" y="884"/>
                    <a:pt x="184" y="884"/>
                  </a:cubicBezTo>
                  <a:cubicBezTo>
                    <a:pt x="251" y="884"/>
                    <a:pt x="317" y="817"/>
                    <a:pt x="351" y="717"/>
                  </a:cubicBezTo>
                  <a:lnTo>
                    <a:pt x="351" y="150"/>
                  </a:lnTo>
                  <a:cubicBezTo>
                    <a:pt x="367" y="50"/>
                    <a:pt x="276" y="0"/>
                    <a:pt x="184" y="0"/>
                  </a:cubicBezTo>
                  <a:close/>
                  <a:moveTo>
                    <a:pt x="184" y="1159"/>
                  </a:moveTo>
                  <a:cubicBezTo>
                    <a:pt x="109" y="1159"/>
                    <a:pt x="34" y="1201"/>
                    <a:pt x="17" y="1284"/>
                  </a:cubicBezTo>
                  <a:lnTo>
                    <a:pt x="17" y="1885"/>
                  </a:lnTo>
                  <a:cubicBezTo>
                    <a:pt x="17" y="1985"/>
                    <a:pt x="84" y="2052"/>
                    <a:pt x="184" y="2052"/>
                  </a:cubicBezTo>
                  <a:cubicBezTo>
                    <a:pt x="251" y="2052"/>
                    <a:pt x="317" y="1985"/>
                    <a:pt x="351" y="1885"/>
                  </a:cubicBezTo>
                  <a:lnTo>
                    <a:pt x="351" y="1284"/>
                  </a:lnTo>
                  <a:cubicBezTo>
                    <a:pt x="334" y="1201"/>
                    <a:pt x="259" y="1159"/>
                    <a:pt x="184" y="1159"/>
                  </a:cubicBezTo>
                  <a:close/>
                  <a:moveTo>
                    <a:pt x="184" y="2327"/>
                  </a:moveTo>
                  <a:cubicBezTo>
                    <a:pt x="109" y="2327"/>
                    <a:pt x="34" y="2368"/>
                    <a:pt x="17" y="2452"/>
                  </a:cubicBezTo>
                  <a:lnTo>
                    <a:pt x="17" y="3052"/>
                  </a:lnTo>
                  <a:cubicBezTo>
                    <a:pt x="17" y="3152"/>
                    <a:pt x="84" y="3219"/>
                    <a:pt x="184" y="3219"/>
                  </a:cubicBezTo>
                  <a:cubicBezTo>
                    <a:pt x="284" y="3219"/>
                    <a:pt x="351" y="3119"/>
                    <a:pt x="351" y="3019"/>
                  </a:cubicBezTo>
                  <a:lnTo>
                    <a:pt x="351" y="2452"/>
                  </a:lnTo>
                  <a:cubicBezTo>
                    <a:pt x="334" y="2368"/>
                    <a:pt x="259" y="2327"/>
                    <a:pt x="184" y="2327"/>
                  </a:cubicBezTo>
                  <a:close/>
                  <a:moveTo>
                    <a:pt x="184" y="3486"/>
                  </a:moveTo>
                  <a:cubicBezTo>
                    <a:pt x="84" y="3486"/>
                    <a:pt x="17" y="3553"/>
                    <a:pt x="17" y="3619"/>
                  </a:cubicBezTo>
                  <a:lnTo>
                    <a:pt x="17" y="4220"/>
                  </a:lnTo>
                  <a:cubicBezTo>
                    <a:pt x="17" y="4320"/>
                    <a:pt x="84" y="4387"/>
                    <a:pt x="184" y="4387"/>
                  </a:cubicBezTo>
                  <a:cubicBezTo>
                    <a:pt x="251" y="4387"/>
                    <a:pt x="317" y="4320"/>
                    <a:pt x="351" y="4220"/>
                  </a:cubicBezTo>
                  <a:lnTo>
                    <a:pt x="351" y="3619"/>
                  </a:lnTo>
                  <a:cubicBezTo>
                    <a:pt x="351" y="3553"/>
                    <a:pt x="251" y="3486"/>
                    <a:pt x="184" y="3486"/>
                  </a:cubicBezTo>
                  <a:close/>
                  <a:moveTo>
                    <a:pt x="184" y="4653"/>
                  </a:moveTo>
                  <a:cubicBezTo>
                    <a:pt x="84" y="4653"/>
                    <a:pt x="17" y="4720"/>
                    <a:pt x="17" y="4820"/>
                  </a:cubicBezTo>
                  <a:lnTo>
                    <a:pt x="17" y="5387"/>
                  </a:lnTo>
                  <a:cubicBezTo>
                    <a:pt x="17" y="5487"/>
                    <a:pt x="84" y="5554"/>
                    <a:pt x="184" y="5554"/>
                  </a:cubicBezTo>
                  <a:lnTo>
                    <a:pt x="184" y="5521"/>
                  </a:lnTo>
                  <a:cubicBezTo>
                    <a:pt x="251" y="5521"/>
                    <a:pt x="351" y="5454"/>
                    <a:pt x="351" y="5387"/>
                  </a:cubicBezTo>
                  <a:lnTo>
                    <a:pt x="351" y="4820"/>
                  </a:lnTo>
                  <a:cubicBezTo>
                    <a:pt x="351" y="4720"/>
                    <a:pt x="251" y="4653"/>
                    <a:pt x="184" y="4653"/>
                  </a:cubicBezTo>
                  <a:close/>
                  <a:moveTo>
                    <a:pt x="184" y="5821"/>
                  </a:moveTo>
                  <a:cubicBezTo>
                    <a:pt x="84" y="5821"/>
                    <a:pt x="17" y="5888"/>
                    <a:pt x="17" y="5988"/>
                  </a:cubicBezTo>
                  <a:lnTo>
                    <a:pt x="17" y="6555"/>
                  </a:lnTo>
                  <a:cubicBezTo>
                    <a:pt x="17" y="6655"/>
                    <a:pt x="84" y="6722"/>
                    <a:pt x="184" y="6722"/>
                  </a:cubicBezTo>
                  <a:cubicBezTo>
                    <a:pt x="251" y="6722"/>
                    <a:pt x="317" y="6621"/>
                    <a:pt x="317" y="6555"/>
                  </a:cubicBezTo>
                  <a:lnTo>
                    <a:pt x="317" y="5954"/>
                  </a:lnTo>
                  <a:cubicBezTo>
                    <a:pt x="317" y="5888"/>
                    <a:pt x="251" y="5821"/>
                    <a:pt x="184" y="5821"/>
                  </a:cubicBezTo>
                  <a:close/>
                  <a:moveTo>
                    <a:pt x="234" y="6980"/>
                  </a:moveTo>
                  <a:cubicBezTo>
                    <a:pt x="218" y="6980"/>
                    <a:pt x="202" y="6983"/>
                    <a:pt x="184" y="6988"/>
                  </a:cubicBezTo>
                  <a:cubicBezTo>
                    <a:pt x="117" y="6988"/>
                    <a:pt x="51" y="7055"/>
                    <a:pt x="51" y="7155"/>
                  </a:cubicBezTo>
                  <a:cubicBezTo>
                    <a:pt x="51" y="7355"/>
                    <a:pt x="84" y="7555"/>
                    <a:pt x="84" y="7722"/>
                  </a:cubicBezTo>
                  <a:cubicBezTo>
                    <a:pt x="117" y="7822"/>
                    <a:pt x="184" y="7889"/>
                    <a:pt x="251" y="7889"/>
                  </a:cubicBezTo>
                  <a:cubicBezTo>
                    <a:pt x="351" y="7856"/>
                    <a:pt x="418" y="7789"/>
                    <a:pt x="418" y="7689"/>
                  </a:cubicBezTo>
                  <a:cubicBezTo>
                    <a:pt x="384" y="7522"/>
                    <a:pt x="351" y="7322"/>
                    <a:pt x="351" y="7122"/>
                  </a:cubicBezTo>
                  <a:cubicBezTo>
                    <a:pt x="351" y="7039"/>
                    <a:pt x="306" y="6980"/>
                    <a:pt x="234" y="69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>
              <a:extLst>
                <a:ext uri="{FF2B5EF4-FFF2-40B4-BE49-F238E27FC236}">
                  <a16:creationId xmlns:a16="http://schemas.microsoft.com/office/drawing/2014/main" id="{2777F568-0E60-5C96-A088-72F4854CE934}"/>
                </a:ext>
              </a:extLst>
            </p:cNvPr>
            <p:cNvSpPr/>
            <p:nvPr/>
          </p:nvSpPr>
          <p:spPr>
            <a:xfrm>
              <a:off x="3022325" y="3424350"/>
              <a:ext cx="9200" cy="15250"/>
            </a:xfrm>
            <a:custGeom>
              <a:avLst/>
              <a:gdLst/>
              <a:ahLst/>
              <a:cxnLst/>
              <a:rect l="l" t="t" r="r" b="b"/>
              <a:pathLst>
                <a:path w="368" h="610" extrusionOk="0">
                  <a:moveTo>
                    <a:pt x="207" y="0"/>
                  </a:moveTo>
                  <a:cubicBezTo>
                    <a:pt x="193" y="0"/>
                    <a:pt x="180" y="3"/>
                    <a:pt x="167" y="9"/>
                  </a:cubicBezTo>
                  <a:cubicBezTo>
                    <a:pt x="67" y="9"/>
                    <a:pt x="1" y="76"/>
                    <a:pt x="34" y="176"/>
                  </a:cubicBezTo>
                  <a:lnTo>
                    <a:pt x="67" y="476"/>
                  </a:lnTo>
                  <a:cubicBezTo>
                    <a:pt x="67" y="543"/>
                    <a:pt x="134" y="609"/>
                    <a:pt x="234" y="609"/>
                  </a:cubicBezTo>
                  <a:cubicBezTo>
                    <a:pt x="334" y="609"/>
                    <a:pt x="368" y="509"/>
                    <a:pt x="368" y="443"/>
                  </a:cubicBezTo>
                  <a:lnTo>
                    <a:pt x="334" y="109"/>
                  </a:lnTo>
                  <a:cubicBezTo>
                    <a:pt x="334" y="55"/>
                    <a:pt x="268" y="0"/>
                    <a:pt x="2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6">
              <a:extLst>
                <a:ext uri="{FF2B5EF4-FFF2-40B4-BE49-F238E27FC236}">
                  <a16:creationId xmlns:a16="http://schemas.microsoft.com/office/drawing/2014/main" id="{0D680C82-10C8-D58B-5C1A-D07D5BFF92CD}"/>
                </a:ext>
              </a:extLst>
            </p:cNvPr>
            <p:cNvSpPr/>
            <p:nvPr/>
          </p:nvSpPr>
          <p:spPr>
            <a:xfrm>
              <a:off x="2729625" y="3234550"/>
              <a:ext cx="26700" cy="32300"/>
            </a:xfrm>
            <a:custGeom>
              <a:avLst/>
              <a:gdLst/>
              <a:ahLst/>
              <a:cxnLst/>
              <a:rect l="l" t="t" r="r" b="b"/>
              <a:pathLst>
                <a:path w="1068" h="1292" extrusionOk="0">
                  <a:moveTo>
                    <a:pt x="801" y="0"/>
                  </a:moveTo>
                  <a:cubicBezTo>
                    <a:pt x="723" y="0"/>
                    <a:pt x="632" y="30"/>
                    <a:pt x="534" y="96"/>
                  </a:cubicBezTo>
                  <a:cubicBezTo>
                    <a:pt x="234" y="262"/>
                    <a:pt x="34" y="596"/>
                    <a:pt x="0" y="963"/>
                  </a:cubicBezTo>
                  <a:cubicBezTo>
                    <a:pt x="0" y="1165"/>
                    <a:pt x="106" y="1291"/>
                    <a:pt x="267" y="1291"/>
                  </a:cubicBezTo>
                  <a:cubicBezTo>
                    <a:pt x="345" y="1291"/>
                    <a:pt x="436" y="1262"/>
                    <a:pt x="534" y="1196"/>
                  </a:cubicBezTo>
                  <a:cubicBezTo>
                    <a:pt x="834" y="1030"/>
                    <a:pt x="1034" y="696"/>
                    <a:pt x="1068" y="329"/>
                  </a:cubicBezTo>
                  <a:cubicBezTo>
                    <a:pt x="1068" y="127"/>
                    <a:pt x="962" y="0"/>
                    <a:pt x="8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6">
              <a:extLst>
                <a:ext uri="{FF2B5EF4-FFF2-40B4-BE49-F238E27FC236}">
                  <a16:creationId xmlns:a16="http://schemas.microsoft.com/office/drawing/2014/main" id="{A8002CA4-39A4-9C2D-7F27-DD44DD60A054}"/>
                </a:ext>
              </a:extLst>
            </p:cNvPr>
            <p:cNvSpPr/>
            <p:nvPr/>
          </p:nvSpPr>
          <p:spPr>
            <a:xfrm>
              <a:off x="3009825" y="3169875"/>
              <a:ext cx="26700" cy="32200"/>
            </a:xfrm>
            <a:custGeom>
              <a:avLst/>
              <a:gdLst/>
              <a:ahLst/>
              <a:cxnLst/>
              <a:rect l="l" t="t" r="r" b="b"/>
              <a:pathLst>
                <a:path w="1068" h="1288" extrusionOk="0">
                  <a:moveTo>
                    <a:pt x="800" y="0"/>
                  </a:moveTo>
                  <a:cubicBezTo>
                    <a:pt x="723" y="0"/>
                    <a:pt x="632" y="26"/>
                    <a:pt x="534" y="81"/>
                  </a:cubicBezTo>
                  <a:cubicBezTo>
                    <a:pt x="234" y="247"/>
                    <a:pt x="34" y="581"/>
                    <a:pt x="0" y="948"/>
                  </a:cubicBezTo>
                  <a:cubicBezTo>
                    <a:pt x="0" y="1159"/>
                    <a:pt x="116" y="1287"/>
                    <a:pt x="288" y="1287"/>
                  </a:cubicBezTo>
                  <a:cubicBezTo>
                    <a:pt x="361" y="1287"/>
                    <a:pt x="445" y="1264"/>
                    <a:pt x="534" y="1215"/>
                  </a:cubicBezTo>
                  <a:cubicBezTo>
                    <a:pt x="834" y="1015"/>
                    <a:pt x="1034" y="681"/>
                    <a:pt x="1068" y="314"/>
                  </a:cubicBezTo>
                  <a:cubicBezTo>
                    <a:pt x="1068" y="112"/>
                    <a:pt x="962" y="0"/>
                    <a:pt x="8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6">
              <a:extLst>
                <a:ext uri="{FF2B5EF4-FFF2-40B4-BE49-F238E27FC236}">
                  <a16:creationId xmlns:a16="http://schemas.microsoft.com/office/drawing/2014/main" id="{69DB4DF3-524F-04AC-21D4-57802C9FD748}"/>
                </a:ext>
              </a:extLst>
            </p:cNvPr>
            <p:cNvSpPr/>
            <p:nvPr/>
          </p:nvSpPr>
          <p:spPr>
            <a:xfrm>
              <a:off x="3290025" y="2961400"/>
              <a:ext cx="26700" cy="32200"/>
            </a:xfrm>
            <a:custGeom>
              <a:avLst/>
              <a:gdLst/>
              <a:ahLst/>
              <a:cxnLst/>
              <a:rect l="l" t="t" r="r" b="b"/>
              <a:pathLst>
                <a:path w="1068" h="1288" extrusionOk="0">
                  <a:moveTo>
                    <a:pt x="800" y="0"/>
                  </a:moveTo>
                  <a:cubicBezTo>
                    <a:pt x="723" y="0"/>
                    <a:pt x="632" y="26"/>
                    <a:pt x="534" y="80"/>
                  </a:cubicBezTo>
                  <a:cubicBezTo>
                    <a:pt x="234" y="247"/>
                    <a:pt x="34" y="581"/>
                    <a:pt x="0" y="948"/>
                  </a:cubicBezTo>
                  <a:cubicBezTo>
                    <a:pt x="0" y="1159"/>
                    <a:pt x="116" y="1287"/>
                    <a:pt x="288" y="1287"/>
                  </a:cubicBezTo>
                  <a:cubicBezTo>
                    <a:pt x="361" y="1287"/>
                    <a:pt x="445" y="1264"/>
                    <a:pt x="534" y="1215"/>
                  </a:cubicBezTo>
                  <a:cubicBezTo>
                    <a:pt x="834" y="1014"/>
                    <a:pt x="1034" y="681"/>
                    <a:pt x="1068" y="314"/>
                  </a:cubicBezTo>
                  <a:cubicBezTo>
                    <a:pt x="1068" y="111"/>
                    <a:pt x="962" y="0"/>
                    <a:pt x="8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6">
              <a:extLst>
                <a:ext uri="{FF2B5EF4-FFF2-40B4-BE49-F238E27FC236}">
                  <a16:creationId xmlns:a16="http://schemas.microsoft.com/office/drawing/2014/main" id="{98F60E99-CE8F-309C-2A04-1EDCE84602F5}"/>
                </a:ext>
              </a:extLst>
            </p:cNvPr>
            <p:cNvSpPr/>
            <p:nvPr/>
          </p:nvSpPr>
          <p:spPr>
            <a:xfrm>
              <a:off x="2581175" y="3231100"/>
              <a:ext cx="43350" cy="450325"/>
            </a:xfrm>
            <a:custGeom>
              <a:avLst/>
              <a:gdLst/>
              <a:ahLst/>
              <a:cxnLst/>
              <a:rect l="l" t="t" r="r" b="b"/>
              <a:pathLst>
                <a:path w="1734" h="18013" extrusionOk="0">
                  <a:moveTo>
                    <a:pt x="835" y="0"/>
                  </a:moveTo>
                  <a:cubicBezTo>
                    <a:pt x="768" y="0"/>
                    <a:pt x="701" y="67"/>
                    <a:pt x="701" y="133"/>
                  </a:cubicBezTo>
                  <a:lnTo>
                    <a:pt x="701" y="2035"/>
                  </a:lnTo>
                  <a:lnTo>
                    <a:pt x="134" y="2368"/>
                  </a:lnTo>
                  <a:cubicBezTo>
                    <a:pt x="67" y="2402"/>
                    <a:pt x="34" y="2502"/>
                    <a:pt x="67" y="2569"/>
                  </a:cubicBezTo>
                  <a:cubicBezTo>
                    <a:pt x="101" y="2635"/>
                    <a:pt x="134" y="2635"/>
                    <a:pt x="201" y="2635"/>
                  </a:cubicBezTo>
                  <a:lnTo>
                    <a:pt x="268" y="2635"/>
                  </a:lnTo>
                  <a:lnTo>
                    <a:pt x="701" y="2402"/>
                  </a:lnTo>
                  <a:lnTo>
                    <a:pt x="701" y="4003"/>
                  </a:lnTo>
                  <a:lnTo>
                    <a:pt x="134" y="4336"/>
                  </a:lnTo>
                  <a:cubicBezTo>
                    <a:pt x="1" y="4403"/>
                    <a:pt x="67" y="4603"/>
                    <a:pt x="201" y="4603"/>
                  </a:cubicBezTo>
                  <a:lnTo>
                    <a:pt x="301" y="4603"/>
                  </a:lnTo>
                  <a:lnTo>
                    <a:pt x="701" y="4370"/>
                  </a:lnTo>
                  <a:lnTo>
                    <a:pt x="701" y="5971"/>
                  </a:lnTo>
                  <a:lnTo>
                    <a:pt x="134" y="6271"/>
                  </a:lnTo>
                  <a:cubicBezTo>
                    <a:pt x="67" y="6338"/>
                    <a:pt x="34" y="6438"/>
                    <a:pt x="101" y="6505"/>
                  </a:cubicBezTo>
                  <a:cubicBezTo>
                    <a:pt x="101" y="6538"/>
                    <a:pt x="168" y="6571"/>
                    <a:pt x="234" y="6571"/>
                  </a:cubicBezTo>
                  <a:lnTo>
                    <a:pt x="301" y="6571"/>
                  </a:lnTo>
                  <a:lnTo>
                    <a:pt x="701" y="6305"/>
                  </a:lnTo>
                  <a:lnTo>
                    <a:pt x="701" y="7939"/>
                  </a:lnTo>
                  <a:lnTo>
                    <a:pt x="134" y="8239"/>
                  </a:lnTo>
                  <a:cubicBezTo>
                    <a:pt x="67" y="8306"/>
                    <a:pt x="34" y="8406"/>
                    <a:pt x="101" y="8473"/>
                  </a:cubicBezTo>
                  <a:cubicBezTo>
                    <a:pt x="101" y="8506"/>
                    <a:pt x="168" y="8539"/>
                    <a:pt x="234" y="8539"/>
                  </a:cubicBezTo>
                  <a:cubicBezTo>
                    <a:pt x="268" y="8539"/>
                    <a:pt x="268" y="8539"/>
                    <a:pt x="301" y="8506"/>
                  </a:cubicBezTo>
                  <a:lnTo>
                    <a:pt x="701" y="8273"/>
                  </a:lnTo>
                  <a:lnTo>
                    <a:pt x="701" y="9874"/>
                  </a:lnTo>
                  <a:lnTo>
                    <a:pt x="134" y="10207"/>
                  </a:lnTo>
                  <a:cubicBezTo>
                    <a:pt x="67" y="10274"/>
                    <a:pt x="34" y="10341"/>
                    <a:pt x="101" y="10441"/>
                  </a:cubicBezTo>
                  <a:cubicBezTo>
                    <a:pt x="134" y="10474"/>
                    <a:pt x="168" y="10508"/>
                    <a:pt x="234" y="10508"/>
                  </a:cubicBezTo>
                  <a:lnTo>
                    <a:pt x="301" y="10508"/>
                  </a:lnTo>
                  <a:lnTo>
                    <a:pt x="735" y="10274"/>
                  </a:lnTo>
                  <a:lnTo>
                    <a:pt x="735" y="11875"/>
                  </a:lnTo>
                  <a:lnTo>
                    <a:pt x="168" y="12209"/>
                  </a:lnTo>
                  <a:cubicBezTo>
                    <a:pt x="67" y="12242"/>
                    <a:pt x="67" y="12342"/>
                    <a:pt x="101" y="12409"/>
                  </a:cubicBezTo>
                  <a:cubicBezTo>
                    <a:pt x="134" y="12476"/>
                    <a:pt x="168" y="12476"/>
                    <a:pt x="234" y="12476"/>
                  </a:cubicBezTo>
                  <a:lnTo>
                    <a:pt x="301" y="12476"/>
                  </a:lnTo>
                  <a:lnTo>
                    <a:pt x="735" y="12242"/>
                  </a:lnTo>
                  <a:lnTo>
                    <a:pt x="735" y="13843"/>
                  </a:lnTo>
                  <a:lnTo>
                    <a:pt x="168" y="14177"/>
                  </a:lnTo>
                  <a:cubicBezTo>
                    <a:pt x="101" y="14210"/>
                    <a:pt x="67" y="14310"/>
                    <a:pt x="101" y="14377"/>
                  </a:cubicBezTo>
                  <a:cubicBezTo>
                    <a:pt x="134" y="14410"/>
                    <a:pt x="168" y="14444"/>
                    <a:pt x="234" y="14444"/>
                  </a:cubicBezTo>
                  <a:lnTo>
                    <a:pt x="301" y="14444"/>
                  </a:lnTo>
                  <a:lnTo>
                    <a:pt x="735" y="14210"/>
                  </a:lnTo>
                  <a:lnTo>
                    <a:pt x="735" y="15778"/>
                  </a:lnTo>
                  <a:lnTo>
                    <a:pt x="134" y="16112"/>
                  </a:lnTo>
                  <a:cubicBezTo>
                    <a:pt x="1" y="16212"/>
                    <a:pt x="67" y="16412"/>
                    <a:pt x="234" y="16412"/>
                  </a:cubicBezTo>
                  <a:lnTo>
                    <a:pt x="301" y="16412"/>
                  </a:lnTo>
                  <a:lnTo>
                    <a:pt x="735" y="16145"/>
                  </a:lnTo>
                  <a:cubicBezTo>
                    <a:pt x="801" y="16712"/>
                    <a:pt x="835" y="17312"/>
                    <a:pt x="901" y="17880"/>
                  </a:cubicBezTo>
                  <a:cubicBezTo>
                    <a:pt x="901" y="17946"/>
                    <a:pt x="968" y="18013"/>
                    <a:pt x="1068" y="18013"/>
                  </a:cubicBezTo>
                  <a:cubicBezTo>
                    <a:pt x="1135" y="18013"/>
                    <a:pt x="1202" y="17913"/>
                    <a:pt x="1202" y="17846"/>
                  </a:cubicBezTo>
                  <a:cubicBezTo>
                    <a:pt x="1102" y="17212"/>
                    <a:pt x="1068" y="16579"/>
                    <a:pt x="1035" y="15978"/>
                  </a:cubicBezTo>
                  <a:lnTo>
                    <a:pt x="1569" y="15645"/>
                  </a:lnTo>
                  <a:cubicBezTo>
                    <a:pt x="1710" y="15560"/>
                    <a:pt x="1636" y="15356"/>
                    <a:pt x="1488" y="15356"/>
                  </a:cubicBezTo>
                  <a:cubicBezTo>
                    <a:pt x="1462" y="15356"/>
                    <a:pt x="1432" y="15362"/>
                    <a:pt x="1402" y="15378"/>
                  </a:cubicBezTo>
                  <a:lnTo>
                    <a:pt x="1035" y="15611"/>
                  </a:lnTo>
                  <a:cubicBezTo>
                    <a:pt x="1035" y="15077"/>
                    <a:pt x="1001" y="14544"/>
                    <a:pt x="1035" y="14010"/>
                  </a:cubicBezTo>
                  <a:lnTo>
                    <a:pt x="1569" y="13676"/>
                  </a:lnTo>
                  <a:cubicBezTo>
                    <a:pt x="1635" y="13643"/>
                    <a:pt x="1669" y="13543"/>
                    <a:pt x="1635" y="13476"/>
                  </a:cubicBezTo>
                  <a:cubicBezTo>
                    <a:pt x="1611" y="13428"/>
                    <a:pt x="1551" y="13397"/>
                    <a:pt x="1494" y="13397"/>
                  </a:cubicBezTo>
                  <a:cubicBezTo>
                    <a:pt x="1473" y="13397"/>
                    <a:pt x="1453" y="13401"/>
                    <a:pt x="1435" y="13410"/>
                  </a:cubicBezTo>
                  <a:lnTo>
                    <a:pt x="1001" y="13643"/>
                  </a:lnTo>
                  <a:lnTo>
                    <a:pt x="1001" y="12042"/>
                  </a:lnTo>
                  <a:lnTo>
                    <a:pt x="1569" y="11742"/>
                  </a:lnTo>
                  <a:cubicBezTo>
                    <a:pt x="1733" y="11659"/>
                    <a:pt x="1649" y="11441"/>
                    <a:pt x="1503" y="11441"/>
                  </a:cubicBezTo>
                  <a:cubicBezTo>
                    <a:pt x="1471" y="11441"/>
                    <a:pt x="1437" y="11451"/>
                    <a:pt x="1402" y="11475"/>
                  </a:cubicBezTo>
                  <a:lnTo>
                    <a:pt x="1001" y="11708"/>
                  </a:lnTo>
                  <a:lnTo>
                    <a:pt x="1001" y="10074"/>
                  </a:lnTo>
                  <a:lnTo>
                    <a:pt x="1569" y="9774"/>
                  </a:lnTo>
                  <a:cubicBezTo>
                    <a:pt x="1635" y="9707"/>
                    <a:pt x="1669" y="9640"/>
                    <a:pt x="1602" y="9540"/>
                  </a:cubicBezTo>
                  <a:cubicBezTo>
                    <a:pt x="1581" y="9499"/>
                    <a:pt x="1535" y="9470"/>
                    <a:pt x="1487" y="9470"/>
                  </a:cubicBezTo>
                  <a:cubicBezTo>
                    <a:pt x="1458" y="9470"/>
                    <a:pt x="1427" y="9481"/>
                    <a:pt x="1402" y="9507"/>
                  </a:cubicBezTo>
                  <a:lnTo>
                    <a:pt x="968" y="9740"/>
                  </a:lnTo>
                  <a:lnTo>
                    <a:pt x="968" y="8139"/>
                  </a:lnTo>
                  <a:lnTo>
                    <a:pt x="1535" y="7806"/>
                  </a:lnTo>
                  <a:cubicBezTo>
                    <a:pt x="1705" y="7721"/>
                    <a:pt x="1611" y="7517"/>
                    <a:pt x="1477" y="7517"/>
                  </a:cubicBezTo>
                  <a:cubicBezTo>
                    <a:pt x="1453" y="7517"/>
                    <a:pt x="1427" y="7523"/>
                    <a:pt x="1402" y="7539"/>
                  </a:cubicBezTo>
                  <a:lnTo>
                    <a:pt x="968" y="7772"/>
                  </a:lnTo>
                  <a:lnTo>
                    <a:pt x="968" y="6171"/>
                  </a:lnTo>
                  <a:lnTo>
                    <a:pt x="1535" y="5838"/>
                  </a:lnTo>
                  <a:cubicBezTo>
                    <a:pt x="1602" y="5804"/>
                    <a:pt x="1635" y="5704"/>
                    <a:pt x="1569" y="5637"/>
                  </a:cubicBezTo>
                  <a:cubicBezTo>
                    <a:pt x="1547" y="5574"/>
                    <a:pt x="1499" y="5551"/>
                    <a:pt x="1450" y="5551"/>
                  </a:cubicBezTo>
                  <a:cubicBezTo>
                    <a:pt x="1422" y="5551"/>
                    <a:pt x="1393" y="5558"/>
                    <a:pt x="1368" y="5571"/>
                  </a:cubicBezTo>
                  <a:lnTo>
                    <a:pt x="968" y="5804"/>
                  </a:lnTo>
                  <a:lnTo>
                    <a:pt x="968" y="4170"/>
                  </a:lnTo>
                  <a:lnTo>
                    <a:pt x="1569" y="3836"/>
                  </a:lnTo>
                  <a:cubicBezTo>
                    <a:pt x="1669" y="3803"/>
                    <a:pt x="1669" y="3703"/>
                    <a:pt x="1635" y="3636"/>
                  </a:cubicBezTo>
                  <a:cubicBezTo>
                    <a:pt x="1614" y="3573"/>
                    <a:pt x="1566" y="3549"/>
                    <a:pt x="1517" y="3549"/>
                  </a:cubicBezTo>
                  <a:cubicBezTo>
                    <a:pt x="1488" y="3549"/>
                    <a:pt x="1460" y="3557"/>
                    <a:pt x="1435" y="3569"/>
                  </a:cubicBezTo>
                  <a:lnTo>
                    <a:pt x="1001" y="3803"/>
                  </a:lnTo>
                  <a:lnTo>
                    <a:pt x="1001" y="2202"/>
                  </a:lnTo>
                  <a:lnTo>
                    <a:pt x="1569" y="1868"/>
                  </a:lnTo>
                  <a:cubicBezTo>
                    <a:pt x="1635" y="1835"/>
                    <a:pt x="1669" y="1735"/>
                    <a:pt x="1635" y="1668"/>
                  </a:cubicBezTo>
                  <a:cubicBezTo>
                    <a:pt x="1611" y="1619"/>
                    <a:pt x="1551" y="1588"/>
                    <a:pt x="1481" y="1588"/>
                  </a:cubicBezTo>
                  <a:cubicBezTo>
                    <a:pt x="1455" y="1588"/>
                    <a:pt x="1429" y="1592"/>
                    <a:pt x="1402" y="1601"/>
                  </a:cubicBezTo>
                  <a:lnTo>
                    <a:pt x="1001" y="1835"/>
                  </a:lnTo>
                  <a:lnTo>
                    <a:pt x="1001" y="133"/>
                  </a:lnTo>
                  <a:cubicBezTo>
                    <a:pt x="1001" y="67"/>
                    <a:pt x="935" y="0"/>
                    <a:pt x="8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6">
              <a:extLst>
                <a:ext uri="{FF2B5EF4-FFF2-40B4-BE49-F238E27FC236}">
                  <a16:creationId xmlns:a16="http://schemas.microsoft.com/office/drawing/2014/main" id="{C5D8353F-F2E5-C299-366C-E9030F2F9A97}"/>
                </a:ext>
              </a:extLst>
            </p:cNvPr>
            <p:cNvSpPr/>
            <p:nvPr/>
          </p:nvSpPr>
          <p:spPr>
            <a:xfrm>
              <a:off x="2745475" y="3488925"/>
              <a:ext cx="879800" cy="520300"/>
            </a:xfrm>
            <a:custGeom>
              <a:avLst/>
              <a:gdLst/>
              <a:ahLst/>
              <a:cxnLst/>
              <a:rect l="l" t="t" r="r" b="b"/>
              <a:pathLst>
                <a:path w="35192" h="20812" extrusionOk="0">
                  <a:moveTo>
                    <a:pt x="32556" y="0"/>
                  </a:moveTo>
                  <a:cubicBezTo>
                    <a:pt x="32100" y="0"/>
                    <a:pt x="31642" y="118"/>
                    <a:pt x="31222" y="361"/>
                  </a:cubicBezTo>
                  <a:lnTo>
                    <a:pt x="1368" y="17607"/>
                  </a:lnTo>
                  <a:cubicBezTo>
                    <a:pt x="300" y="18207"/>
                    <a:pt x="0" y="19375"/>
                    <a:pt x="767" y="20176"/>
                  </a:cubicBezTo>
                  <a:cubicBezTo>
                    <a:pt x="1175" y="20601"/>
                    <a:pt x="1828" y="20811"/>
                    <a:pt x="2512" y="20811"/>
                  </a:cubicBezTo>
                  <a:cubicBezTo>
                    <a:pt x="3060" y="20811"/>
                    <a:pt x="3628" y="20676"/>
                    <a:pt x="4103" y="20409"/>
                  </a:cubicBezTo>
                  <a:lnTo>
                    <a:pt x="33958" y="3163"/>
                  </a:lnTo>
                  <a:cubicBezTo>
                    <a:pt x="35025" y="2563"/>
                    <a:pt x="35192" y="1495"/>
                    <a:pt x="34425" y="728"/>
                  </a:cubicBezTo>
                  <a:cubicBezTo>
                    <a:pt x="33889" y="252"/>
                    <a:pt x="33224" y="0"/>
                    <a:pt x="32556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6">
              <a:extLst>
                <a:ext uri="{FF2B5EF4-FFF2-40B4-BE49-F238E27FC236}">
                  <a16:creationId xmlns:a16="http://schemas.microsoft.com/office/drawing/2014/main" id="{1379EE60-8667-C824-89B4-0730C3532B05}"/>
                </a:ext>
              </a:extLst>
            </p:cNvPr>
            <p:cNvSpPr/>
            <p:nvPr/>
          </p:nvSpPr>
          <p:spPr>
            <a:xfrm>
              <a:off x="2620675" y="3281500"/>
              <a:ext cx="857200" cy="495900"/>
            </a:xfrm>
            <a:custGeom>
              <a:avLst/>
              <a:gdLst/>
              <a:ahLst/>
              <a:cxnLst/>
              <a:rect l="l" t="t" r="r" b="b"/>
              <a:pathLst>
                <a:path w="34288" h="19836" extrusionOk="0">
                  <a:moveTo>
                    <a:pt x="33966" y="0"/>
                  </a:moveTo>
                  <a:cubicBezTo>
                    <a:pt x="33938" y="0"/>
                    <a:pt x="33909" y="6"/>
                    <a:pt x="33879" y="19"/>
                  </a:cubicBezTo>
                  <a:lnTo>
                    <a:pt x="255" y="19433"/>
                  </a:lnTo>
                  <a:cubicBezTo>
                    <a:pt x="0" y="19497"/>
                    <a:pt x="81" y="19835"/>
                    <a:pt x="322" y="19835"/>
                  </a:cubicBezTo>
                  <a:cubicBezTo>
                    <a:pt x="333" y="19835"/>
                    <a:pt x="344" y="19834"/>
                    <a:pt x="355" y="19833"/>
                  </a:cubicBezTo>
                  <a:lnTo>
                    <a:pt x="456" y="19833"/>
                  </a:lnTo>
                  <a:lnTo>
                    <a:pt x="34113" y="386"/>
                  </a:lnTo>
                  <a:cubicBezTo>
                    <a:pt x="34288" y="269"/>
                    <a:pt x="34157" y="0"/>
                    <a:pt x="339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6">
              <a:extLst>
                <a:ext uri="{FF2B5EF4-FFF2-40B4-BE49-F238E27FC236}">
                  <a16:creationId xmlns:a16="http://schemas.microsoft.com/office/drawing/2014/main" id="{9696980A-9F29-8215-4FBC-11421CC9BFC5}"/>
                </a:ext>
              </a:extLst>
            </p:cNvPr>
            <p:cNvSpPr/>
            <p:nvPr/>
          </p:nvSpPr>
          <p:spPr>
            <a:xfrm>
              <a:off x="2640400" y="3326150"/>
              <a:ext cx="853125" cy="497050"/>
            </a:xfrm>
            <a:custGeom>
              <a:avLst/>
              <a:gdLst/>
              <a:ahLst/>
              <a:cxnLst/>
              <a:rect l="l" t="t" r="r" b="b"/>
              <a:pathLst>
                <a:path w="34125" h="19882" extrusionOk="0">
                  <a:moveTo>
                    <a:pt x="33898" y="1"/>
                  </a:moveTo>
                  <a:cubicBezTo>
                    <a:pt x="33861" y="1"/>
                    <a:pt x="33824" y="12"/>
                    <a:pt x="33791" y="34"/>
                  </a:cubicBezTo>
                  <a:lnTo>
                    <a:pt x="134" y="19448"/>
                  </a:lnTo>
                  <a:cubicBezTo>
                    <a:pt x="33" y="19515"/>
                    <a:pt x="0" y="19648"/>
                    <a:pt x="67" y="19748"/>
                  </a:cubicBezTo>
                  <a:cubicBezTo>
                    <a:pt x="100" y="19815"/>
                    <a:pt x="167" y="19882"/>
                    <a:pt x="234" y="19882"/>
                  </a:cubicBezTo>
                  <a:cubicBezTo>
                    <a:pt x="300" y="19882"/>
                    <a:pt x="334" y="19848"/>
                    <a:pt x="367" y="19848"/>
                  </a:cubicBezTo>
                  <a:lnTo>
                    <a:pt x="33991" y="434"/>
                  </a:lnTo>
                  <a:cubicBezTo>
                    <a:pt x="34091" y="368"/>
                    <a:pt x="34124" y="234"/>
                    <a:pt x="34091" y="134"/>
                  </a:cubicBezTo>
                  <a:cubicBezTo>
                    <a:pt x="34047" y="45"/>
                    <a:pt x="33973" y="1"/>
                    <a:pt x="338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6">
              <a:extLst>
                <a:ext uri="{FF2B5EF4-FFF2-40B4-BE49-F238E27FC236}">
                  <a16:creationId xmlns:a16="http://schemas.microsoft.com/office/drawing/2014/main" id="{B8F5E051-1EC0-BB93-69A8-D57103D4B222}"/>
                </a:ext>
              </a:extLst>
            </p:cNvPr>
            <p:cNvSpPr/>
            <p:nvPr/>
          </p:nvSpPr>
          <p:spPr>
            <a:xfrm>
              <a:off x="2659575" y="3369900"/>
              <a:ext cx="856650" cy="496675"/>
            </a:xfrm>
            <a:custGeom>
              <a:avLst/>
              <a:gdLst/>
              <a:ahLst/>
              <a:cxnLst/>
              <a:rect l="l" t="t" r="r" b="b"/>
              <a:pathLst>
                <a:path w="34266" h="19867" extrusionOk="0">
                  <a:moveTo>
                    <a:pt x="33945" y="0"/>
                  </a:moveTo>
                  <a:cubicBezTo>
                    <a:pt x="33917" y="0"/>
                    <a:pt x="33888" y="6"/>
                    <a:pt x="33858" y="19"/>
                  </a:cubicBezTo>
                  <a:lnTo>
                    <a:pt x="234" y="19466"/>
                  </a:lnTo>
                  <a:cubicBezTo>
                    <a:pt x="0" y="19566"/>
                    <a:pt x="100" y="19866"/>
                    <a:pt x="334" y="19866"/>
                  </a:cubicBezTo>
                  <a:cubicBezTo>
                    <a:pt x="367" y="19866"/>
                    <a:pt x="401" y="19866"/>
                    <a:pt x="434" y="19833"/>
                  </a:cubicBezTo>
                  <a:lnTo>
                    <a:pt x="34091" y="386"/>
                  </a:lnTo>
                  <a:cubicBezTo>
                    <a:pt x="34266" y="269"/>
                    <a:pt x="34136" y="0"/>
                    <a:pt x="339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6">
              <a:extLst>
                <a:ext uri="{FF2B5EF4-FFF2-40B4-BE49-F238E27FC236}">
                  <a16:creationId xmlns:a16="http://schemas.microsoft.com/office/drawing/2014/main" id="{F5E053CE-A882-5E22-7013-D044D38B9991}"/>
                </a:ext>
              </a:extLst>
            </p:cNvPr>
            <p:cNvSpPr/>
            <p:nvPr/>
          </p:nvSpPr>
          <p:spPr>
            <a:xfrm>
              <a:off x="2686250" y="3411600"/>
              <a:ext cx="855000" cy="496675"/>
            </a:xfrm>
            <a:custGeom>
              <a:avLst/>
              <a:gdLst/>
              <a:ahLst/>
              <a:cxnLst/>
              <a:rect l="l" t="t" r="r" b="b"/>
              <a:pathLst>
                <a:path w="34200" h="19867" extrusionOk="0">
                  <a:moveTo>
                    <a:pt x="33888" y="0"/>
                  </a:moveTo>
                  <a:cubicBezTo>
                    <a:pt x="33858" y="0"/>
                    <a:pt x="33825" y="6"/>
                    <a:pt x="33792" y="19"/>
                  </a:cubicBezTo>
                  <a:lnTo>
                    <a:pt x="168" y="19466"/>
                  </a:lnTo>
                  <a:cubicBezTo>
                    <a:pt x="34" y="19499"/>
                    <a:pt x="1" y="19633"/>
                    <a:pt x="67" y="19733"/>
                  </a:cubicBezTo>
                  <a:cubicBezTo>
                    <a:pt x="101" y="19799"/>
                    <a:pt x="168" y="19866"/>
                    <a:pt x="268" y="19866"/>
                  </a:cubicBezTo>
                  <a:cubicBezTo>
                    <a:pt x="301" y="19866"/>
                    <a:pt x="334" y="19866"/>
                    <a:pt x="368" y="19833"/>
                  </a:cubicBezTo>
                  <a:lnTo>
                    <a:pt x="34025" y="385"/>
                  </a:lnTo>
                  <a:cubicBezTo>
                    <a:pt x="34200" y="269"/>
                    <a:pt x="34095" y="0"/>
                    <a:pt x="338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6">
              <a:extLst>
                <a:ext uri="{FF2B5EF4-FFF2-40B4-BE49-F238E27FC236}">
                  <a16:creationId xmlns:a16="http://schemas.microsoft.com/office/drawing/2014/main" id="{2A313DFF-CDC7-7751-6336-9FEDC4854231}"/>
                </a:ext>
              </a:extLst>
            </p:cNvPr>
            <p:cNvSpPr/>
            <p:nvPr/>
          </p:nvSpPr>
          <p:spPr>
            <a:xfrm>
              <a:off x="3398425" y="2685675"/>
              <a:ext cx="835625" cy="470125"/>
            </a:xfrm>
            <a:custGeom>
              <a:avLst/>
              <a:gdLst/>
              <a:ahLst/>
              <a:cxnLst/>
              <a:rect l="l" t="t" r="r" b="b"/>
              <a:pathLst>
                <a:path w="33425" h="18805" extrusionOk="0">
                  <a:moveTo>
                    <a:pt x="31526" y="1"/>
                  </a:moveTo>
                  <a:cubicBezTo>
                    <a:pt x="30642" y="1"/>
                    <a:pt x="29589" y="309"/>
                    <a:pt x="28855" y="735"/>
                  </a:cubicBezTo>
                  <a:lnTo>
                    <a:pt x="1135" y="16713"/>
                  </a:lnTo>
                  <a:cubicBezTo>
                    <a:pt x="101" y="17314"/>
                    <a:pt x="1" y="18048"/>
                    <a:pt x="835" y="18515"/>
                  </a:cubicBezTo>
                  <a:cubicBezTo>
                    <a:pt x="1199" y="18704"/>
                    <a:pt x="1685" y="18804"/>
                    <a:pt x="2205" y="18804"/>
                  </a:cubicBezTo>
                  <a:cubicBezTo>
                    <a:pt x="2875" y="18804"/>
                    <a:pt x="3603" y="18638"/>
                    <a:pt x="4204" y="18281"/>
                  </a:cubicBezTo>
                  <a:lnTo>
                    <a:pt x="32224" y="2136"/>
                  </a:lnTo>
                  <a:cubicBezTo>
                    <a:pt x="33258" y="1536"/>
                    <a:pt x="33425" y="535"/>
                    <a:pt x="32491" y="168"/>
                  </a:cubicBezTo>
                  <a:cubicBezTo>
                    <a:pt x="32220" y="52"/>
                    <a:pt x="31887" y="1"/>
                    <a:pt x="3152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6">
              <a:extLst>
                <a:ext uri="{FF2B5EF4-FFF2-40B4-BE49-F238E27FC236}">
                  <a16:creationId xmlns:a16="http://schemas.microsoft.com/office/drawing/2014/main" id="{33947CBB-FF2B-6776-F8F6-6C77830B8773}"/>
                </a:ext>
              </a:extLst>
            </p:cNvPr>
            <p:cNvSpPr/>
            <p:nvPr/>
          </p:nvSpPr>
          <p:spPr>
            <a:xfrm>
              <a:off x="3501000" y="2742100"/>
              <a:ext cx="810600" cy="471500"/>
            </a:xfrm>
            <a:custGeom>
              <a:avLst/>
              <a:gdLst/>
              <a:ahLst/>
              <a:cxnLst/>
              <a:rect l="l" t="t" r="r" b="b"/>
              <a:pathLst>
                <a:path w="32424" h="18860" extrusionOk="0">
                  <a:moveTo>
                    <a:pt x="32137" y="0"/>
                  </a:moveTo>
                  <a:cubicBezTo>
                    <a:pt x="32109" y="0"/>
                    <a:pt x="32082" y="4"/>
                    <a:pt x="32057" y="13"/>
                  </a:cubicBezTo>
                  <a:lnTo>
                    <a:pt x="134" y="18459"/>
                  </a:lnTo>
                  <a:cubicBezTo>
                    <a:pt x="34" y="18493"/>
                    <a:pt x="1" y="18626"/>
                    <a:pt x="67" y="18759"/>
                  </a:cubicBezTo>
                  <a:cubicBezTo>
                    <a:pt x="101" y="18826"/>
                    <a:pt x="167" y="18860"/>
                    <a:pt x="268" y="18860"/>
                  </a:cubicBezTo>
                  <a:cubicBezTo>
                    <a:pt x="301" y="18860"/>
                    <a:pt x="334" y="18860"/>
                    <a:pt x="368" y="18826"/>
                  </a:cubicBezTo>
                  <a:lnTo>
                    <a:pt x="32257" y="413"/>
                  </a:lnTo>
                  <a:cubicBezTo>
                    <a:pt x="32357" y="346"/>
                    <a:pt x="32424" y="213"/>
                    <a:pt x="32357" y="113"/>
                  </a:cubicBezTo>
                  <a:cubicBezTo>
                    <a:pt x="32307" y="38"/>
                    <a:pt x="32220" y="0"/>
                    <a:pt x="321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6">
              <a:extLst>
                <a:ext uri="{FF2B5EF4-FFF2-40B4-BE49-F238E27FC236}">
                  <a16:creationId xmlns:a16="http://schemas.microsoft.com/office/drawing/2014/main" id="{8BDC5990-68E0-EB7B-91A4-85F552015A74}"/>
                </a:ext>
              </a:extLst>
            </p:cNvPr>
            <p:cNvSpPr/>
            <p:nvPr/>
          </p:nvSpPr>
          <p:spPr>
            <a:xfrm>
              <a:off x="3534350" y="2777400"/>
              <a:ext cx="811450" cy="472050"/>
            </a:xfrm>
            <a:custGeom>
              <a:avLst/>
              <a:gdLst/>
              <a:ahLst/>
              <a:cxnLst/>
              <a:rect l="l" t="t" r="r" b="b"/>
              <a:pathLst>
                <a:path w="32458" h="18882" extrusionOk="0">
                  <a:moveTo>
                    <a:pt x="32205" y="0"/>
                  </a:moveTo>
                  <a:cubicBezTo>
                    <a:pt x="32166" y="0"/>
                    <a:pt x="32126" y="11"/>
                    <a:pt x="32091" y="35"/>
                  </a:cubicBezTo>
                  <a:lnTo>
                    <a:pt x="134" y="18448"/>
                  </a:lnTo>
                  <a:cubicBezTo>
                    <a:pt x="34" y="18515"/>
                    <a:pt x="1" y="18648"/>
                    <a:pt x="34" y="18748"/>
                  </a:cubicBezTo>
                  <a:cubicBezTo>
                    <a:pt x="101" y="18815"/>
                    <a:pt x="168" y="18882"/>
                    <a:pt x="234" y="18882"/>
                  </a:cubicBezTo>
                  <a:cubicBezTo>
                    <a:pt x="268" y="18882"/>
                    <a:pt x="301" y="18849"/>
                    <a:pt x="335" y="18849"/>
                  </a:cubicBezTo>
                  <a:lnTo>
                    <a:pt x="32291" y="402"/>
                  </a:lnTo>
                  <a:cubicBezTo>
                    <a:pt x="32391" y="335"/>
                    <a:pt x="32457" y="202"/>
                    <a:pt x="32391" y="102"/>
                  </a:cubicBezTo>
                  <a:cubicBezTo>
                    <a:pt x="32348" y="37"/>
                    <a:pt x="32277" y="0"/>
                    <a:pt x="322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6">
              <a:extLst>
                <a:ext uri="{FF2B5EF4-FFF2-40B4-BE49-F238E27FC236}">
                  <a16:creationId xmlns:a16="http://schemas.microsoft.com/office/drawing/2014/main" id="{234503AA-6AA4-3C6C-745A-973D57AB6FDD}"/>
                </a:ext>
              </a:extLst>
            </p:cNvPr>
            <p:cNvSpPr/>
            <p:nvPr/>
          </p:nvSpPr>
          <p:spPr>
            <a:xfrm>
              <a:off x="3565150" y="3277525"/>
              <a:ext cx="111850" cy="379725"/>
            </a:xfrm>
            <a:custGeom>
              <a:avLst/>
              <a:gdLst/>
              <a:ahLst/>
              <a:cxnLst/>
              <a:rect l="l" t="t" r="r" b="b"/>
              <a:pathLst>
                <a:path w="4474" h="15189" extrusionOk="0">
                  <a:moveTo>
                    <a:pt x="262" y="0"/>
                  </a:moveTo>
                  <a:cubicBezTo>
                    <a:pt x="134" y="0"/>
                    <a:pt x="1" y="142"/>
                    <a:pt x="103" y="245"/>
                  </a:cubicBezTo>
                  <a:cubicBezTo>
                    <a:pt x="1371" y="1746"/>
                    <a:pt x="2338" y="3447"/>
                    <a:pt x="3005" y="5281"/>
                  </a:cubicBezTo>
                  <a:cubicBezTo>
                    <a:pt x="3639" y="7149"/>
                    <a:pt x="4006" y="9084"/>
                    <a:pt x="4106" y="11052"/>
                  </a:cubicBezTo>
                  <a:lnTo>
                    <a:pt x="4106" y="11219"/>
                  </a:lnTo>
                  <a:cubicBezTo>
                    <a:pt x="4139" y="12053"/>
                    <a:pt x="4139" y="12053"/>
                    <a:pt x="4139" y="13354"/>
                  </a:cubicBezTo>
                  <a:lnTo>
                    <a:pt x="4139" y="15022"/>
                  </a:lnTo>
                  <a:cubicBezTo>
                    <a:pt x="4139" y="15122"/>
                    <a:pt x="4206" y="15189"/>
                    <a:pt x="4306" y="15189"/>
                  </a:cubicBezTo>
                  <a:cubicBezTo>
                    <a:pt x="4406" y="15189"/>
                    <a:pt x="4473" y="15089"/>
                    <a:pt x="4473" y="15022"/>
                  </a:cubicBezTo>
                  <a:lnTo>
                    <a:pt x="4473" y="13321"/>
                  </a:lnTo>
                  <a:cubicBezTo>
                    <a:pt x="4473" y="12020"/>
                    <a:pt x="4473" y="12020"/>
                    <a:pt x="4440" y="11152"/>
                  </a:cubicBezTo>
                  <a:lnTo>
                    <a:pt x="4440" y="11019"/>
                  </a:lnTo>
                  <a:cubicBezTo>
                    <a:pt x="4306" y="9017"/>
                    <a:pt x="3939" y="7049"/>
                    <a:pt x="3272" y="5181"/>
                  </a:cubicBezTo>
                  <a:cubicBezTo>
                    <a:pt x="2605" y="3313"/>
                    <a:pt x="1638" y="1579"/>
                    <a:pt x="370" y="44"/>
                  </a:cubicBezTo>
                  <a:cubicBezTo>
                    <a:pt x="339" y="13"/>
                    <a:pt x="301" y="0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6">
              <a:extLst>
                <a:ext uri="{FF2B5EF4-FFF2-40B4-BE49-F238E27FC236}">
                  <a16:creationId xmlns:a16="http://schemas.microsoft.com/office/drawing/2014/main" id="{6EF5AA5B-42C5-FE4B-FF9A-C8049B724105}"/>
                </a:ext>
              </a:extLst>
            </p:cNvPr>
            <p:cNvSpPr/>
            <p:nvPr/>
          </p:nvSpPr>
          <p:spPr>
            <a:xfrm>
              <a:off x="3648600" y="3109325"/>
              <a:ext cx="346125" cy="221400"/>
            </a:xfrm>
            <a:custGeom>
              <a:avLst/>
              <a:gdLst/>
              <a:ahLst/>
              <a:cxnLst/>
              <a:rect l="l" t="t" r="r" b="b"/>
              <a:pathLst>
                <a:path w="13845" h="8856" extrusionOk="0">
                  <a:moveTo>
                    <a:pt x="12824" y="1"/>
                  </a:moveTo>
                  <a:cubicBezTo>
                    <a:pt x="12729" y="1"/>
                    <a:pt x="12632" y="23"/>
                    <a:pt x="12543" y="68"/>
                  </a:cubicBezTo>
                  <a:lnTo>
                    <a:pt x="334" y="7106"/>
                  </a:lnTo>
                  <a:cubicBezTo>
                    <a:pt x="68" y="7273"/>
                    <a:pt x="1" y="7606"/>
                    <a:pt x="168" y="7840"/>
                  </a:cubicBezTo>
                  <a:cubicBezTo>
                    <a:pt x="334" y="8073"/>
                    <a:pt x="501" y="8307"/>
                    <a:pt x="635" y="8574"/>
                  </a:cubicBezTo>
                  <a:cubicBezTo>
                    <a:pt x="724" y="8752"/>
                    <a:pt x="902" y="8855"/>
                    <a:pt x="1089" y="8855"/>
                  </a:cubicBezTo>
                  <a:cubicBezTo>
                    <a:pt x="1183" y="8855"/>
                    <a:pt x="1280" y="8829"/>
                    <a:pt x="1369" y="8774"/>
                  </a:cubicBezTo>
                  <a:lnTo>
                    <a:pt x="13511" y="1769"/>
                  </a:lnTo>
                  <a:cubicBezTo>
                    <a:pt x="13744" y="1635"/>
                    <a:pt x="13844" y="1302"/>
                    <a:pt x="13711" y="1035"/>
                  </a:cubicBezTo>
                  <a:cubicBezTo>
                    <a:pt x="13611" y="768"/>
                    <a:pt x="13444" y="501"/>
                    <a:pt x="13310" y="268"/>
                  </a:cubicBezTo>
                  <a:cubicBezTo>
                    <a:pt x="13199" y="90"/>
                    <a:pt x="13014" y="1"/>
                    <a:pt x="1282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6">
              <a:extLst>
                <a:ext uri="{FF2B5EF4-FFF2-40B4-BE49-F238E27FC236}">
                  <a16:creationId xmlns:a16="http://schemas.microsoft.com/office/drawing/2014/main" id="{2059442E-1B93-D626-1EDB-2510D6384757}"/>
                </a:ext>
              </a:extLst>
            </p:cNvPr>
            <p:cNvSpPr/>
            <p:nvPr/>
          </p:nvSpPr>
          <p:spPr>
            <a:xfrm>
              <a:off x="3691975" y="2954900"/>
              <a:ext cx="757225" cy="468200"/>
            </a:xfrm>
            <a:custGeom>
              <a:avLst/>
              <a:gdLst/>
              <a:ahLst/>
              <a:cxnLst/>
              <a:rect l="l" t="t" r="r" b="b"/>
              <a:pathLst>
                <a:path w="30289" h="18728" extrusionOk="0">
                  <a:moveTo>
                    <a:pt x="29554" y="1"/>
                  </a:moveTo>
                  <a:cubicBezTo>
                    <a:pt x="29472" y="1"/>
                    <a:pt x="29391" y="24"/>
                    <a:pt x="29321" y="74"/>
                  </a:cubicBezTo>
                  <a:lnTo>
                    <a:pt x="401" y="16785"/>
                  </a:lnTo>
                  <a:cubicBezTo>
                    <a:pt x="134" y="16952"/>
                    <a:pt x="0" y="17286"/>
                    <a:pt x="101" y="17586"/>
                  </a:cubicBezTo>
                  <a:cubicBezTo>
                    <a:pt x="167" y="17853"/>
                    <a:pt x="267" y="18120"/>
                    <a:pt x="334" y="18420"/>
                  </a:cubicBezTo>
                  <a:cubicBezTo>
                    <a:pt x="381" y="18606"/>
                    <a:pt x="540" y="18727"/>
                    <a:pt x="723" y="18727"/>
                  </a:cubicBezTo>
                  <a:cubicBezTo>
                    <a:pt x="803" y="18727"/>
                    <a:pt x="887" y="18704"/>
                    <a:pt x="968" y="18653"/>
                  </a:cubicBezTo>
                  <a:lnTo>
                    <a:pt x="29888" y="1975"/>
                  </a:lnTo>
                  <a:cubicBezTo>
                    <a:pt x="30155" y="1808"/>
                    <a:pt x="30289" y="1475"/>
                    <a:pt x="30222" y="1174"/>
                  </a:cubicBezTo>
                  <a:cubicBezTo>
                    <a:pt x="30122" y="874"/>
                    <a:pt x="30055" y="607"/>
                    <a:pt x="29989" y="340"/>
                  </a:cubicBezTo>
                  <a:cubicBezTo>
                    <a:pt x="29942" y="129"/>
                    <a:pt x="29747" y="1"/>
                    <a:pt x="2955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6">
              <a:extLst>
                <a:ext uri="{FF2B5EF4-FFF2-40B4-BE49-F238E27FC236}">
                  <a16:creationId xmlns:a16="http://schemas.microsoft.com/office/drawing/2014/main" id="{937D2F9F-80AF-878E-8D1F-9F3E5B9FA7DE}"/>
                </a:ext>
              </a:extLst>
            </p:cNvPr>
            <p:cNvSpPr/>
            <p:nvPr/>
          </p:nvSpPr>
          <p:spPr>
            <a:xfrm>
              <a:off x="3691975" y="2954900"/>
              <a:ext cx="757225" cy="468200"/>
            </a:xfrm>
            <a:custGeom>
              <a:avLst/>
              <a:gdLst/>
              <a:ahLst/>
              <a:cxnLst/>
              <a:rect l="l" t="t" r="r" b="b"/>
              <a:pathLst>
                <a:path w="30289" h="18728" extrusionOk="0">
                  <a:moveTo>
                    <a:pt x="29554" y="1"/>
                  </a:moveTo>
                  <a:cubicBezTo>
                    <a:pt x="29472" y="1"/>
                    <a:pt x="29391" y="24"/>
                    <a:pt x="29321" y="74"/>
                  </a:cubicBezTo>
                  <a:lnTo>
                    <a:pt x="401" y="16785"/>
                  </a:lnTo>
                  <a:cubicBezTo>
                    <a:pt x="134" y="16952"/>
                    <a:pt x="0" y="17286"/>
                    <a:pt x="101" y="17586"/>
                  </a:cubicBezTo>
                  <a:cubicBezTo>
                    <a:pt x="167" y="17853"/>
                    <a:pt x="267" y="18120"/>
                    <a:pt x="334" y="18420"/>
                  </a:cubicBezTo>
                  <a:cubicBezTo>
                    <a:pt x="381" y="18606"/>
                    <a:pt x="540" y="18727"/>
                    <a:pt x="723" y="18727"/>
                  </a:cubicBezTo>
                  <a:cubicBezTo>
                    <a:pt x="803" y="18727"/>
                    <a:pt x="887" y="18704"/>
                    <a:pt x="968" y="18653"/>
                  </a:cubicBezTo>
                  <a:lnTo>
                    <a:pt x="29888" y="1975"/>
                  </a:lnTo>
                  <a:cubicBezTo>
                    <a:pt x="30155" y="1808"/>
                    <a:pt x="30289" y="1475"/>
                    <a:pt x="30222" y="1174"/>
                  </a:cubicBezTo>
                  <a:cubicBezTo>
                    <a:pt x="30122" y="874"/>
                    <a:pt x="30055" y="607"/>
                    <a:pt x="29989" y="340"/>
                  </a:cubicBezTo>
                  <a:cubicBezTo>
                    <a:pt x="29942" y="129"/>
                    <a:pt x="29747" y="1"/>
                    <a:pt x="29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6">
              <a:extLst>
                <a:ext uri="{FF2B5EF4-FFF2-40B4-BE49-F238E27FC236}">
                  <a16:creationId xmlns:a16="http://schemas.microsoft.com/office/drawing/2014/main" id="{872B341C-E689-B981-60FE-94B4B932D644}"/>
                </a:ext>
              </a:extLst>
            </p:cNvPr>
            <p:cNvSpPr/>
            <p:nvPr/>
          </p:nvSpPr>
          <p:spPr>
            <a:xfrm>
              <a:off x="3714500" y="3185225"/>
              <a:ext cx="517050" cy="336100"/>
            </a:xfrm>
            <a:custGeom>
              <a:avLst/>
              <a:gdLst/>
              <a:ahLst/>
              <a:cxnLst/>
              <a:rect l="l" t="t" r="r" b="b"/>
              <a:pathLst>
                <a:path w="20682" h="13444" extrusionOk="0">
                  <a:moveTo>
                    <a:pt x="20222" y="0"/>
                  </a:moveTo>
                  <a:cubicBezTo>
                    <a:pt x="20151" y="0"/>
                    <a:pt x="20079" y="21"/>
                    <a:pt x="20014" y="67"/>
                  </a:cubicBezTo>
                  <a:lnTo>
                    <a:pt x="434" y="11375"/>
                  </a:lnTo>
                  <a:cubicBezTo>
                    <a:pt x="167" y="11575"/>
                    <a:pt x="0" y="11876"/>
                    <a:pt x="33" y="12209"/>
                  </a:cubicBezTo>
                  <a:cubicBezTo>
                    <a:pt x="67" y="12509"/>
                    <a:pt x="100" y="12810"/>
                    <a:pt x="134" y="13110"/>
                  </a:cubicBezTo>
                  <a:cubicBezTo>
                    <a:pt x="109" y="13303"/>
                    <a:pt x="277" y="13443"/>
                    <a:pt x="448" y="13443"/>
                  </a:cubicBezTo>
                  <a:cubicBezTo>
                    <a:pt x="513" y="13443"/>
                    <a:pt x="578" y="13423"/>
                    <a:pt x="634" y="13377"/>
                  </a:cubicBezTo>
                  <a:lnTo>
                    <a:pt x="20248" y="2069"/>
                  </a:lnTo>
                  <a:cubicBezTo>
                    <a:pt x="20515" y="1902"/>
                    <a:pt x="20682" y="1568"/>
                    <a:pt x="20682" y="1235"/>
                  </a:cubicBezTo>
                  <a:cubicBezTo>
                    <a:pt x="20648" y="934"/>
                    <a:pt x="20615" y="634"/>
                    <a:pt x="20581" y="334"/>
                  </a:cubicBezTo>
                  <a:cubicBezTo>
                    <a:pt x="20581" y="141"/>
                    <a:pt x="20407" y="0"/>
                    <a:pt x="2022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6">
              <a:extLst>
                <a:ext uri="{FF2B5EF4-FFF2-40B4-BE49-F238E27FC236}">
                  <a16:creationId xmlns:a16="http://schemas.microsoft.com/office/drawing/2014/main" id="{115EDA88-665D-F298-1B47-50029850D46A}"/>
                </a:ext>
              </a:extLst>
            </p:cNvPr>
            <p:cNvSpPr/>
            <p:nvPr/>
          </p:nvSpPr>
          <p:spPr>
            <a:xfrm>
              <a:off x="3714500" y="3185225"/>
              <a:ext cx="517050" cy="336100"/>
            </a:xfrm>
            <a:custGeom>
              <a:avLst/>
              <a:gdLst/>
              <a:ahLst/>
              <a:cxnLst/>
              <a:rect l="l" t="t" r="r" b="b"/>
              <a:pathLst>
                <a:path w="20682" h="13444" extrusionOk="0">
                  <a:moveTo>
                    <a:pt x="20222" y="0"/>
                  </a:moveTo>
                  <a:cubicBezTo>
                    <a:pt x="20151" y="0"/>
                    <a:pt x="20079" y="21"/>
                    <a:pt x="20014" y="67"/>
                  </a:cubicBezTo>
                  <a:lnTo>
                    <a:pt x="434" y="11375"/>
                  </a:lnTo>
                  <a:cubicBezTo>
                    <a:pt x="167" y="11575"/>
                    <a:pt x="0" y="11876"/>
                    <a:pt x="33" y="12209"/>
                  </a:cubicBezTo>
                  <a:cubicBezTo>
                    <a:pt x="67" y="12509"/>
                    <a:pt x="100" y="12810"/>
                    <a:pt x="134" y="13110"/>
                  </a:cubicBezTo>
                  <a:cubicBezTo>
                    <a:pt x="109" y="13303"/>
                    <a:pt x="277" y="13443"/>
                    <a:pt x="448" y="13443"/>
                  </a:cubicBezTo>
                  <a:cubicBezTo>
                    <a:pt x="513" y="13443"/>
                    <a:pt x="578" y="13423"/>
                    <a:pt x="634" y="13377"/>
                  </a:cubicBezTo>
                  <a:lnTo>
                    <a:pt x="20248" y="2069"/>
                  </a:lnTo>
                  <a:cubicBezTo>
                    <a:pt x="20515" y="1902"/>
                    <a:pt x="20682" y="1568"/>
                    <a:pt x="20682" y="1235"/>
                  </a:cubicBezTo>
                  <a:cubicBezTo>
                    <a:pt x="20648" y="934"/>
                    <a:pt x="20615" y="634"/>
                    <a:pt x="20581" y="334"/>
                  </a:cubicBezTo>
                  <a:cubicBezTo>
                    <a:pt x="20581" y="141"/>
                    <a:pt x="20407" y="0"/>
                    <a:pt x="202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6">
              <a:extLst>
                <a:ext uri="{FF2B5EF4-FFF2-40B4-BE49-F238E27FC236}">
                  <a16:creationId xmlns:a16="http://schemas.microsoft.com/office/drawing/2014/main" id="{8F08B41C-B459-9813-B0B0-E3B03CE5D1AF}"/>
                </a:ext>
              </a:extLst>
            </p:cNvPr>
            <p:cNvSpPr/>
            <p:nvPr/>
          </p:nvSpPr>
          <p:spPr>
            <a:xfrm>
              <a:off x="3719500" y="3446925"/>
              <a:ext cx="233525" cy="173775"/>
            </a:xfrm>
            <a:custGeom>
              <a:avLst/>
              <a:gdLst/>
              <a:ahLst/>
              <a:cxnLst/>
              <a:rect l="l" t="t" r="r" b="b"/>
              <a:pathLst>
                <a:path w="9341" h="6951" extrusionOk="0">
                  <a:moveTo>
                    <a:pt x="9075" y="1"/>
                  </a:moveTo>
                  <a:cubicBezTo>
                    <a:pt x="9012" y="1"/>
                    <a:pt x="8943" y="24"/>
                    <a:pt x="8873" y="73"/>
                  </a:cubicBezTo>
                  <a:lnTo>
                    <a:pt x="467" y="4910"/>
                  </a:lnTo>
                  <a:cubicBezTo>
                    <a:pt x="167" y="5077"/>
                    <a:pt x="0" y="5410"/>
                    <a:pt x="0" y="5744"/>
                  </a:cubicBezTo>
                  <a:lnTo>
                    <a:pt x="0" y="6611"/>
                  </a:lnTo>
                  <a:cubicBezTo>
                    <a:pt x="0" y="6822"/>
                    <a:pt x="99" y="6951"/>
                    <a:pt x="250" y="6951"/>
                  </a:cubicBezTo>
                  <a:cubicBezTo>
                    <a:pt x="314" y="6951"/>
                    <a:pt x="388" y="6928"/>
                    <a:pt x="467" y="6878"/>
                  </a:cubicBezTo>
                  <a:lnTo>
                    <a:pt x="8873" y="2041"/>
                  </a:lnTo>
                  <a:cubicBezTo>
                    <a:pt x="9140" y="1875"/>
                    <a:pt x="9307" y="1574"/>
                    <a:pt x="9340" y="1207"/>
                  </a:cubicBezTo>
                  <a:lnTo>
                    <a:pt x="9340" y="340"/>
                  </a:lnTo>
                  <a:cubicBezTo>
                    <a:pt x="9340" y="129"/>
                    <a:pt x="9225" y="1"/>
                    <a:pt x="9075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6">
              <a:extLst>
                <a:ext uri="{FF2B5EF4-FFF2-40B4-BE49-F238E27FC236}">
                  <a16:creationId xmlns:a16="http://schemas.microsoft.com/office/drawing/2014/main" id="{328EFDE6-1164-85B4-71A5-2C76C16775CF}"/>
                </a:ext>
              </a:extLst>
            </p:cNvPr>
            <p:cNvSpPr/>
            <p:nvPr/>
          </p:nvSpPr>
          <p:spPr>
            <a:xfrm>
              <a:off x="3719500" y="3446925"/>
              <a:ext cx="233525" cy="173775"/>
            </a:xfrm>
            <a:custGeom>
              <a:avLst/>
              <a:gdLst/>
              <a:ahLst/>
              <a:cxnLst/>
              <a:rect l="l" t="t" r="r" b="b"/>
              <a:pathLst>
                <a:path w="9341" h="6951" extrusionOk="0">
                  <a:moveTo>
                    <a:pt x="9075" y="1"/>
                  </a:moveTo>
                  <a:cubicBezTo>
                    <a:pt x="9012" y="1"/>
                    <a:pt x="8943" y="24"/>
                    <a:pt x="8873" y="73"/>
                  </a:cubicBezTo>
                  <a:lnTo>
                    <a:pt x="467" y="4910"/>
                  </a:lnTo>
                  <a:cubicBezTo>
                    <a:pt x="167" y="5077"/>
                    <a:pt x="0" y="5410"/>
                    <a:pt x="0" y="5744"/>
                  </a:cubicBezTo>
                  <a:lnTo>
                    <a:pt x="0" y="6611"/>
                  </a:lnTo>
                  <a:cubicBezTo>
                    <a:pt x="0" y="6822"/>
                    <a:pt x="99" y="6951"/>
                    <a:pt x="250" y="6951"/>
                  </a:cubicBezTo>
                  <a:cubicBezTo>
                    <a:pt x="314" y="6951"/>
                    <a:pt x="388" y="6928"/>
                    <a:pt x="467" y="6878"/>
                  </a:cubicBezTo>
                  <a:lnTo>
                    <a:pt x="8873" y="2041"/>
                  </a:lnTo>
                  <a:cubicBezTo>
                    <a:pt x="9140" y="1875"/>
                    <a:pt x="9307" y="1574"/>
                    <a:pt x="9340" y="1207"/>
                  </a:cubicBezTo>
                  <a:lnTo>
                    <a:pt x="9340" y="340"/>
                  </a:lnTo>
                  <a:cubicBezTo>
                    <a:pt x="9340" y="129"/>
                    <a:pt x="9225" y="1"/>
                    <a:pt x="9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6">
              <a:extLst>
                <a:ext uri="{FF2B5EF4-FFF2-40B4-BE49-F238E27FC236}">
                  <a16:creationId xmlns:a16="http://schemas.microsoft.com/office/drawing/2014/main" id="{C562D5C3-C282-455B-0A3A-9248C66573A3}"/>
                </a:ext>
              </a:extLst>
            </p:cNvPr>
            <p:cNvSpPr/>
            <p:nvPr/>
          </p:nvSpPr>
          <p:spPr>
            <a:xfrm>
              <a:off x="3711150" y="3241925"/>
              <a:ext cx="758900" cy="462850"/>
            </a:xfrm>
            <a:custGeom>
              <a:avLst/>
              <a:gdLst/>
              <a:ahLst/>
              <a:cxnLst/>
              <a:rect l="l" t="t" r="r" b="b"/>
              <a:pathLst>
                <a:path w="30356" h="18514" extrusionOk="0">
                  <a:moveTo>
                    <a:pt x="30222" y="1"/>
                  </a:moveTo>
                  <a:cubicBezTo>
                    <a:pt x="30122" y="1"/>
                    <a:pt x="30055" y="67"/>
                    <a:pt x="30055" y="167"/>
                  </a:cubicBezTo>
                  <a:lnTo>
                    <a:pt x="30055" y="935"/>
                  </a:lnTo>
                  <a:lnTo>
                    <a:pt x="27821" y="2202"/>
                  </a:lnTo>
                  <a:lnTo>
                    <a:pt x="27821" y="1635"/>
                  </a:lnTo>
                  <a:cubicBezTo>
                    <a:pt x="27804" y="1552"/>
                    <a:pt x="27729" y="1510"/>
                    <a:pt x="27658" y="1510"/>
                  </a:cubicBezTo>
                  <a:cubicBezTo>
                    <a:pt x="27587" y="1510"/>
                    <a:pt x="27520" y="1552"/>
                    <a:pt x="27520" y="1635"/>
                  </a:cubicBezTo>
                  <a:lnTo>
                    <a:pt x="27520" y="2402"/>
                  </a:lnTo>
                  <a:lnTo>
                    <a:pt x="25285" y="3670"/>
                  </a:lnTo>
                  <a:lnTo>
                    <a:pt x="25285" y="3136"/>
                  </a:lnTo>
                  <a:cubicBezTo>
                    <a:pt x="25302" y="3036"/>
                    <a:pt x="25210" y="2986"/>
                    <a:pt x="25119" y="2986"/>
                  </a:cubicBezTo>
                  <a:cubicBezTo>
                    <a:pt x="25027" y="2986"/>
                    <a:pt x="24935" y="3036"/>
                    <a:pt x="24952" y="3136"/>
                  </a:cubicBezTo>
                  <a:lnTo>
                    <a:pt x="24952" y="3870"/>
                  </a:lnTo>
                  <a:lnTo>
                    <a:pt x="22717" y="5138"/>
                  </a:lnTo>
                  <a:lnTo>
                    <a:pt x="22717" y="4604"/>
                  </a:lnTo>
                  <a:cubicBezTo>
                    <a:pt x="22717" y="4537"/>
                    <a:pt x="22650" y="4437"/>
                    <a:pt x="22583" y="4437"/>
                  </a:cubicBezTo>
                  <a:cubicBezTo>
                    <a:pt x="22483" y="4437"/>
                    <a:pt x="22417" y="4537"/>
                    <a:pt x="22417" y="4604"/>
                  </a:cubicBezTo>
                  <a:lnTo>
                    <a:pt x="22417" y="5338"/>
                  </a:lnTo>
                  <a:lnTo>
                    <a:pt x="20182" y="6605"/>
                  </a:lnTo>
                  <a:lnTo>
                    <a:pt x="20182" y="6105"/>
                  </a:lnTo>
                  <a:cubicBezTo>
                    <a:pt x="20182" y="5988"/>
                    <a:pt x="20107" y="5930"/>
                    <a:pt x="20032" y="5930"/>
                  </a:cubicBezTo>
                  <a:cubicBezTo>
                    <a:pt x="19957" y="5930"/>
                    <a:pt x="19882" y="5988"/>
                    <a:pt x="19882" y="6105"/>
                  </a:cubicBezTo>
                  <a:lnTo>
                    <a:pt x="19882" y="6806"/>
                  </a:lnTo>
                  <a:lnTo>
                    <a:pt x="17613" y="8106"/>
                  </a:lnTo>
                  <a:lnTo>
                    <a:pt x="17613" y="7573"/>
                  </a:lnTo>
                  <a:cubicBezTo>
                    <a:pt x="17647" y="7473"/>
                    <a:pt x="17547" y="7406"/>
                    <a:pt x="17480" y="7406"/>
                  </a:cubicBezTo>
                  <a:cubicBezTo>
                    <a:pt x="17380" y="7406"/>
                    <a:pt x="17313" y="7473"/>
                    <a:pt x="17313" y="7573"/>
                  </a:cubicBezTo>
                  <a:lnTo>
                    <a:pt x="17313" y="8273"/>
                  </a:lnTo>
                  <a:lnTo>
                    <a:pt x="15078" y="9574"/>
                  </a:lnTo>
                  <a:lnTo>
                    <a:pt x="15078" y="9040"/>
                  </a:lnTo>
                  <a:cubicBezTo>
                    <a:pt x="15061" y="8957"/>
                    <a:pt x="14986" y="8915"/>
                    <a:pt x="14916" y="8915"/>
                  </a:cubicBezTo>
                  <a:cubicBezTo>
                    <a:pt x="14845" y="8915"/>
                    <a:pt x="14778" y="8957"/>
                    <a:pt x="14778" y="9040"/>
                  </a:cubicBezTo>
                  <a:lnTo>
                    <a:pt x="14778" y="9741"/>
                  </a:lnTo>
                  <a:lnTo>
                    <a:pt x="12543" y="11042"/>
                  </a:lnTo>
                  <a:lnTo>
                    <a:pt x="12543" y="10542"/>
                  </a:lnTo>
                  <a:cubicBezTo>
                    <a:pt x="12526" y="10441"/>
                    <a:pt x="12451" y="10391"/>
                    <a:pt x="12376" y="10391"/>
                  </a:cubicBezTo>
                  <a:cubicBezTo>
                    <a:pt x="12301" y="10391"/>
                    <a:pt x="12226" y="10441"/>
                    <a:pt x="12209" y="10542"/>
                  </a:cubicBezTo>
                  <a:lnTo>
                    <a:pt x="12209" y="11209"/>
                  </a:lnTo>
                  <a:lnTo>
                    <a:pt x="9974" y="12510"/>
                  </a:lnTo>
                  <a:lnTo>
                    <a:pt x="9974" y="12043"/>
                  </a:lnTo>
                  <a:cubicBezTo>
                    <a:pt x="9958" y="11943"/>
                    <a:pt x="9891" y="11893"/>
                    <a:pt x="9824" y="11893"/>
                  </a:cubicBezTo>
                  <a:cubicBezTo>
                    <a:pt x="9758" y="11893"/>
                    <a:pt x="9691" y="11943"/>
                    <a:pt x="9674" y="12043"/>
                  </a:cubicBezTo>
                  <a:lnTo>
                    <a:pt x="9674" y="12710"/>
                  </a:lnTo>
                  <a:lnTo>
                    <a:pt x="7439" y="13977"/>
                  </a:lnTo>
                  <a:lnTo>
                    <a:pt x="7439" y="13510"/>
                  </a:lnTo>
                  <a:cubicBezTo>
                    <a:pt x="7423" y="13427"/>
                    <a:pt x="7348" y="13385"/>
                    <a:pt x="7273" y="13385"/>
                  </a:cubicBezTo>
                  <a:cubicBezTo>
                    <a:pt x="7197" y="13385"/>
                    <a:pt x="7122" y="13427"/>
                    <a:pt x="7106" y="13510"/>
                  </a:cubicBezTo>
                  <a:lnTo>
                    <a:pt x="7106" y="14177"/>
                  </a:lnTo>
                  <a:lnTo>
                    <a:pt x="4871" y="15478"/>
                  </a:lnTo>
                  <a:lnTo>
                    <a:pt x="4871" y="14978"/>
                  </a:lnTo>
                  <a:cubicBezTo>
                    <a:pt x="4871" y="14895"/>
                    <a:pt x="4804" y="14853"/>
                    <a:pt x="4733" y="14853"/>
                  </a:cubicBezTo>
                  <a:cubicBezTo>
                    <a:pt x="4662" y="14853"/>
                    <a:pt x="4587" y="14895"/>
                    <a:pt x="4571" y="14978"/>
                  </a:cubicBezTo>
                  <a:lnTo>
                    <a:pt x="4571" y="15645"/>
                  </a:lnTo>
                  <a:lnTo>
                    <a:pt x="2336" y="16946"/>
                  </a:lnTo>
                  <a:lnTo>
                    <a:pt x="2336" y="16479"/>
                  </a:lnTo>
                  <a:cubicBezTo>
                    <a:pt x="2319" y="16379"/>
                    <a:pt x="2252" y="16329"/>
                    <a:pt x="2186" y="16329"/>
                  </a:cubicBezTo>
                  <a:cubicBezTo>
                    <a:pt x="2119" y="16329"/>
                    <a:pt x="2052" y="16379"/>
                    <a:pt x="2035" y="16479"/>
                  </a:cubicBezTo>
                  <a:lnTo>
                    <a:pt x="2035" y="17113"/>
                  </a:lnTo>
                  <a:lnTo>
                    <a:pt x="101" y="18247"/>
                  </a:lnTo>
                  <a:cubicBezTo>
                    <a:pt x="1" y="18280"/>
                    <a:pt x="1" y="18381"/>
                    <a:pt x="34" y="18447"/>
                  </a:cubicBezTo>
                  <a:cubicBezTo>
                    <a:pt x="67" y="18481"/>
                    <a:pt x="101" y="18514"/>
                    <a:pt x="167" y="18514"/>
                  </a:cubicBezTo>
                  <a:lnTo>
                    <a:pt x="234" y="18514"/>
                  </a:lnTo>
                  <a:lnTo>
                    <a:pt x="2035" y="17480"/>
                  </a:lnTo>
                  <a:lnTo>
                    <a:pt x="2035" y="18114"/>
                  </a:lnTo>
                  <a:cubicBezTo>
                    <a:pt x="2052" y="18197"/>
                    <a:pt x="2119" y="18239"/>
                    <a:pt x="2186" y="18239"/>
                  </a:cubicBezTo>
                  <a:cubicBezTo>
                    <a:pt x="2252" y="18239"/>
                    <a:pt x="2319" y="18197"/>
                    <a:pt x="2336" y="18114"/>
                  </a:cubicBezTo>
                  <a:lnTo>
                    <a:pt x="2336" y="17280"/>
                  </a:lnTo>
                  <a:lnTo>
                    <a:pt x="4571" y="16012"/>
                  </a:lnTo>
                  <a:lnTo>
                    <a:pt x="4571" y="16613"/>
                  </a:lnTo>
                  <a:cubicBezTo>
                    <a:pt x="4587" y="16696"/>
                    <a:pt x="4662" y="16738"/>
                    <a:pt x="4733" y="16738"/>
                  </a:cubicBezTo>
                  <a:cubicBezTo>
                    <a:pt x="4804" y="16738"/>
                    <a:pt x="4871" y="16696"/>
                    <a:pt x="4871" y="16613"/>
                  </a:cubicBezTo>
                  <a:lnTo>
                    <a:pt x="4871" y="15812"/>
                  </a:lnTo>
                  <a:lnTo>
                    <a:pt x="7106" y="14511"/>
                  </a:lnTo>
                  <a:lnTo>
                    <a:pt x="7106" y="15145"/>
                  </a:lnTo>
                  <a:cubicBezTo>
                    <a:pt x="7122" y="15228"/>
                    <a:pt x="7197" y="15270"/>
                    <a:pt x="7273" y="15270"/>
                  </a:cubicBezTo>
                  <a:cubicBezTo>
                    <a:pt x="7348" y="15270"/>
                    <a:pt x="7423" y="15228"/>
                    <a:pt x="7439" y="15145"/>
                  </a:cubicBezTo>
                  <a:lnTo>
                    <a:pt x="7439" y="14344"/>
                  </a:lnTo>
                  <a:lnTo>
                    <a:pt x="9674" y="13043"/>
                  </a:lnTo>
                  <a:lnTo>
                    <a:pt x="9674" y="13644"/>
                  </a:lnTo>
                  <a:cubicBezTo>
                    <a:pt x="9691" y="13744"/>
                    <a:pt x="9758" y="13794"/>
                    <a:pt x="9824" y="13794"/>
                  </a:cubicBezTo>
                  <a:cubicBezTo>
                    <a:pt x="9891" y="13794"/>
                    <a:pt x="9958" y="13744"/>
                    <a:pt x="9974" y="13644"/>
                  </a:cubicBezTo>
                  <a:lnTo>
                    <a:pt x="9974" y="12877"/>
                  </a:lnTo>
                  <a:lnTo>
                    <a:pt x="12209" y="11576"/>
                  </a:lnTo>
                  <a:lnTo>
                    <a:pt x="12209" y="12176"/>
                  </a:lnTo>
                  <a:cubicBezTo>
                    <a:pt x="12226" y="12259"/>
                    <a:pt x="12301" y="12301"/>
                    <a:pt x="12376" y="12301"/>
                  </a:cubicBezTo>
                  <a:cubicBezTo>
                    <a:pt x="12451" y="12301"/>
                    <a:pt x="12526" y="12259"/>
                    <a:pt x="12543" y="12176"/>
                  </a:cubicBezTo>
                  <a:lnTo>
                    <a:pt x="12543" y="11409"/>
                  </a:lnTo>
                  <a:lnTo>
                    <a:pt x="14778" y="10108"/>
                  </a:lnTo>
                  <a:lnTo>
                    <a:pt x="14778" y="10675"/>
                  </a:lnTo>
                  <a:cubicBezTo>
                    <a:pt x="14778" y="10775"/>
                    <a:pt x="14845" y="10825"/>
                    <a:pt x="14916" y="10825"/>
                  </a:cubicBezTo>
                  <a:cubicBezTo>
                    <a:pt x="14986" y="10825"/>
                    <a:pt x="15061" y="10775"/>
                    <a:pt x="15078" y="10675"/>
                  </a:cubicBezTo>
                  <a:lnTo>
                    <a:pt x="15078" y="9941"/>
                  </a:lnTo>
                  <a:lnTo>
                    <a:pt x="17313" y="8640"/>
                  </a:lnTo>
                  <a:lnTo>
                    <a:pt x="17313" y="9241"/>
                  </a:lnTo>
                  <a:cubicBezTo>
                    <a:pt x="17313" y="9307"/>
                    <a:pt x="17380" y="9374"/>
                    <a:pt x="17480" y="9374"/>
                  </a:cubicBezTo>
                  <a:cubicBezTo>
                    <a:pt x="17547" y="9374"/>
                    <a:pt x="17613" y="9307"/>
                    <a:pt x="17613" y="9241"/>
                  </a:cubicBezTo>
                  <a:lnTo>
                    <a:pt x="17613" y="8473"/>
                  </a:lnTo>
                  <a:lnTo>
                    <a:pt x="19848" y="7172"/>
                  </a:lnTo>
                  <a:lnTo>
                    <a:pt x="19848" y="7740"/>
                  </a:lnTo>
                  <a:cubicBezTo>
                    <a:pt x="19848" y="7840"/>
                    <a:pt x="19932" y="7890"/>
                    <a:pt x="20015" y="7890"/>
                  </a:cubicBezTo>
                  <a:cubicBezTo>
                    <a:pt x="20098" y="7890"/>
                    <a:pt x="20182" y="7840"/>
                    <a:pt x="20182" y="7740"/>
                  </a:cubicBezTo>
                  <a:lnTo>
                    <a:pt x="20182" y="6972"/>
                  </a:lnTo>
                  <a:lnTo>
                    <a:pt x="22417" y="5671"/>
                  </a:lnTo>
                  <a:lnTo>
                    <a:pt x="22417" y="6238"/>
                  </a:lnTo>
                  <a:cubicBezTo>
                    <a:pt x="22417" y="6339"/>
                    <a:pt x="22483" y="6405"/>
                    <a:pt x="22550" y="6405"/>
                  </a:cubicBezTo>
                  <a:cubicBezTo>
                    <a:pt x="22650" y="6405"/>
                    <a:pt x="22717" y="6339"/>
                    <a:pt x="22717" y="6238"/>
                  </a:cubicBezTo>
                  <a:lnTo>
                    <a:pt x="22717" y="5505"/>
                  </a:lnTo>
                  <a:lnTo>
                    <a:pt x="24952" y="4204"/>
                  </a:lnTo>
                  <a:lnTo>
                    <a:pt x="24952" y="4771"/>
                  </a:lnTo>
                  <a:cubicBezTo>
                    <a:pt x="24969" y="4854"/>
                    <a:pt x="25044" y="4896"/>
                    <a:pt x="25114" y="4896"/>
                  </a:cubicBezTo>
                  <a:cubicBezTo>
                    <a:pt x="25185" y="4896"/>
                    <a:pt x="25252" y="4854"/>
                    <a:pt x="25252" y="4771"/>
                  </a:cubicBezTo>
                  <a:lnTo>
                    <a:pt x="25252" y="4037"/>
                  </a:lnTo>
                  <a:lnTo>
                    <a:pt x="27487" y="2736"/>
                  </a:lnTo>
                  <a:lnTo>
                    <a:pt x="27487" y="3270"/>
                  </a:lnTo>
                  <a:cubicBezTo>
                    <a:pt x="27504" y="3353"/>
                    <a:pt x="27579" y="3395"/>
                    <a:pt x="27654" y="3395"/>
                  </a:cubicBezTo>
                  <a:cubicBezTo>
                    <a:pt x="27729" y="3395"/>
                    <a:pt x="27804" y="3353"/>
                    <a:pt x="27821" y="3270"/>
                  </a:cubicBezTo>
                  <a:lnTo>
                    <a:pt x="27821" y="2569"/>
                  </a:lnTo>
                  <a:lnTo>
                    <a:pt x="30055" y="1268"/>
                  </a:lnTo>
                  <a:lnTo>
                    <a:pt x="30055" y="1802"/>
                  </a:lnTo>
                  <a:cubicBezTo>
                    <a:pt x="30072" y="1885"/>
                    <a:pt x="30139" y="1927"/>
                    <a:pt x="30206" y="1927"/>
                  </a:cubicBezTo>
                  <a:cubicBezTo>
                    <a:pt x="30272" y="1927"/>
                    <a:pt x="30339" y="1885"/>
                    <a:pt x="30356" y="1802"/>
                  </a:cubicBezTo>
                  <a:lnTo>
                    <a:pt x="30356" y="167"/>
                  </a:lnTo>
                  <a:cubicBezTo>
                    <a:pt x="30356" y="67"/>
                    <a:pt x="30289" y="1"/>
                    <a:pt x="302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6">
              <a:extLst>
                <a:ext uri="{FF2B5EF4-FFF2-40B4-BE49-F238E27FC236}">
                  <a16:creationId xmlns:a16="http://schemas.microsoft.com/office/drawing/2014/main" id="{A4B56EC0-5C65-4F16-2899-D00717999462}"/>
                </a:ext>
              </a:extLst>
            </p:cNvPr>
            <p:cNvSpPr/>
            <p:nvPr/>
          </p:nvSpPr>
          <p:spPr>
            <a:xfrm>
              <a:off x="3672800" y="3754800"/>
              <a:ext cx="180975" cy="277725"/>
            </a:xfrm>
            <a:custGeom>
              <a:avLst/>
              <a:gdLst/>
              <a:ahLst/>
              <a:cxnLst/>
              <a:rect l="l" t="t" r="r" b="b"/>
              <a:pathLst>
                <a:path w="7239" h="11109" extrusionOk="0">
                  <a:moveTo>
                    <a:pt x="7239" y="0"/>
                  </a:moveTo>
                  <a:lnTo>
                    <a:pt x="7239" y="0"/>
                  </a:lnTo>
                  <a:cubicBezTo>
                    <a:pt x="6638" y="134"/>
                    <a:pt x="6105" y="367"/>
                    <a:pt x="5604" y="668"/>
                  </a:cubicBezTo>
                  <a:cubicBezTo>
                    <a:pt x="2502" y="2469"/>
                    <a:pt x="0" y="7039"/>
                    <a:pt x="0" y="10808"/>
                  </a:cubicBezTo>
                  <a:lnTo>
                    <a:pt x="0" y="11108"/>
                  </a:lnTo>
                  <a:lnTo>
                    <a:pt x="5604" y="8573"/>
                  </a:lnTo>
                  <a:lnTo>
                    <a:pt x="7239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6">
              <a:extLst>
                <a:ext uri="{FF2B5EF4-FFF2-40B4-BE49-F238E27FC236}">
                  <a16:creationId xmlns:a16="http://schemas.microsoft.com/office/drawing/2014/main" id="{458AE236-8D25-C4E6-7067-9532FC1B046E}"/>
                </a:ext>
              </a:extLst>
            </p:cNvPr>
            <p:cNvSpPr/>
            <p:nvPr/>
          </p:nvSpPr>
          <p:spPr>
            <a:xfrm>
              <a:off x="3812900" y="3752850"/>
              <a:ext cx="140125" cy="216300"/>
            </a:xfrm>
            <a:custGeom>
              <a:avLst/>
              <a:gdLst/>
              <a:ahLst/>
              <a:cxnLst/>
              <a:rect l="l" t="t" r="r" b="b"/>
              <a:pathLst>
                <a:path w="5605" h="8652" extrusionOk="0">
                  <a:moveTo>
                    <a:pt x="2379" y="1"/>
                  </a:moveTo>
                  <a:cubicBezTo>
                    <a:pt x="2140" y="1"/>
                    <a:pt x="1891" y="26"/>
                    <a:pt x="1635" y="78"/>
                  </a:cubicBezTo>
                  <a:lnTo>
                    <a:pt x="0" y="8651"/>
                  </a:lnTo>
                  <a:lnTo>
                    <a:pt x="5538" y="5416"/>
                  </a:lnTo>
                  <a:cubicBezTo>
                    <a:pt x="5571" y="5082"/>
                    <a:pt x="5604" y="4715"/>
                    <a:pt x="5604" y="4381"/>
                  </a:cubicBezTo>
                  <a:cubicBezTo>
                    <a:pt x="5604" y="1625"/>
                    <a:pt x="4287" y="1"/>
                    <a:pt x="2379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6">
              <a:extLst>
                <a:ext uri="{FF2B5EF4-FFF2-40B4-BE49-F238E27FC236}">
                  <a16:creationId xmlns:a16="http://schemas.microsoft.com/office/drawing/2014/main" id="{8C580D18-BB24-3173-B89E-F4406B9B5D84}"/>
                </a:ext>
              </a:extLst>
            </p:cNvPr>
            <p:cNvSpPr/>
            <p:nvPr/>
          </p:nvSpPr>
          <p:spPr>
            <a:xfrm>
              <a:off x="3812900" y="3888225"/>
              <a:ext cx="138450" cy="80075"/>
            </a:xfrm>
            <a:custGeom>
              <a:avLst/>
              <a:gdLst/>
              <a:ahLst/>
              <a:cxnLst/>
              <a:rect l="l" t="t" r="r" b="b"/>
              <a:pathLst>
                <a:path w="5538" h="3203" extrusionOk="0">
                  <a:moveTo>
                    <a:pt x="5538" y="1"/>
                  </a:moveTo>
                  <a:lnTo>
                    <a:pt x="0" y="3203"/>
                  </a:lnTo>
                  <a:lnTo>
                    <a:pt x="4837" y="2903"/>
                  </a:lnTo>
                  <a:cubicBezTo>
                    <a:pt x="5171" y="1969"/>
                    <a:pt x="5437" y="1001"/>
                    <a:pt x="5538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6">
              <a:extLst>
                <a:ext uri="{FF2B5EF4-FFF2-40B4-BE49-F238E27FC236}">
                  <a16:creationId xmlns:a16="http://schemas.microsoft.com/office/drawing/2014/main" id="{BB3B2BCC-F661-3932-25FB-2EEE200DD8B1}"/>
                </a:ext>
              </a:extLst>
            </p:cNvPr>
            <p:cNvSpPr/>
            <p:nvPr/>
          </p:nvSpPr>
          <p:spPr>
            <a:xfrm>
              <a:off x="3672800" y="3959950"/>
              <a:ext cx="261050" cy="174150"/>
            </a:xfrm>
            <a:custGeom>
              <a:avLst/>
              <a:gdLst/>
              <a:ahLst/>
              <a:cxnLst/>
              <a:rect l="l" t="t" r="r" b="b"/>
              <a:pathLst>
                <a:path w="10442" h="6966" extrusionOk="0">
                  <a:moveTo>
                    <a:pt x="10441" y="0"/>
                  </a:moveTo>
                  <a:lnTo>
                    <a:pt x="5604" y="334"/>
                  </a:lnTo>
                  <a:lnTo>
                    <a:pt x="0" y="2902"/>
                  </a:lnTo>
                  <a:cubicBezTo>
                    <a:pt x="96" y="5481"/>
                    <a:pt x="1387" y="6965"/>
                    <a:pt x="3214" y="6965"/>
                  </a:cubicBezTo>
                  <a:cubicBezTo>
                    <a:pt x="3940" y="6965"/>
                    <a:pt x="4751" y="6731"/>
                    <a:pt x="5604" y="6238"/>
                  </a:cubicBezTo>
                  <a:cubicBezTo>
                    <a:pt x="7672" y="5037"/>
                    <a:pt x="9474" y="2635"/>
                    <a:pt x="1044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6">
              <a:extLst>
                <a:ext uri="{FF2B5EF4-FFF2-40B4-BE49-F238E27FC236}">
                  <a16:creationId xmlns:a16="http://schemas.microsoft.com/office/drawing/2014/main" id="{60D2A051-DA67-D8F6-96DE-F9756701EC77}"/>
                </a:ext>
              </a:extLst>
            </p:cNvPr>
            <p:cNvSpPr/>
            <p:nvPr/>
          </p:nvSpPr>
          <p:spPr>
            <a:xfrm>
              <a:off x="3812900" y="3752850"/>
              <a:ext cx="140125" cy="216300"/>
            </a:xfrm>
            <a:custGeom>
              <a:avLst/>
              <a:gdLst/>
              <a:ahLst/>
              <a:cxnLst/>
              <a:rect l="l" t="t" r="r" b="b"/>
              <a:pathLst>
                <a:path w="5605" h="8652" extrusionOk="0">
                  <a:moveTo>
                    <a:pt x="2379" y="1"/>
                  </a:moveTo>
                  <a:cubicBezTo>
                    <a:pt x="2140" y="1"/>
                    <a:pt x="1891" y="26"/>
                    <a:pt x="1635" y="78"/>
                  </a:cubicBezTo>
                  <a:lnTo>
                    <a:pt x="0" y="8651"/>
                  </a:lnTo>
                  <a:lnTo>
                    <a:pt x="5538" y="5416"/>
                  </a:lnTo>
                  <a:cubicBezTo>
                    <a:pt x="5571" y="5082"/>
                    <a:pt x="5604" y="4715"/>
                    <a:pt x="5604" y="4381"/>
                  </a:cubicBezTo>
                  <a:cubicBezTo>
                    <a:pt x="5604" y="1625"/>
                    <a:pt x="4287" y="1"/>
                    <a:pt x="2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6">
              <a:extLst>
                <a:ext uri="{FF2B5EF4-FFF2-40B4-BE49-F238E27FC236}">
                  <a16:creationId xmlns:a16="http://schemas.microsoft.com/office/drawing/2014/main" id="{0A5E98AC-94C3-DC7D-2A46-C640EEB64A5D}"/>
                </a:ext>
              </a:extLst>
            </p:cNvPr>
            <p:cNvSpPr/>
            <p:nvPr/>
          </p:nvSpPr>
          <p:spPr>
            <a:xfrm>
              <a:off x="3812900" y="3888225"/>
              <a:ext cx="138450" cy="80075"/>
            </a:xfrm>
            <a:custGeom>
              <a:avLst/>
              <a:gdLst/>
              <a:ahLst/>
              <a:cxnLst/>
              <a:rect l="l" t="t" r="r" b="b"/>
              <a:pathLst>
                <a:path w="5538" h="3203" extrusionOk="0">
                  <a:moveTo>
                    <a:pt x="5538" y="1"/>
                  </a:moveTo>
                  <a:lnTo>
                    <a:pt x="0" y="3203"/>
                  </a:lnTo>
                  <a:lnTo>
                    <a:pt x="4837" y="2903"/>
                  </a:lnTo>
                  <a:cubicBezTo>
                    <a:pt x="5171" y="1969"/>
                    <a:pt x="5437" y="1001"/>
                    <a:pt x="55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6">
              <a:extLst>
                <a:ext uri="{FF2B5EF4-FFF2-40B4-BE49-F238E27FC236}">
                  <a16:creationId xmlns:a16="http://schemas.microsoft.com/office/drawing/2014/main" id="{9F45E665-78C2-5828-DD10-DF6DD2A613FF}"/>
                </a:ext>
              </a:extLst>
            </p:cNvPr>
            <p:cNvSpPr/>
            <p:nvPr/>
          </p:nvSpPr>
          <p:spPr>
            <a:xfrm>
              <a:off x="3672800" y="3959950"/>
              <a:ext cx="261050" cy="174150"/>
            </a:xfrm>
            <a:custGeom>
              <a:avLst/>
              <a:gdLst/>
              <a:ahLst/>
              <a:cxnLst/>
              <a:rect l="l" t="t" r="r" b="b"/>
              <a:pathLst>
                <a:path w="10442" h="6966" extrusionOk="0">
                  <a:moveTo>
                    <a:pt x="10441" y="0"/>
                  </a:moveTo>
                  <a:lnTo>
                    <a:pt x="5604" y="334"/>
                  </a:lnTo>
                  <a:lnTo>
                    <a:pt x="0" y="2902"/>
                  </a:lnTo>
                  <a:cubicBezTo>
                    <a:pt x="96" y="5481"/>
                    <a:pt x="1387" y="6965"/>
                    <a:pt x="3214" y="6965"/>
                  </a:cubicBezTo>
                  <a:cubicBezTo>
                    <a:pt x="3940" y="6965"/>
                    <a:pt x="4751" y="6731"/>
                    <a:pt x="5604" y="6238"/>
                  </a:cubicBezTo>
                  <a:cubicBezTo>
                    <a:pt x="7672" y="5037"/>
                    <a:pt x="9474" y="2635"/>
                    <a:pt x="10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6">
              <a:extLst>
                <a:ext uri="{FF2B5EF4-FFF2-40B4-BE49-F238E27FC236}">
                  <a16:creationId xmlns:a16="http://schemas.microsoft.com/office/drawing/2014/main" id="{7F3CA5B6-D042-50AF-847C-51EA8BC78834}"/>
                </a:ext>
              </a:extLst>
            </p:cNvPr>
            <p:cNvSpPr/>
            <p:nvPr/>
          </p:nvSpPr>
          <p:spPr>
            <a:xfrm>
              <a:off x="3667800" y="3749475"/>
              <a:ext cx="191825" cy="288875"/>
            </a:xfrm>
            <a:custGeom>
              <a:avLst/>
              <a:gdLst/>
              <a:ahLst/>
              <a:cxnLst/>
              <a:rect l="l" t="t" r="r" b="b"/>
              <a:pathLst>
                <a:path w="7673" h="11555" extrusionOk="0">
                  <a:moveTo>
                    <a:pt x="7139" y="514"/>
                  </a:moveTo>
                  <a:lnTo>
                    <a:pt x="5571" y="8619"/>
                  </a:lnTo>
                  <a:lnTo>
                    <a:pt x="400" y="10988"/>
                  </a:lnTo>
                  <a:cubicBezTo>
                    <a:pt x="434" y="7285"/>
                    <a:pt x="2869" y="2849"/>
                    <a:pt x="5904" y="1081"/>
                  </a:cubicBezTo>
                  <a:cubicBezTo>
                    <a:pt x="6305" y="847"/>
                    <a:pt x="6705" y="647"/>
                    <a:pt x="7139" y="514"/>
                  </a:cubicBezTo>
                  <a:close/>
                  <a:moveTo>
                    <a:pt x="7445" y="0"/>
                  </a:moveTo>
                  <a:cubicBezTo>
                    <a:pt x="7423" y="0"/>
                    <a:pt x="7399" y="4"/>
                    <a:pt x="7372" y="13"/>
                  </a:cubicBezTo>
                  <a:cubicBezTo>
                    <a:pt x="6772" y="147"/>
                    <a:pt x="6205" y="380"/>
                    <a:pt x="5704" y="680"/>
                  </a:cubicBezTo>
                  <a:cubicBezTo>
                    <a:pt x="2535" y="2548"/>
                    <a:pt x="0" y="7185"/>
                    <a:pt x="0" y="11021"/>
                  </a:cubicBezTo>
                  <a:lnTo>
                    <a:pt x="0" y="11355"/>
                  </a:lnTo>
                  <a:cubicBezTo>
                    <a:pt x="0" y="11421"/>
                    <a:pt x="33" y="11488"/>
                    <a:pt x="100" y="11521"/>
                  </a:cubicBezTo>
                  <a:cubicBezTo>
                    <a:pt x="134" y="11555"/>
                    <a:pt x="167" y="11555"/>
                    <a:pt x="200" y="11555"/>
                  </a:cubicBezTo>
                  <a:lnTo>
                    <a:pt x="300" y="11555"/>
                  </a:lnTo>
                  <a:lnTo>
                    <a:pt x="5904" y="8986"/>
                  </a:lnTo>
                  <a:cubicBezTo>
                    <a:pt x="5938" y="8953"/>
                    <a:pt x="6004" y="8886"/>
                    <a:pt x="6004" y="8820"/>
                  </a:cubicBezTo>
                  <a:lnTo>
                    <a:pt x="7639" y="247"/>
                  </a:lnTo>
                  <a:cubicBezTo>
                    <a:pt x="7672" y="180"/>
                    <a:pt x="7639" y="113"/>
                    <a:pt x="7572" y="80"/>
                  </a:cubicBezTo>
                  <a:cubicBezTo>
                    <a:pt x="7548" y="31"/>
                    <a:pt x="7505" y="0"/>
                    <a:pt x="7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6">
              <a:extLst>
                <a:ext uri="{FF2B5EF4-FFF2-40B4-BE49-F238E27FC236}">
                  <a16:creationId xmlns:a16="http://schemas.microsoft.com/office/drawing/2014/main" id="{B5D0726D-7F6D-FBF2-8253-C123C568F038}"/>
                </a:ext>
              </a:extLst>
            </p:cNvPr>
            <p:cNvSpPr/>
            <p:nvPr/>
          </p:nvSpPr>
          <p:spPr>
            <a:xfrm>
              <a:off x="3807050" y="3747050"/>
              <a:ext cx="150975" cy="227100"/>
            </a:xfrm>
            <a:custGeom>
              <a:avLst/>
              <a:gdLst/>
              <a:ahLst/>
              <a:cxnLst/>
              <a:rect l="l" t="t" r="r" b="b"/>
              <a:pathLst>
                <a:path w="6039" h="9084" extrusionOk="0">
                  <a:moveTo>
                    <a:pt x="2667" y="448"/>
                  </a:moveTo>
                  <a:cubicBezTo>
                    <a:pt x="3259" y="448"/>
                    <a:pt x="3828" y="636"/>
                    <a:pt x="4304" y="1011"/>
                  </a:cubicBezTo>
                  <a:cubicBezTo>
                    <a:pt x="5171" y="1711"/>
                    <a:pt x="5638" y="2979"/>
                    <a:pt x="5638" y="4613"/>
                  </a:cubicBezTo>
                  <a:cubicBezTo>
                    <a:pt x="5638" y="4914"/>
                    <a:pt x="5605" y="5214"/>
                    <a:pt x="5571" y="5514"/>
                  </a:cubicBezTo>
                  <a:lnTo>
                    <a:pt x="568" y="8416"/>
                  </a:lnTo>
                  <a:lnTo>
                    <a:pt x="568" y="8416"/>
                  </a:lnTo>
                  <a:lnTo>
                    <a:pt x="2069" y="511"/>
                  </a:lnTo>
                  <a:cubicBezTo>
                    <a:pt x="2269" y="469"/>
                    <a:pt x="2469" y="448"/>
                    <a:pt x="2667" y="448"/>
                  </a:cubicBezTo>
                  <a:close/>
                  <a:moveTo>
                    <a:pt x="2614" y="1"/>
                  </a:moveTo>
                  <a:cubicBezTo>
                    <a:pt x="2343" y="1"/>
                    <a:pt x="2070" y="36"/>
                    <a:pt x="1802" y="110"/>
                  </a:cubicBezTo>
                  <a:cubicBezTo>
                    <a:pt x="1735" y="110"/>
                    <a:pt x="1669" y="177"/>
                    <a:pt x="1635" y="277"/>
                  </a:cubicBezTo>
                  <a:lnTo>
                    <a:pt x="1" y="8816"/>
                  </a:lnTo>
                  <a:cubicBezTo>
                    <a:pt x="1" y="8917"/>
                    <a:pt x="34" y="8983"/>
                    <a:pt x="101" y="9050"/>
                  </a:cubicBezTo>
                  <a:cubicBezTo>
                    <a:pt x="134" y="9083"/>
                    <a:pt x="168" y="9083"/>
                    <a:pt x="234" y="9083"/>
                  </a:cubicBezTo>
                  <a:cubicBezTo>
                    <a:pt x="268" y="9083"/>
                    <a:pt x="301" y="9083"/>
                    <a:pt x="334" y="9050"/>
                  </a:cubicBezTo>
                  <a:lnTo>
                    <a:pt x="5872" y="5848"/>
                  </a:lnTo>
                  <a:cubicBezTo>
                    <a:pt x="5938" y="5814"/>
                    <a:pt x="5972" y="5748"/>
                    <a:pt x="6005" y="5681"/>
                  </a:cubicBezTo>
                  <a:cubicBezTo>
                    <a:pt x="6038" y="5314"/>
                    <a:pt x="6038" y="4980"/>
                    <a:pt x="6038" y="4613"/>
                  </a:cubicBezTo>
                  <a:cubicBezTo>
                    <a:pt x="6038" y="2846"/>
                    <a:pt x="5538" y="1478"/>
                    <a:pt x="4571" y="677"/>
                  </a:cubicBezTo>
                  <a:cubicBezTo>
                    <a:pt x="4016" y="243"/>
                    <a:pt x="3322" y="1"/>
                    <a:pt x="26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6">
              <a:extLst>
                <a:ext uri="{FF2B5EF4-FFF2-40B4-BE49-F238E27FC236}">
                  <a16:creationId xmlns:a16="http://schemas.microsoft.com/office/drawing/2014/main" id="{9193AC34-FF8D-9AE9-21A1-CF869976D431}"/>
                </a:ext>
              </a:extLst>
            </p:cNvPr>
            <p:cNvSpPr/>
            <p:nvPr/>
          </p:nvSpPr>
          <p:spPr>
            <a:xfrm>
              <a:off x="3806225" y="3882600"/>
              <a:ext cx="150975" cy="91550"/>
            </a:xfrm>
            <a:custGeom>
              <a:avLst/>
              <a:gdLst/>
              <a:ahLst/>
              <a:cxnLst/>
              <a:rect l="l" t="t" r="r" b="b"/>
              <a:pathLst>
                <a:path w="6039" h="3662" extrusionOk="0">
                  <a:moveTo>
                    <a:pt x="5538" y="659"/>
                  </a:moveTo>
                  <a:lnTo>
                    <a:pt x="5538" y="659"/>
                  </a:lnTo>
                  <a:cubicBezTo>
                    <a:pt x="5404" y="1393"/>
                    <a:pt x="5204" y="2160"/>
                    <a:pt x="4937" y="2894"/>
                  </a:cubicBezTo>
                  <a:lnTo>
                    <a:pt x="1201" y="3161"/>
                  </a:lnTo>
                  <a:lnTo>
                    <a:pt x="5538" y="659"/>
                  </a:lnTo>
                  <a:close/>
                  <a:moveTo>
                    <a:pt x="5809" y="0"/>
                  </a:moveTo>
                  <a:cubicBezTo>
                    <a:pt x="5771" y="0"/>
                    <a:pt x="5738" y="9"/>
                    <a:pt x="5704" y="25"/>
                  </a:cubicBezTo>
                  <a:lnTo>
                    <a:pt x="134" y="3261"/>
                  </a:lnTo>
                  <a:cubicBezTo>
                    <a:pt x="67" y="3294"/>
                    <a:pt x="0" y="3428"/>
                    <a:pt x="67" y="3528"/>
                  </a:cubicBezTo>
                  <a:cubicBezTo>
                    <a:pt x="67" y="3595"/>
                    <a:pt x="167" y="3661"/>
                    <a:pt x="267" y="3661"/>
                  </a:cubicBezTo>
                  <a:lnTo>
                    <a:pt x="267" y="3628"/>
                  </a:lnTo>
                  <a:lnTo>
                    <a:pt x="5104" y="3294"/>
                  </a:lnTo>
                  <a:cubicBezTo>
                    <a:pt x="5204" y="3294"/>
                    <a:pt x="5271" y="3228"/>
                    <a:pt x="5304" y="3161"/>
                  </a:cubicBezTo>
                  <a:cubicBezTo>
                    <a:pt x="5671" y="2227"/>
                    <a:pt x="5905" y="1260"/>
                    <a:pt x="6038" y="259"/>
                  </a:cubicBezTo>
                  <a:cubicBezTo>
                    <a:pt x="6038" y="159"/>
                    <a:pt x="6005" y="92"/>
                    <a:pt x="5938" y="25"/>
                  </a:cubicBezTo>
                  <a:cubicBezTo>
                    <a:pt x="5888" y="9"/>
                    <a:pt x="5846" y="0"/>
                    <a:pt x="5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6">
              <a:extLst>
                <a:ext uri="{FF2B5EF4-FFF2-40B4-BE49-F238E27FC236}">
                  <a16:creationId xmlns:a16="http://schemas.microsoft.com/office/drawing/2014/main" id="{E044BD15-CD4D-CDF9-6BD2-B5F592C08913}"/>
                </a:ext>
              </a:extLst>
            </p:cNvPr>
            <p:cNvSpPr/>
            <p:nvPr/>
          </p:nvSpPr>
          <p:spPr>
            <a:xfrm>
              <a:off x="3666950" y="3955450"/>
              <a:ext cx="272725" cy="184650"/>
            </a:xfrm>
            <a:custGeom>
              <a:avLst/>
              <a:gdLst/>
              <a:ahLst/>
              <a:cxnLst/>
              <a:rect l="l" t="t" r="r" b="b"/>
              <a:pathLst>
                <a:path w="10909" h="7386" extrusionOk="0">
                  <a:moveTo>
                    <a:pt x="10341" y="414"/>
                  </a:moveTo>
                  <a:lnTo>
                    <a:pt x="10341" y="414"/>
                  </a:lnTo>
                  <a:cubicBezTo>
                    <a:pt x="9341" y="2949"/>
                    <a:pt x="7573" y="5150"/>
                    <a:pt x="5705" y="6218"/>
                  </a:cubicBezTo>
                  <a:cubicBezTo>
                    <a:pt x="4916" y="6691"/>
                    <a:pt x="4150" y="6931"/>
                    <a:pt x="3456" y="6931"/>
                  </a:cubicBezTo>
                  <a:cubicBezTo>
                    <a:pt x="2977" y="6931"/>
                    <a:pt x="2531" y="6817"/>
                    <a:pt x="2136" y="6585"/>
                  </a:cubicBezTo>
                  <a:cubicBezTo>
                    <a:pt x="1135" y="6051"/>
                    <a:pt x="568" y="4850"/>
                    <a:pt x="468" y="3216"/>
                  </a:cubicBezTo>
                  <a:lnTo>
                    <a:pt x="5872" y="747"/>
                  </a:lnTo>
                  <a:lnTo>
                    <a:pt x="10341" y="414"/>
                  </a:lnTo>
                  <a:close/>
                  <a:moveTo>
                    <a:pt x="10715" y="0"/>
                  </a:moveTo>
                  <a:cubicBezTo>
                    <a:pt x="10693" y="0"/>
                    <a:pt x="10669" y="5"/>
                    <a:pt x="10642" y="13"/>
                  </a:cubicBezTo>
                  <a:lnTo>
                    <a:pt x="5805" y="347"/>
                  </a:lnTo>
                  <a:cubicBezTo>
                    <a:pt x="5805" y="330"/>
                    <a:pt x="5797" y="322"/>
                    <a:pt x="5784" y="322"/>
                  </a:cubicBezTo>
                  <a:cubicBezTo>
                    <a:pt x="5772" y="322"/>
                    <a:pt x="5755" y="330"/>
                    <a:pt x="5738" y="347"/>
                  </a:cubicBezTo>
                  <a:lnTo>
                    <a:pt x="134" y="2882"/>
                  </a:lnTo>
                  <a:cubicBezTo>
                    <a:pt x="67" y="2916"/>
                    <a:pt x="1" y="3016"/>
                    <a:pt x="34" y="3116"/>
                  </a:cubicBezTo>
                  <a:cubicBezTo>
                    <a:pt x="101" y="4984"/>
                    <a:pt x="768" y="6351"/>
                    <a:pt x="1935" y="7018"/>
                  </a:cubicBezTo>
                  <a:cubicBezTo>
                    <a:pt x="2402" y="7252"/>
                    <a:pt x="2903" y="7385"/>
                    <a:pt x="3437" y="7385"/>
                  </a:cubicBezTo>
                  <a:cubicBezTo>
                    <a:pt x="4337" y="7352"/>
                    <a:pt x="5204" y="7119"/>
                    <a:pt x="5938" y="6652"/>
                  </a:cubicBezTo>
                  <a:cubicBezTo>
                    <a:pt x="7973" y="5484"/>
                    <a:pt x="9874" y="3049"/>
                    <a:pt x="10875" y="280"/>
                  </a:cubicBezTo>
                  <a:cubicBezTo>
                    <a:pt x="10909" y="214"/>
                    <a:pt x="10909" y="147"/>
                    <a:pt x="10842" y="80"/>
                  </a:cubicBezTo>
                  <a:cubicBezTo>
                    <a:pt x="10817" y="31"/>
                    <a:pt x="10775" y="0"/>
                    <a:pt x="10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6">
              <a:extLst>
                <a:ext uri="{FF2B5EF4-FFF2-40B4-BE49-F238E27FC236}">
                  <a16:creationId xmlns:a16="http://schemas.microsoft.com/office/drawing/2014/main" id="{3F44BB39-154E-40BE-DC16-F999917B8033}"/>
                </a:ext>
              </a:extLst>
            </p:cNvPr>
            <p:cNvSpPr/>
            <p:nvPr/>
          </p:nvSpPr>
          <p:spPr>
            <a:xfrm>
              <a:off x="4185650" y="3528800"/>
              <a:ext cx="140975" cy="272725"/>
            </a:xfrm>
            <a:custGeom>
              <a:avLst/>
              <a:gdLst/>
              <a:ahLst/>
              <a:cxnLst/>
              <a:rect l="l" t="t" r="r" b="b"/>
              <a:pathLst>
                <a:path w="5639" h="10909" extrusionOk="0">
                  <a:moveTo>
                    <a:pt x="3103" y="1"/>
                  </a:moveTo>
                  <a:cubicBezTo>
                    <a:pt x="1268" y="2202"/>
                    <a:pt x="34" y="5271"/>
                    <a:pt x="34" y="7940"/>
                  </a:cubicBezTo>
                  <a:cubicBezTo>
                    <a:pt x="1" y="8974"/>
                    <a:pt x="234" y="10008"/>
                    <a:pt x="735" y="10908"/>
                  </a:cubicBezTo>
                  <a:lnTo>
                    <a:pt x="5638" y="4737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6">
              <a:extLst>
                <a:ext uri="{FF2B5EF4-FFF2-40B4-BE49-F238E27FC236}">
                  <a16:creationId xmlns:a16="http://schemas.microsoft.com/office/drawing/2014/main" id="{CBED4504-4D96-976E-5AD0-FB668BEE572C}"/>
                </a:ext>
              </a:extLst>
            </p:cNvPr>
            <p:cNvSpPr/>
            <p:nvPr/>
          </p:nvSpPr>
          <p:spPr>
            <a:xfrm>
              <a:off x="4263225" y="3455425"/>
              <a:ext cx="126775" cy="190975"/>
            </a:xfrm>
            <a:custGeom>
              <a:avLst/>
              <a:gdLst/>
              <a:ahLst/>
              <a:cxnLst/>
              <a:rect l="l" t="t" r="r" b="b"/>
              <a:pathLst>
                <a:path w="5071" h="7639" extrusionOk="0">
                  <a:moveTo>
                    <a:pt x="5070" y="0"/>
                  </a:moveTo>
                  <a:cubicBezTo>
                    <a:pt x="4170" y="0"/>
                    <a:pt x="3269" y="234"/>
                    <a:pt x="2535" y="734"/>
                  </a:cubicBezTo>
                  <a:cubicBezTo>
                    <a:pt x="1568" y="1301"/>
                    <a:pt x="701" y="2068"/>
                    <a:pt x="0" y="2936"/>
                  </a:cubicBezTo>
                  <a:lnTo>
                    <a:pt x="2535" y="7639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6">
              <a:extLst>
                <a:ext uri="{FF2B5EF4-FFF2-40B4-BE49-F238E27FC236}">
                  <a16:creationId xmlns:a16="http://schemas.microsoft.com/office/drawing/2014/main" id="{424B4343-2BF0-D053-1A5C-2001AE81BB67}"/>
                </a:ext>
              </a:extLst>
            </p:cNvPr>
            <p:cNvSpPr/>
            <p:nvPr/>
          </p:nvSpPr>
          <p:spPr>
            <a:xfrm>
              <a:off x="4326600" y="3455425"/>
              <a:ext cx="126775" cy="191825"/>
            </a:xfrm>
            <a:custGeom>
              <a:avLst/>
              <a:gdLst/>
              <a:ahLst/>
              <a:cxnLst/>
              <a:rect l="l" t="t" r="r" b="b"/>
              <a:pathLst>
                <a:path w="5071" h="7673" extrusionOk="0">
                  <a:moveTo>
                    <a:pt x="2535" y="0"/>
                  </a:moveTo>
                  <a:lnTo>
                    <a:pt x="0" y="7672"/>
                  </a:lnTo>
                  <a:lnTo>
                    <a:pt x="0" y="7672"/>
                  </a:lnTo>
                  <a:lnTo>
                    <a:pt x="5071" y="1801"/>
                  </a:lnTo>
                  <a:cubicBezTo>
                    <a:pt x="4637" y="734"/>
                    <a:pt x="3636" y="67"/>
                    <a:pt x="253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6">
              <a:extLst>
                <a:ext uri="{FF2B5EF4-FFF2-40B4-BE49-F238E27FC236}">
                  <a16:creationId xmlns:a16="http://schemas.microsoft.com/office/drawing/2014/main" id="{75FD8AE8-ADFF-0982-6EAE-4291ADD3AA57}"/>
                </a:ext>
              </a:extLst>
            </p:cNvPr>
            <p:cNvSpPr/>
            <p:nvPr/>
          </p:nvSpPr>
          <p:spPr>
            <a:xfrm>
              <a:off x="4204000" y="3500450"/>
              <a:ext cx="263550" cy="337875"/>
            </a:xfrm>
            <a:custGeom>
              <a:avLst/>
              <a:gdLst/>
              <a:ahLst/>
              <a:cxnLst/>
              <a:rect l="l" t="t" r="r" b="b"/>
              <a:pathLst>
                <a:path w="10542" h="13515" extrusionOk="0">
                  <a:moveTo>
                    <a:pt x="9975" y="0"/>
                  </a:moveTo>
                  <a:lnTo>
                    <a:pt x="4904" y="5871"/>
                  </a:lnTo>
                  <a:lnTo>
                    <a:pt x="1" y="12076"/>
                  </a:lnTo>
                  <a:cubicBezTo>
                    <a:pt x="575" y="13007"/>
                    <a:pt x="1456" y="13515"/>
                    <a:pt x="2517" y="13515"/>
                  </a:cubicBezTo>
                  <a:cubicBezTo>
                    <a:pt x="3242" y="13515"/>
                    <a:pt x="4051" y="13277"/>
                    <a:pt x="4904" y="12776"/>
                  </a:cubicBezTo>
                  <a:cubicBezTo>
                    <a:pt x="8006" y="11008"/>
                    <a:pt x="10508" y="6438"/>
                    <a:pt x="10508" y="2636"/>
                  </a:cubicBezTo>
                  <a:cubicBezTo>
                    <a:pt x="10542" y="1702"/>
                    <a:pt x="10341" y="801"/>
                    <a:pt x="997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6">
              <a:extLst>
                <a:ext uri="{FF2B5EF4-FFF2-40B4-BE49-F238E27FC236}">
                  <a16:creationId xmlns:a16="http://schemas.microsoft.com/office/drawing/2014/main" id="{AC25E9E2-0971-7E15-EC53-F3C45E15D283}"/>
                </a:ext>
              </a:extLst>
            </p:cNvPr>
            <p:cNvSpPr/>
            <p:nvPr/>
          </p:nvSpPr>
          <p:spPr>
            <a:xfrm>
              <a:off x="4263225" y="3455425"/>
              <a:ext cx="126775" cy="190975"/>
            </a:xfrm>
            <a:custGeom>
              <a:avLst/>
              <a:gdLst/>
              <a:ahLst/>
              <a:cxnLst/>
              <a:rect l="l" t="t" r="r" b="b"/>
              <a:pathLst>
                <a:path w="5071" h="7639" extrusionOk="0">
                  <a:moveTo>
                    <a:pt x="5070" y="0"/>
                  </a:moveTo>
                  <a:cubicBezTo>
                    <a:pt x="4170" y="0"/>
                    <a:pt x="3269" y="234"/>
                    <a:pt x="2535" y="734"/>
                  </a:cubicBezTo>
                  <a:cubicBezTo>
                    <a:pt x="1568" y="1301"/>
                    <a:pt x="701" y="2068"/>
                    <a:pt x="0" y="2936"/>
                  </a:cubicBezTo>
                  <a:lnTo>
                    <a:pt x="2535" y="7639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6">
              <a:extLst>
                <a:ext uri="{FF2B5EF4-FFF2-40B4-BE49-F238E27FC236}">
                  <a16:creationId xmlns:a16="http://schemas.microsoft.com/office/drawing/2014/main" id="{78D9B46A-78D7-F2B9-70A6-2C43C4FDA42B}"/>
                </a:ext>
              </a:extLst>
            </p:cNvPr>
            <p:cNvSpPr/>
            <p:nvPr/>
          </p:nvSpPr>
          <p:spPr>
            <a:xfrm>
              <a:off x="4326600" y="3455425"/>
              <a:ext cx="126775" cy="191825"/>
            </a:xfrm>
            <a:custGeom>
              <a:avLst/>
              <a:gdLst/>
              <a:ahLst/>
              <a:cxnLst/>
              <a:rect l="l" t="t" r="r" b="b"/>
              <a:pathLst>
                <a:path w="5071" h="7673" extrusionOk="0">
                  <a:moveTo>
                    <a:pt x="2535" y="0"/>
                  </a:moveTo>
                  <a:lnTo>
                    <a:pt x="0" y="7672"/>
                  </a:lnTo>
                  <a:lnTo>
                    <a:pt x="0" y="7672"/>
                  </a:lnTo>
                  <a:lnTo>
                    <a:pt x="5071" y="1801"/>
                  </a:lnTo>
                  <a:cubicBezTo>
                    <a:pt x="4637" y="734"/>
                    <a:pt x="3636" y="67"/>
                    <a:pt x="2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6">
              <a:extLst>
                <a:ext uri="{FF2B5EF4-FFF2-40B4-BE49-F238E27FC236}">
                  <a16:creationId xmlns:a16="http://schemas.microsoft.com/office/drawing/2014/main" id="{F239B334-41F9-B497-6CC2-D575A6C3D4C5}"/>
                </a:ext>
              </a:extLst>
            </p:cNvPr>
            <p:cNvSpPr/>
            <p:nvPr/>
          </p:nvSpPr>
          <p:spPr>
            <a:xfrm>
              <a:off x="4204000" y="3500450"/>
              <a:ext cx="263550" cy="337875"/>
            </a:xfrm>
            <a:custGeom>
              <a:avLst/>
              <a:gdLst/>
              <a:ahLst/>
              <a:cxnLst/>
              <a:rect l="l" t="t" r="r" b="b"/>
              <a:pathLst>
                <a:path w="10542" h="13515" extrusionOk="0">
                  <a:moveTo>
                    <a:pt x="9975" y="0"/>
                  </a:moveTo>
                  <a:lnTo>
                    <a:pt x="4904" y="5871"/>
                  </a:lnTo>
                  <a:lnTo>
                    <a:pt x="1" y="12076"/>
                  </a:lnTo>
                  <a:cubicBezTo>
                    <a:pt x="575" y="13007"/>
                    <a:pt x="1456" y="13515"/>
                    <a:pt x="2517" y="13515"/>
                  </a:cubicBezTo>
                  <a:cubicBezTo>
                    <a:pt x="3242" y="13515"/>
                    <a:pt x="4051" y="13277"/>
                    <a:pt x="4904" y="12776"/>
                  </a:cubicBezTo>
                  <a:cubicBezTo>
                    <a:pt x="8006" y="11008"/>
                    <a:pt x="10508" y="6438"/>
                    <a:pt x="10508" y="2636"/>
                  </a:cubicBezTo>
                  <a:cubicBezTo>
                    <a:pt x="10542" y="1702"/>
                    <a:pt x="10341" y="801"/>
                    <a:pt x="99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6">
              <a:extLst>
                <a:ext uri="{FF2B5EF4-FFF2-40B4-BE49-F238E27FC236}">
                  <a16:creationId xmlns:a16="http://schemas.microsoft.com/office/drawing/2014/main" id="{1190D81A-503C-039C-0C5A-162D467727FE}"/>
                </a:ext>
              </a:extLst>
            </p:cNvPr>
            <p:cNvSpPr/>
            <p:nvPr/>
          </p:nvSpPr>
          <p:spPr>
            <a:xfrm>
              <a:off x="4180650" y="3522975"/>
              <a:ext cx="151800" cy="284375"/>
            </a:xfrm>
            <a:custGeom>
              <a:avLst/>
              <a:gdLst/>
              <a:ahLst/>
              <a:cxnLst/>
              <a:rect l="l" t="t" r="r" b="b"/>
              <a:pathLst>
                <a:path w="6072" h="11375" extrusionOk="0">
                  <a:moveTo>
                    <a:pt x="3270" y="634"/>
                  </a:moveTo>
                  <a:lnTo>
                    <a:pt x="5571" y="4937"/>
                  </a:lnTo>
                  <a:lnTo>
                    <a:pt x="968" y="10774"/>
                  </a:lnTo>
                  <a:cubicBezTo>
                    <a:pt x="601" y="9941"/>
                    <a:pt x="434" y="9073"/>
                    <a:pt x="434" y="8173"/>
                  </a:cubicBezTo>
                  <a:cubicBezTo>
                    <a:pt x="434" y="5704"/>
                    <a:pt x="1535" y="2835"/>
                    <a:pt x="3270" y="634"/>
                  </a:cubicBezTo>
                  <a:close/>
                  <a:moveTo>
                    <a:pt x="3336" y="0"/>
                  </a:moveTo>
                  <a:cubicBezTo>
                    <a:pt x="3270" y="0"/>
                    <a:pt x="3203" y="33"/>
                    <a:pt x="3136" y="100"/>
                  </a:cubicBezTo>
                  <a:cubicBezTo>
                    <a:pt x="1202" y="2402"/>
                    <a:pt x="34" y="5504"/>
                    <a:pt x="34" y="8173"/>
                  </a:cubicBezTo>
                  <a:cubicBezTo>
                    <a:pt x="1" y="9273"/>
                    <a:pt x="234" y="10341"/>
                    <a:pt x="768" y="11275"/>
                  </a:cubicBezTo>
                  <a:cubicBezTo>
                    <a:pt x="801" y="11342"/>
                    <a:pt x="868" y="11375"/>
                    <a:pt x="935" y="11375"/>
                  </a:cubicBezTo>
                  <a:cubicBezTo>
                    <a:pt x="1001" y="11375"/>
                    <a:pt x="1068" y="11342"/>
                    <a:pt x="1102" y="11308"/>
                  </a:cubicBezTo>
                  <a:lnTo>
                    <a:pt x="6005" y="5070"/>
                  </a:lnTo>
                  <a:cubicBezTo>
                    <a:pt x="6072" y="5004"/>
                    <a:pt x="6072" y="4937"/>
                    <a:pt x="6038" y="4837"/>
                  </a:cubicBezTo>
                  <a:lnTo>
                    <a:pt x="3503" y="133"/>
                  </a:lnTo>
                  <a:cubicBezTo>
                    <a:pt x="3470" y="67"/>
                    <a:pt x="3403" y="33"/>
                    <a:pt x="33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6">
              <a:extLst>
                <a:ext uri="{FF2B5EF4-FFF2-40B4-BE49-F238E27FC236}">
                  <a16:creationId xmlns:a16="http://schemas.microsoft.com/office/drawing/2014/main" id="{F5D625F1-6E74-66E3-532E-5B06BC89ED53}"/>
                </a:ext>
              </a:extLst>
            </p:cNvPr>
            <p:cNvSpPr/>
            <p:nvPr/>
          </p:nvSpPr>
          <p:spPr>
            <a:xfrm>
              <a:off x="4257375" y="3449575"/>
              <a:ext cx="137625" cy="202675"/>
            </a:xfrm>
            <a:custGeom>
              <a:avLst/>
              <a:gdLst/>
              <a:ahLst/>
              <a:cxnLst/>
              <a:rect l="l" t="t" r="r" b="b"/>
              <a:pathLst>
                <a:path w="5505" h="8107" extrusionOk="0">
                  <a:moveTo>
                    <a:pt x="4971" y="468"/>
                  </a:moveTo>
                  <a:lnTo>
                    <a:pt x="2703" y="7339"/>
                  </a:lnTo>
                  <a:lnTo>
                    <a:pt x="501" y="3203"/>
                  </a:lnTo>
                  <a:cubicBezTo>
                    <a:pt x="1168" y="2369"/>
                    <a:pt x="1969" y="1668"/>
                    <a:pt x="2869" y="1135"/>
                  </a:cubicBezTo>
                  <a:cubicBezTo>
                    <a:pt x="3503" y="734"/>
                    <a:pt x="4237" y="501"/>
                    <a:pt x="4971" y="468"/>
                  </a:cubicBezTo>
                  <a:close/>
                  <a:moveTo>
                    <a:pt x="5304" y="1"/>
                  </a:moveTo>
                  <a:cubicBezTo>
                    <a:pt x="4370" y="1"/>
                    <a:pt x="3436" y="267"/>
                    <a:pt x="2636" y="768"/>
                  </a:cubicBezTo>
                  <a:cubicBezTo>
                    <a:pt x="1668" y="1368"/>
                    <a:pt x="768" y="2135"/>
                    <a:pt x="67" y="3036"/>
                  </a:cubicBezTo>
                  <a:cubicBezTo>
                    <a:pt x="1" y="3103"/>
                    <a:pt x="1" y="3203"/>
                    <a:pt x="34" y="3270"/>
                  </a:cubicBezTo>
                  <a:lnTo>
                    <a:pt x="2569" y="7973"/>
                  </a:lnTo>
                  <a:cubicBezTo>
                    <a:pt x="2602" y="8073"/>
                    <a:pt x="2669" y="8106"/>
                    <a:pt x="2769" y="8106"/>
                  </a:cubicBezTo>
                  <a:cubicBezTo>
                    <a:pt x="2869" y="8106"/>
                    <a:pt x="2936" y="8040"/>
                    <a:pt x="2969" y="7940"/>
                  </a:cubicBezTo>
                  <a:lnTo>
                    <a:pt x="5505" y="301"/>
                  </a:lnTo>
                  <a:cubicBezTo>
                    <a:pt x="5505" y="234"/>
                    <a:pt x="5505" y="167"/>
                    <a:pt x="5471" y="101"/>
                  </a:cubicBezTo>
                  <a:cubicBezTo>
                    <a:pt x="5438" y="67"/>
                    <a:pt x="5371" y="1"/>
                    <a:pt x="5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6">
              <a:extLst>
                <a:ext uri="{FF2B5EF4-FFF2-40B4-BE49-F238E27FC236}">
                  <a16:creationId xmlns:a16="http://schemas.microsoft.com/office/drawing/2014/main" id="{9DB6C1C8-45C9-8034-9E1C-9340ADE5EB54}"/>
                </a:ext>
              </a:extLst>
            </p:cNvPr>
            <p:cNvSpPr/>
            <p:nvPr/>
          </p:nvSpPr>
          <p:spPr>
            <a:xfrm>
              <a:off x="4320750" y="3449575"/>
              <a:ext cx="138475" cy="202675"/>
            </a:xfrm>
            <a:custGeom>
              <a:avLst/>
              <a:gdLst/>
              <a:ahLst/>
              <a:cxnLst/>
              <a:rect l="l" t="t" r="r" b="b"/>
              <a:pathLst>
                <a:path w="5539" h="8107" extrusionOk="0">
                  <a:moveTo>
                    <a:pt x="2903" y="468"/>
                  </a:moveTo>
                  <a:cubicBezTo>
                    <a:pt x="3837" y="568"/>
                    <a:pt x="4637" y="1135"/>
                    <a:pt x="5038" y="2002"/>
                  </a:cubicBezTo>
                  <a:lnTo>
                    <a:pt x="768" y="6906"/>
                  </a:lnTo>
                  <a:lnTo>
                    <a:pt x="2903" y="468"/>
                  </a:lnTo>
                  <a:close/>
                  <a:moveTo>
                    <a:pt x="2769" y="1"/>
                  </a:moveTo>
                  <a:cubicBezTo>
                    <a:pt x="2669" y="1"/>
                    <a:pt x="2569" y="67"/>
                    <a:pt x="2536" y="167"/>
                  </a:cubicBezTo>
                  <a:lnTo>
                    <a:pt x="34" y="7806"/>
                  </a:lnTo>
                  <a:cubicBezTo>
                    <a:pt x="1" y="7906"/>
                    <a:pt x="34" y="8006"/>
                    <a:pt x="134" y="8073"/>
                  </a:cubicBezTo>
                  <a:cubicBezTo>
                    <a:pt x="134" y="8106"/>
                    <a:pt x="201" y="8106"/>
                    <a:pt x="234" y="8106"/>
                  </a:cubicBezTo>
                  <a:cubicBezTo>
                    <a:pt x="301" y="8106"/>
                    <a:pt x="334" y="8073"/>
                    <a:pt x="401" y="8040"/>
                  </a:cubicBezTo>
                  <a:lnTo>
                    <a:pt x="5471" y="2169"/>
                  </a:lnTo>
                  <a:cubicBezTo>
                    <a:pt x="5538" y="2102"/>
                    <a:pt x="5538" y="2002"/>
                    <a:pt x="5505" y="1935"/>
                  </a:cubicBezTo>
                  <a:cubicBezTo>
                    <a:pt x="5038" y="801"/>
                    <a:pt x="3970" y="67"/>
                    <a:pt x="2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6">
              <a:extLst>
                <a:ext uri="{FF2B5EF4-FFF2-40B4-BE49-F238E27FC236}">
                  <a16:creationId xmlns:a16="http://schemas.microsoft.com/office/drawing/2014/main" id="{ADC0FBCE-4807-364C-016B-7D75244D5D77}"/>
                </a:ext>
              </a:extLst>
            </p:cNvPr>
            <p:cNvSpPr/>
            <p:nvPr/>
          </p:nvSpPr>
          <p:spPr>
            <a:xfrm>
              <a:off x="4198175" y="3494600"/>
              <a:ext cx="274375" cy="348650"/>
            </a:xfrm>
            <a:custGeom>
              <a:avLst/>
              <a:gdLst/>
              <a:ahLst/>
              <a:cxnLst/>
              <a:rect l="l" t="t" r="r" b="b"/>
              <a:pathLst>
                <a:path w="10975" h="13946" extrusionOk="0">
                  <a:moveTo>
                    <a:pt x="10141" y="601"/>
                  </a:moveTo>
                  <a:cubicBezTo>
                    <a:pt x="10408" y="1335"/>
                    <a:pt x="10541" y="2069"/>
                    <a:pt x="10508" y="2836"/>
                  </a:cubicBezTo>
                  <a:cubicBezTo>
                    <a:pt x="10508" y="6572"/>
                    <a:pt x="8039" y="11076"/>
                    <a:pt x="5004" y="12810"/>
                  </a:cubicBezTo>
                  <a:cubicBezTo>
                    <a:pt x="4205" y="13281"/>
                    <a:pt x="3442" y="13514"/>
                    <a:pt x="2756" y="13514"/>
                  </a:cubicBezTo>
                  <a:cubicBezTo>
                    <a:pt x="1837" y="13514"/>
                    <a:pt x="1054" y="13097"/>
                    <a:pt x="501" y="12276"/>
                  </a:cubicBezTo>
                  <a:lnTo>
                    <a:pt x="5304" y="6205"/>
                  </a:lnTo>
                  <a:lnTo>
                    <a:pt x="10141" y="601"/>
                  </a:lnTo>
                  <a:close/>
                  <a:moveTo>
                    <a:pt x="10241" y="1"/>
                  </a:moveTo>
                  <a:cubicBezTo>
                    <a:pt x="10141" y="1"/>
                    <a:pt x="10074" y="34"/>
                    <a:pt x="10041" y="68"/>
                  </a:cubicBezTo>
                  <a:lnTo>
                    <a:pt x="4937" y="5939"/>
                  </a:lnTo>
                  <a:lnTo>
                    <a:pt x="34" y="12143"/>
                  </a:lnTo>
                  <a:cubicBezTo>
                    <a:pt x="0" y="12243"/>
                    <a:pt x="0" y="12343"/>
                    <a:pt x="34" y="12410"/>
                  </a:cubicBezTo>
                  <a:cubicBezTo>
                    <a:pt x="586" y="13352"/>
                    <a:pt x="1580" y="13946"/>
                    <a:pt x="2679" y="13946"/>
                  </a:cubicBezTo>
                  <a:cubicBezTo>
                    <a:pt x="2709" y="13946"/>
                    <a:pt x="2739" y="13945"/>
                    <a:pt x="2769" y="13944"/>
                  </a:cubicBezTo>
                  <a:cubicBezTo>
                    <a:pt x="3636" y="13911"/>
                    <a:pt x="4470" y="13677"/>
                    <a:pt x="5237" y="13210"/>
                  </a:cubicBezTo>
                  <a:cubicBezTo>
                    <a:pt x="8373" y="11376"/>
                    <a:pt x="10941" y="6739"/>
                    <a:pt x="10941" y="2836"/>
                  </a:cubicBezTo>
                  <a:cubicBezTo>
                    <a:pt x="10975" y="1902"/>
                    <a:pt x="10775" y="968"/>
                    <a:pt x="10408" y="134"/>
                  </a:cubicBezTo>
                  <a:cubicBezTo>
                    <a:pt x="10374" y="68"/>
                    <a:pt x="10308" y="1"/>
                    <a:pt x="10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6">
              <a:extLst>
                <a:ext uri="{FF2B5EF4-FFF2-40B4-BE49-F238E27FC236}">
                  <a16:creationId xmlns:a16="http://schemas.microsoft.com/office/drawing/2014/main" id="{CEB1F1FA-44CC-30DB-38BF-655A3EC99522}"/>
                </a:ext>
              </a:extLst>
            </p:cNvPr>
            <p:cNvSpPr/>
            <p:nvPr/>
          </p:nvSpPr>
          <p:spPr>
            <a:xfrm>
              <a:off x="3999700" y="3640775"/>
              <a:ext cx="46725" cy="66300"/>
            </a:xfrm>
            <a:custGeom>
              <a:avLst/>
              <a:gdLst/>
              <a:ahLst/>
              <a:cxnLst/>
              <a:rect l="l" t="t" r="r" b="b"/>
              <a:pathLst>
                <a:path w="1869" h="2652" extrusionOk="0">
                  <a:moveTo>
                    <a:pt x="1588" y="0"/>
                  </a:moveTo>
                  <a:cubicBezTo>
                    <a:pt x="1521" y="0"/>
                    <a:pt x="1446" y="19"/>
                    <a:pt x="1368" y="58"/>
                  </a:cubicBezTo>
                  <a:lnTo>
                    <a:pt x="467" y="592"/>
                  </a:lnTo>
                  <a:cubicBezTo>
                    <a:pt x="167" y="792"/>
                    <a:pt x="0" y="1092"/>
                    <a:pt x="0" y="1426"/>
                  </a:cubicBezTo>
                  <a:lnTo>
                    <a:pt x="0" y="2326"/>
                  </a:lnTo>
                  <a:cubicBezTo>
                    <a:pt x="0" y="2539"/>
                    <a:pt x="101" y="2651"/>
                    <a:pt x="254" y="2651"/>
                  </a:cubicBezTo>
                  <a:cubicBezTo>
                    <a:pt x="317" y="2651"/>
                    <a:pt x="389" y="2632"/>
                    <a:pt x="467" y="2593"/>
                  </a:cubicBezTo>
                  <a:lnTo>
                    <a:pt x="1368" y="2060"/>
                  </a:lnTo>
                  <a:cubicBezTo>
                    <a:pt x="1668" y="1859"/>
                    <a:pt x="1835" y="1559"/>
                    <a:pt x="1868" y="1226"/>
                  </a:cubicBezTo>
                  <a:lnTo>
                    <a:pt x="1868" y="325"/>
                  </a:lnTo>
                  <a:cubicBezTo>
                    <a:pt x="1868" y="112"/>
                    <a:pt x="1751" y="0"/>
                    <a:pt x="1588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6">
              <a:extLst>
                <a:ext uri="{FF2B5EF4-FFF2-40B4-BE49-F238E27FC236}">
                  <a16:creationId xmlns:a16="http://schemas.microsoft.com/office/drawing/2014/main" id="{DD6512D4-E07F-5A0A-94D2-C872AFF271DF}"/>
                </a:ext>
              </a:extLst>
            </p:cNvPr>
            <p:cNvSpPr/>
            <p:nvPr/>
          </p:nvSpPr>
          <p:spPr>
            <a:xfrm>
              <a:off x="3999700" y="3739625"/>
              <a:ext cx="46725" cy="66225"/>
            </a:xfrm>
            <a:custGeom>
              <a:avLst/>
              <a:gdLst/>
              <a:ahLst/>
              <a:cxnLst/>
              <a:rect l="l" t="t" r="r" b="b"/>
              <a:pathLst>
                <a:path w="1869" h="2649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4"/>
                  </a:cubicBezTo>
                  <a:lnTo>
                    <a:pt x="467" y="607"/>
                  </a:lnTo>
                  <a:cubicBezTo>
                    <a:pt x="200" y="774"/>
                    <a:pt x="0" y="1074"/>
                    <a:pt x="0" y="1408"/>
                  </a:cubicBezTo>
                  <a:lnTo>
                    <a:pt x="0" y="2309"/>
                  </a:lnTo>
                  <a:cubicBezTo>
                    <a:pt x="0" y="2520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42"/>
                  </a:lnTo>
                  <a:cubicBezTo>
                    <a:pt x="1668" y="1875"/>
                    <a:pt x="1835" y="1575"/>
                    <a:pt x="1868" y="1208"/>
                  </a:cubicBezTo>
                  <a:lnTo>
                    <a:pt x="1868" y="341"/>
                  </a:lnTo>
                  <a:cubicBezTo>
                    <a:pt x="1868" y="130"/>
                    <a:pt x="1753" y="1"/>
                    <a:pt x="159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6">
              <a:extLst>
                <a:ext uri="{FF2B5EF4-FFF2-40B4-BE49-F238E27FC236}">
                  <a16:creationId xmlns:a16="http://schemas.microsoft.com/office/drawing/2014/main" id="{E17A8F17-653E-8D4E-30F8-7C4702D8C5FF}"/>
                </a:ext>
              </a:extLst>
            </p:cNvPr>
            <p:cNvSpPr/>
            <p:nvPr/>
          </p:nvSpPr>
          <p:spPr>
            <a:xfrm>
              <a:off x="3999700" y="3739625"/>
              <a:ext cx="46725" cy="66225"/>
            </a:xfrm>
            <a:custGeom>
              <a:avLst/>
              <a:gdLst/>
              <a:ahLst/>
              <a:cxnLst/>
              <a:rect l="l" t="t" r="r" b="b"/>
              <a:pathLst>
                <a:path w="1869" h="2649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4"/>
                  </a:cubicBezTo>
                  <a:lnTo>
                    <a:pt x="467" y="607"/>
                  </a:lnTo>
                  <a:cubicBezTo>
                    <a:pt x="200" y="774"/>
                    <a:pt x="0" y="1074"/>
                    <a:pt x="0" y="1408"/>
                  </a:cubicBezTo>
                  <a:lnTo>
                    <a:pt x="0" y="2309"/>
                  </a:lnTo>
                  <a:cubicBezTo>
                    <a:pt x="0" y="2520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42"/>
                  </a:lnTo>
                  <a:cubicBezTo>
                    <a:pt x="1668" y="1875"/>
                    <a:pt x="1835" y="1575"/>
                    <a:pt x="1868" y="1208"/>
                  </a:cubicBezTo>
                  <a:lnTo>
                    <a:pt x="1868" y="341"/>
                  </a:lnTo>
                  <a:cubicBezTo>
                    <a:pt x="1868" y="130"/>
                    <a:pt x="1753" y="1"/>
                    <a:pt x="1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6">
              <a:extLst>
                <a:ext uri="{FF2B5EF4-FFF2-40B4-BE49-F238E27FC236}">
                  <a16:creationId xmlns:a16="http://schemas.microsoft.com/office/drawing/2014/main" id="{77B3A2D7-AEF5-D373-5FE3-99C2F22BA5E5}"/>
                </a:ext>
              </a:extLst>
            </p:cNvPr>
            <p:cNvSpPr/>
            <p:nvPr/>
          </p:nvSpPr>
          <p:spPr>
            <a:xfrm>
              <a:off x="3999700" y="3838425"/>
              <a:ext cx="46725" cy="66275"/>
            </a:xfrm>
            <a:custGeom>
              <a:avLst/>
              <a:gdLst/>
              <a:ahLst/>
              <a:cxnLst/>
              <a:rect l="l" t="t" r="r" b="b"/>
              <a:pathLst>
                <a:path w="1869" h="2651" extrusionOk="0">
                  <a:moveTo>
                    <a:pt x="1584" y="1"/>
                  </a:moveTo>
                  <a:cubicBezTo>
                    <a:pt x="1518" y="1"/>
                    <a:pt x="1444" y="20"/>
                    <a:pt x="1368" y="58"/>
                  </a:cubicBezTo>
                  <a:lnTo>
                    <a:pt x="467" y="592"/>
                  </a:lnTo>
                  <a:cubicBezTo>
                    <a:pt x="200" y="792"/>
                    <a:pt x="0" y="1092"/>
                    <a:pt x="0" y="1425"/>
                  </a:cubicBezTo>
                  <a:lnTo>
                    <a:pt x="0" y="2326"/>
                  </a:lnTo>
                  <a:cubicBezTo>
                    <a:pt x="0" y="2539"/>
                    <a:pt x="101" y="2651"/>
                    <a:pt x="254" y="2651"/>
                  </a:cubicBezTo>
                  <a:cubicBezTo>
                    <a:pt x="317" y="2651"/>
                    <a:pt x="389" y="2632"/>
                    <a:pt x="467" y="2593"/>
                  </a:cubicBezTo>
                  <a:lnTo>
                    <a:pt x="1368" y="2059"/>
                  </a:lnTo>
                  <a:cubicBezTo>
                    <a:pt x="1668" y="1859"/>
                    <a:pt x="1835" y="1559"/>
                    <a:pt x="1868" y="1225"/>
                  </a:cubicBezTo>
                  <a:lnTo>
                    <a:pt x="1868" y="358"/>
                  </a:lnTo>
                  <a:cubicBezTo>
                    <a:pt x="1868" y="120"/>
                    <a:pt x="1749" y="1"/>
                    <a:pt x="158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6">
              <a:extLst>
                <a:ext uri="{FF2B5EF4-FFF2-40B4-BE49-F238E27FC236}">
                  <a16:creationId xmlns:a16="http://schemas.microsoft.com/office/drawing/2014/main" id="{7E004CEA-01A4-82F5-237D-A84CC6FBE194}"/>
                </a:ext>
              </a:extLst>
            </p:cNvPr>
            <p:cNvSpPr/>
            <p:nvPr/>
          </p:nvSpPr>
          <p:spPr>
            <a:xfrm>
              <a:off x="3999700" y="3838425"/>
              <a:ext cx="46725" cy="66275"/>
            </a:xfrm>
            <a:custGeom>
              <a:avLst/>
              <a:gdLst/>
              <a:ahLst/>
              <a:cxnLst/>
              <a:rect l="l" t="t" r="r" b="b"/>
              <a:pathLst>
                <a:path w="1869" h="2651" extrusionOk="0">
                  <a:moveTo>
                    <a:pt x="1584" y="1"/>
                  </a:moveTo>
                  <a:cubicBezTo>
                    <a:pt x="1518" y="1"/>
                    <a:pt x="1444" y="20"/>
                    <a:pt x="1368" y="58"/>
                  </a:cubicBezTo>
                  <a:lnTo>
                    <a:pt x="467" y="592"/>
                  </a:lnTo>
                  <a:cubicBezTo>
                    <a:pt x="200" y="792"/>
                    <a:pt x="0" y="1092"/>
                    <a:pt x="0" y="1425"/>
                  </a:cubicBezTo>
                  <a:lnTo>
                    <a:pt x="0" y="2326"/>
                  </a:lnTo>
                  <a:cubicBezTo>
                    <a:pt x="0" y="2539"/>
                    <a:pt x="101" y="2651"/>
                    <a:pt x="254" y="2651"/>
                  </a:cubicBezTo>
                  <a:cubicBezTo>
                    <a:pt x="317" y="2651"/>
                    <a:pt x="389" y="2632"/>
                    <a:pt x="467" y="2593"/>
                  </a:cubicBezTo>
                  <a:lnTo>
                    <a:pt x="1368" y="2059"/>
                  </a:lnTo>
                  <a:cubicBezTo>
                    <a:pt x="1668" y="1859"/>
                    <a:pt x="1835" y="1559"/>
                    <a:pt x="1868" y="1225"/>
                  </a:cubicBezTo>
                  <a:lnTo>
                    <a:pt x="1868" y="358"/>
                  </a:lnTo>
                  <a:cubicBezTo>
                    <a:pt x="1868" y="120"/>
                    <a:pt x="1749" y="1"/>
                    <a:pt x="1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6">
              <a:extLst>
                <a:ext uri="{FF2B5EF4-FFF2-40B4-BE49-F238E27FC236}">
                  <a16:creationId xmlns:a16="http://schemas.microsoft.com/office/drawing/2014/main" id="{0D682197-666D-25B2-A449-F95EAF105BB6}"/>
                </a:ext>
              </a:extLst>
            </p:cNvPr>
            <p:cNvSpPr/>
            <p:nvPr/>
          </p:nvSpPr>
          <p:spPr>
            <a:xfrm>
              <a:off x="3999700" y="3937275"/>
              <a:ext cx="46725" cy="66200"/>
            </a:xfrm>
            <a:custGeom>
              <a:avLst/>
              <a:gdLst/>
              <a:ahLst/>
              <a:cxnLst/>
              <a:rect l="l" t="t" r="r" b="b"/>
              <a:pathLst>
                <a:path w="1869" h="2648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3"/>
                  </a:cubicBezTo>
                  <a:lnTo>
                    <a:pt x="467" y="607"/>
                  </a:lnTo>
                  <a:cubicBezTo>
                    <a:pt x="167" y="774"/>
                    <a:pt x="0" y="1107"/>
                    <a:pt x="0" y="1441"/>
                  </a:cubicBezTo>
                  <a:lnTo>
                    <a:pt x="0" y="2308"/>
                  </a:lnTo>
                  <a:cubicBezTo>
                    <a:pt x="0" y="2519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75"/>
                  </a:lnTo>
                  <a:cubicBezTo>
                    <a:pt x="1668" y="1875"/>
                    <a:pt x="1835" y="1574"/>
                    <a:pt x="1868" y="1241"/>
                  </a:cubicBezTo>
                  <a:lnTo>
                    <a:pt x="1868" y="340"/>
                  </a:lnTo>
                  <a:cubicBezTo>
                    <a:pt x="1868" y="129"/>
                    <a:pt x="1753" y="1"/>
                    <a:pt x="159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6">
              <a:extLst>
                <a:ext uri="{FF2B5EF4-FFF2-40B4-BE49-F238E27FC236}">
                  <a16:creationId xmlns:a16="http://schemas.microsoft.com/office/drawing/2014/main" id="{7D0322A0-4B1A-43EC-2667-8F393F8BB733}"/>
                </a:ext>
              </a:extLst>
            </p:cNvPr>
            <p:cNvSpPr/>
            <p:nvPr/>
          </p:nvSpPr>
          <p:spPr>
            <a:xfrm>
              <a:off x="3999700" y="3937275"/>
              <a:ext cx="46725" cy="66200"/>
            </a:xfrm>
            <a:custGeom>
              <a:avLst/>
              <a:gdLst/>
              <a:ahLst/>
              <a:cxnLst/>
              <a:rect l="l" t="t" r="r" b="b"/>
              <a:pathLst>
                <a:path w="1869" h="2648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3"/>
                  </a:cubicBezTo>
                  <a:lnTo>
                    <a:pt x="467" y="607"/>
                  </a:lnTo>
                  <a:cubicBezTo>
                    <a:pt x="167" y="774"/>
                    <a:pt x="0" y="1107"/>
                    <a:pt x="0" y="1441"/>
                  </a:cubicBezTo>
                  <a:lnTo>
                    <a:pt x="0" y="2308"/>
                  </a:lnTo>
                  <a:cubicBezTo>
                    <a:pt x="0" y="2519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75"/>
                  </a:lnTo>
                  <a:cubicBezTo>
                    <a:pt x="1668" y="1875"/>
                    <a:pt x="1835" y="1574"/>
                    <a:pt x="1868" y="1241"/>
                  </a:cubicBezTo>
                  <a:lnTo>
                    <a:pt x="1868" y="340"/>
                  </a:lnTo>
                  <a:cubicBezTo>
                    <a:pt x="1868" y="129"/>
                    <a:pt x="1753" y="1"/>
                    <a:pt x="1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6">
              <a:extLst>
                <a:ext uri="{FF2B5EF4-FFF2-40B4-BE49-F238E27FC236}">
                  <a16:creationId xmlns:a16="http://schemas.microsoft.com/office/drawing/2014/main" id="{A83DE24F-B884-0854-AFF9-C9715B19323F}"/>
                </a:ext>
              </a:extLst>
            </p:cNvPr>
            <p:cNvSpPr/>
            <p:nvPr/>
          </p:nvSpPr>
          <p:spPr>
            <a:xfrm>
              <a:off x="4061400" y="3597975"/>
              <a:ext cx="88875" cy="55100"/>
            </a:xfrm>
            <a:custGeom>
              <a:avLst/>
              <a:gdLst/>
              <a:ahLst/>
              <a:cxnLst/>
              <a:rect l="l" t="t" r="r" b="b"/>
              <a:pathLst>
                <a:path w="3555" h="2204" extrusionOk="0">
                  <a:moveTo>
                    <a:pt x="3112" y="0"/>
                  </a:moveTo>
                  <a:cubicBezTo>
                    <a:pt x="3066" y="0"/>
                    <a:pt x="3018" y="11"/>
                    <a:pt x="2969" y="36"/>
                  </a:cubicBezTo>
                  <a:lnTo>
                    <a:pt x="167" y="1637"/>
                  </a:lnTo>
                  <a:cubicBezTo>
                    <a:pt x="34" y="1737"/>
                    <a:pt x="1" y="1904"/>
                    <a:pt x="67" y="2070"/>
                  </a:cubicBezTo>
                  <a:cubicBezTo>
                    <a:pt x="134" y="2170"/>
                    <a:pt x="234" y="2204"/>
                    <a:pt x="334" y="2204"/>
                  </a:cubicBezTo>
                  <a:cubicBezTo>
                    <a:pt x="401" y="2204"/>
                    <a:pt x="434" y="2204"/>
                    <a:pt x="501" y="2170"/>
                  </a:cubicBezTo>
                  <a:lnTo>
                    <a:pt x="3270" y="569"/>
                  </a:lnTo>
                  <a:cubicBezTo>
                    <a:pt x="3554" y="370"/>
                    <a:pt x="3377" y="0"/>
                    <a:pt x="31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6">
              <a:extLst>
                <a:ext uri="{FF2B5EF4-FFF2-40B4-BE49-F238E27FC236}">
                  <a16:creationId xmlns:a16="http://schemas.microsoft.com/office/drawing/2014/main" id="{E6C5ACA1-DEC7-CD8D-3A11-08AFD967E0D7}"/>
                </a:ext>
              </a:extLst>
            </p:cNvPr>
            <p:cNvSpPr/>
            <p:nvPr/>
          </p:nvSpPr>
          <p:spPr>
            <a:xfrm>
              <a:off x="4058075" y="3696475"/>
              <a:ext cx="93250" cy="56675"/>
            </a:xfrm>
            <a:custGeom>
              <a:avLst/>
              <a:gdLst/>
              <a:ahLst/>
              <a:cxnLst/>
              <a:rect l="l" t="t" r="r" b="b"/>
              <a:pathLst>
                <a:path w="3730" h="2267" extrusionOk="0">
                  <a:moveTo>
                    <a:pt x="3252" y="1"/>
                  </a:moveTo>
                  <a:cubicBezTo>
                    <a:pt x="3193" y="1"/>
                    <a:pt x="3131" y="20"/>
                    <a:pt x="3069" y="65"/>
                  </a:cubicBezTo>
                  <a:lnTo>
                    <a:pt x="267" y="1700"/>
                  </a:lnTo>
                  <a:cubicBezTo>
                    <a:pt x="0" y="1833"/>
                    <a:pt x="100" y="2267"/>
                    <a:pt x="434" y="2267"/>
                  </a:cubicBezTo>
                  <a:cubicBezTo>
                    <a:pt x="467" y="2267"/>
                    <a:pt x="534" y="2267"/>
                    <a:pt x="567" y="2233"/>
                  </a:cubicBezTo>
                  <a:lnTo>
                    <a:pt x="3369" y="632"/>
                  </a:lnTo>
                  <a:cubicBezTo>
                    <a:pt x="3730" y="466"/>
                    <a:pt x="3537" y="1"/>
                    <a:pt x="32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6">
              <a:extLst>
                <a:ext uri="{FF2B5EF4-FFF2-40B4-BE49-F238E27FC236}">
                  <a16:creationId xmlns:a16="http://schemas.microsoft.com/office/drawing/2014/main" id="{406C9703-050F-972F-2DE1-699037C62CD6}"/>
                </a:ext>
              </a:extLst>
            </p:cNvPr>
            <p:cNvSpPr/>
            <p:nvPr/>
          </p:nvSpPr>
          <p:spPr>
            <a:xfrm>
              <a:off x="4056400" y="3797325"/>
              <a:ext cx="89250" cy="55900"/>
            </a:xfrm>
            <a:custGeom>
              <a:avLst/>
              <a:gdLst/>
              <a:ahLst/>
              <a:cxnLst/>
              <a:rect l="l" t="t" r="r" b="b"/>
              <a:pathLst>
                <a:path w="3570" h="2236" extrusionOk="0">
                  <a:moveTo>
                    <a:pt x="3219" y="1"/>
                  </a:moveTo>
                  <a:cubicBezTo>
                    <a:pt x="3166" y="1"/>
                    <a:pt x="3114" y="12"/>
                    <a:pt x="3069" y="34"/>
                  </a:cubicBezTo>
                  <a:lnTo>
                    <a:pt x="267" y="1635"/>
                  </a:lnTo>
                  <a:cubicBezTo>
                    <a:pt x="1" y="1802"/>
                    <a:pt x="134" y="2236"/>
                    <a:pt x="434" y="2236"/>
                  </a:cubicBezTo>
                  <a:cubicBezTo>
                    <a:pt x="501" y="2236"/>
                    <a:pt x="534" y="2202"/>
                    <a:pt x="568" y="2169"/>
                  </a:cubicBezTo>
                  <a:lnTo>
                    <a:pt x="3370" y="568"/>
                  </a:lnTo>
                  <a:cubicBezTo>
                    <a:pt x="3503" y="468"/>
                    <a:pt x="3570" y="301"/>
                    <a:pt x="3503" y="134"/>
                  </a:cubicBezTo>
                  <a:cubicBezTo>
                    <a:pt x="3436" y="45"/>
                    <a:pt x="3325" y="1"/>
                    <a:pt x="32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6">
              <a:extLst>
                <a:ext uri="{FF2B5EF4-FFF2-40B4-BE49-F238E27FC236}">
                  <a16:creationId xmlns:a16="http://schemas.microsoft.com/office/drawing/2014/main" id="{9B4E4C0C-9A99-6E37-90A1-AE51CC4F11CC}"/>
                </a:ext>
              </a:extLst>
            </p:cNvPr>
            <p:cNvSpPr/>
            <p:nvPr/>
          </p:nvSpPr>
          <p:spPr>
            <a:xfrm>
              <a:off x="4058075" y="3896550"/>
              <a:ext cx="90825" cy="56750"/>
            </a:xfrm>
            <a:custGeom>
              <a:avLst/>
              <a:gdLst/>
              <a:ahLst/>
              <a:cxnLst/>
              <a:rect l="l" t="t" r="r" b="b"/>
              <a:pathLst>
                <a:path w="3633" h="2270" extrusionOk="0">
                  <a:moveTo>
                    <a:pt x="3159" y="1"/>
                  </a:moveTo>
                  <a:cubicBezTo>
                    <a:pt x="3099" y="1"/>
                    <a:pt x="3034" y="21"/>
                    <a:pt x="2969" y="68"/>
                  </a:cubicBezTo>
                  <a:lnTo>
                    <a:pt x="200" y="1669"/>
                  </a:lnTo>
                  <a:cubicBezTo>
                    <a:pt x="34" y="1769"/>
                    <a:pt x="0" y="1936"/>
                    <a:pt x="67" y="2103"/>
                  </a:cubicBezTo>
                  <a:cubicBezTo>
                    <a:pt x="134" y="2203"/>
                    <a:pt x="234" y="2269"/>
                    <a:pt x="334" y="2269"/>
                  </a:cubicBezTo>
                  <a:cubicBezTo>
                    <a:pt x="401" y="2269"/>
                    <a:pt x="434" y="2236"/>
                    <a:pt x="501" y="2236"/>
                  </a:cubicBezTo>
                  <a:lnTo>
                    <a:pt x="3303" y="602"/>
                  </a:lnTo>
                  <a:cubicBezTo>
                    <a:pt x="3632" y="437"/>
                    <a:pt x="3442" y="1"/>
                    <a:pt x="31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6">
              <a:extLst>
                <a:ext uri="{FF2B5EF4-FFF2-40B4-BE49-F238E27FC236}">
                  <a16:creationId xmlns:a16="http://schemas.microsoft.com/office/drawing/2014/main" id="{8B310EDA-0CE6-BDCA-16BF-FABA1D70911C}"/>
                </a:ext>
              </a:extLst>
            </p:cNvPr>
            <p:cNvSpPr/>
            <p:nvPr/>
          </p:nvSpPr>
          <p:spPr>
            <a:xfrm>
              <a:off x="3672800" y="4100075"/>
              <a:ext cx="344425" cy="204300"/>
            </a:xfrm>
            <a:custGeom>
              <a:avLst/>
              <a:gdLst/>
              <a:ahLst/>
              <a:cxnLst/>
              <a:rect l="l" t="t" r="r" b="b"/>
              <a:pathLst>
                <a:path w="13777" h="8172" extrusionOk="0">
                  <a:moveTo>
                    <a:pt x="13418" y="0"/>
                  </a:moveTo>
                  <a:cubicBezTo>
                    <a:pt x="13368" y="0"/>
                    <a:pt x="13319" y="11"/>
                    <a:pt x="13276" y="33"/>
                  </a:cubicBezTo>
                  <a:lnTo>
                    <a:pt x="200" y="7605"/>
                  </a:lnTo>
                  <a:cubicBezTo>
                    <a:pt x="67" y="7671"/>
                    <a:pt x="0" y="7872"/>
                    <a:pt x="100" y="8005"/>
                  </a:cubicBezTo>
                  <a:cubicBezTo>
                    <a:pt x="134" y="8105"/>
                    <a:pt x="234" y="8172"/>
                    <a:pt x="367" y="8172"/>
                  </a:cubicBezTo>
                  <a:cubicBezTo>
                    <a:pt x="401" y="8172"/>
                    <a:pt x="467" y="8172"/>
                    <a:pt x="501" y="8138"/>
                  </a:cubicBezTo>
                  <a:lnTo>
                    <a:pt x="13577" y="566"/>
                  </a:lnTo>
                  <a:cubicBezTo>
                    <a:pt x="13710" y="466"/>
                    <a:pt x="13777" y="299"/>
                    <a:pt x="13710" y="166"/>
                  </a:cubicBezTo>
                  <a:cubicBezTo>
                    <a:pt x="13642" y="52"/>
                    <a:pt x="13527" y="0"/>
                    <a:pt x="134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6">
              <a:extLst>
                <a:ext uri="{FF2B5EF4-FFF2-40B4-BE49-F238E27FC236}">
                  <a16:creationId xmlns:a16="http://schemas.microsoft.com/office/drawing/2014/main" id="{53BD600F-1D49-1155-32F7-C44976DD9F5E}"/>
                </a:ext>
              </a:extLst>
            </p:cNvPr>
            <p:cNvSpPr/>
            <p:nvPr/>
          </p:nvSpPr>
          <p:spPr>
            <a:xfrm>
              <a:off x="3681125" y="4148150"/>
              <a:ext cx="349000" cy="204600"/>
            </a:xfrm>
            <a:custGeom>
              <a:avLst/>
              <a:gdLst/>
              <a:ahLst/>
              <a:cxnLst/>
              <a:rect l="l" t="t" r="r" b="b"/>
              <a:pathLst>
                <a:path w="13960" h="8184" extrusionOk="0">
                  <a:moveTo>
                    <a:pt x="13526" y="0"/>
                  </a:moveTo>
                  <a:cubicBezTo>
                    <a:pt x="13479" y="0"/>
                    <a:pt x="13428" y="14"/>
                    <a:pt x="13377" y="44"/>
                  </a:cubicBezTo>
                  <a:lnTo>
                    <a:pt x="268" y="7583"/>
                  </a:lnTo>
                  <a:cubicBezTo>
                    <a:pt x="1" y="7750"/>
                    <a:pt x="101" y="8183"/>
                    <a:pt x="434" y="8183"/>
                  </a:cubicBezTo>
                  <a:cubicBezTo>
                    <a:pt x="501" y="8183"/>
                    <a:pt x="535" y="8150"/>
                    <a:pt x="601" y="8150"/>
                  </a:cubicBezTo>
                  <a:lnTo>
                    <a:pt x="13677" y="578"/>
                  </a:lnTo>
                  <a:cubicBezTo>
                    <a:pt x="13960" y="409"/>
                    <a:pt x="13788" y="0"/>
                    <a:pt x="1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6">
              <a:extLst>
                <a:ext uri="{FF2B5EF4-FFF2-40B4-BE49-F238E27FC236}">
                  <a16:creationId xmlns:a16="http://schemas.microsoft.com/office/drawing/2014/main" id="{E5B02EE4-F96C-EB65-AFCC-A919D9628CC2}"/>
                </a:ext>
              </a:extLst>
            </p:cNvPr>
            <p:cNvSpPr/>
            <p:nvPr/>
          </p:nvSpPr>
          <p:spPr>
            <a:xfrm>
              <a:off x="3696150" y="4194325"/>
              <a:ext cx="350225" cy="205125"/>
            </a:xfrm>
            <a:custGeom>
              <a:avLst/>
              <a:gdLst/>
              <a:ahLst/>
              <a:cxnLst/>
              <a:rect l="l" t="t" r="r" b="b"/>
              <a:pathLst>
                <a:path w="14009" h="8205" extrusionOk="0">
                  <a:moveTo>
                    <a:pt x="13538" y="1"/>
                  </a:moveTo>
                  <a:cubicBezTo>
                    <a:pt x="13477" y="1"/>
                    <a:pt x="13411" y="20"/>
                    <a:pt x="13343" y="65"/>
                  </a:cubicBezTo>
                  <a:lnTo>
                    <a:pt x="267" y="7637"/>
                  </a:lnTo>
                  <a:cubicBezTo>
                    <a:pt x="0" y="7771"/>
                    <a:pt x="134" y="8204"/>
                    <a:pt x="434" y="8204"/>
                  </a:cubicBezTo>
                  <a:cubicBezTo>
                    <a:pt x="501" y="8204"/>
                    <a:pt x="534" y="8171"/>
                    <a:pt x="601" y="8171"/>
                  </a:cubicBezTo>
                  <a:lnTo>
                    <a:pt x="13677" y="599"/>
                  </a:lnTo>
                  <a:cubicBezTo>
                    <a:pt x="14009" y="461"/>
                    <a:pt x="13836" y="1"/>
                    <a:pt x="135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6">
              <a:extLst>
                <a:ext uri="{FF2B5EF4-FFF2-40B4-BE49-F238E27FC236}">
                  <a16:creationId xmlns:a16="http://schemas.microsoft.com/office/drawing/2014/main" id="{C564804F-A496-A4E2-0CCA-68CC1B4C654C}"/>
                </a:ext>
              </a:extLst>
            </p:cNvPr>
            <p:cNvSpPr/>
            <p:nvPr/>
          </p:nvSpPr>
          <p:spPr>
            <a:xfrm>
              <a:off x="4185650" y="3804025"/>
              <a:ext cx="344450" cy="204300"/>
            </a:xfrm>
            <a:custGeom>
              <a:avLst/>
              <a:gdLst/>
              <a:ahLst/>
              <a:cxnLst/>
              <a:rect l="l" t="t" r="r" b="b"/>
              <a:pathLst>
                <a:path w="13778" h="8172" extrusionOk="0">
                  <a:moveTo>
                    <a:pt x="13419" y="1"/>
                  </a:moveTo>
                  <a:cubicBezTo>
                    <a:pt x="13368" y="1"/>
                    <a:pt x="13319" y="12"/>
                    <a:pt x="13277" y="33"/>
                  </a:cubicBezTo>
                  <a:lnTo>
                    <a:pt x="201" y="7605"/>
                  </a:lnTo>
                  <a:cubicBezTo>
                    <a:pt x="68" y="7672"/>
                    <a:pt x="1" y="7872"/>
                    <a:pt x="101" y="8005"/>
                  </a:cubicBezTo>
                  <a:cubicBezTo>
                    <a:pt x="134" y="8105"/>
                    <a:pt x="234" y="8172"/>
                    <a:pt x="368" y="8172"/>
                  </a:cubicBezTo>
                  <a:cubicBezTo>
                    <a:pt x="401" y="8172"/>
                    <a:pt x="468" y="8139"/>
                    <a:pt x="501" y="8105"/>
                  </a:cubicBezTo>
                  <a:lnTo>
                    <a:pt x="13577" y="567"/>
                  </a:lnTo>
                  <a:cubicBezTo>
                    <a:pt x="13711" y="500"/>
                    <a:pt x="13777" y="300"/>
                    <a:pt x="13711" y="166"/>
                  </a:cubicBezTo>
                  <a:cubicBezTo>
                    <a:pt x="13642" y="52"/>
                    <a:pt x="13527" y="1"/>
                    <a:pt x="134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6">
              <a:extLst>
                <a:ext uri="{FF2B5EF4-FFF2-40B4-BE49-F238E27FC236}">
                  <a16:creationId xmlns:a16="http://schemas.microsoft.com/office/drawing/2014/main" id="{87244604-6EFF-F15F-68A0-9733810D4C80}"/>
                </a:ext>
              </a:extLst>
            </p:cNvPr>
            <p:cNvSpPr/>
            <p:nvPr/>
          </p:nvSpPr>
          <p:spPr>
            <a:xfrm>
              <a:off x="4196500" y="3852400"/>
              <a:ext cx="343600" cy="204300"/>
            </a:xfrm>
            <a:custGeom>
              <a:avLst/>
              <a:gdLst/>
              <a:ahLst/>
              <a:cxnLst/>
              <a:rect l="l" t="t" r="r" b="b"/>
              <a:pathLst>
                <a:path w="13744" h="8172" extrusionOk="0">
                  <a:moveTo>
                    <a:pt x="13410" y="0"/>
                  </a:moveTo>
                  <a:cubicBezTo>
                    <a:pt x="13365" y="0"/>
                    <a:pt x="13319" y="11"/>
                    <a:pt x="13277" y="33"/>
                  </a:cubicBezTo>
                  <a:lnTo>
                    <a:pt x="201" y="7605"/>
                  </a:lnTo>
                  <a:cubicBezTo>
                    <a:pt x="34" y="7671"/>
                    <a:pt x="1" y="7871"/>
                    <a:pt x="67" y="8005"/>
                  </a:cubicBezTo>
                  <a:cubicBezTo>
                    <a:pt x="134" y="8105"/>
                    <a:pt x="234" y="8172"/>
                    <a:pt x="334" y="8172"/>
                  </a:cubicBezTo>
                  <a:cubicBezTo>
                    <a:pt x="401" y="8172"/>
                    <a:pt x="434" y="8138"/>
                    <a:pt x="501" y="8105"/>
                  </a:cubicBezTo>
                  <a:lnTo>
                    <a:pt x="13577" y="566"/>
                  </a:lnTo>
                  <a:cubicBezTo>
                    <a:pt x="13710" y="500"/>
                    <a:pt x="13744" y="299"/>
                    <a:pt x="13677" y="166"/>
                  </a:cubicBezTo>
                  <a:cubicBezTo>
                    <a:pt x="13609" y="52"/>
                    <a:pt x="13509" y="0"/>
                    <a:pt x="134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6">
              <a:extLst>
                <a:ext uri="{FF2B5EF4-FFF2-40B4-BE49-F238E27FC236}">
                  <a16:creationId xmlns:a16="http://schemas.microsoft.com/office/drawing/2014/main" id="{B20BEE6B-A8D3-973A-C848-826EA7DD5D25}"/>
                </a:ext>
              </a:extLst>
            </p:cNvPr>
            <p:cNvSpPr/>
            <p:nvPr/>
          </p:nvSpPr>
          <p:spPr>
            <a:xfrm>
              <a:off x="4211500" y="3898800"/>
              <a:ext cx="347225" cy="204600"/>
            </a:xfrm>
            <a:custGeom>
              <a:avLst/>
              <a:gdLst/>
              <a:ahLst/>
              <a:cxnLst/>
              <a:rect l="l" t="t" r="r" b="b"/>
              <a:pathLst>
                <a:path w="13889" h="8184" extrusionOk="0">
                  <a:moveTo>
                    <a:pt x="13428" y="0"/>
                  </a:moveTo>
                  <a:cubicBezTo>
                    <a:pt x="13379" y="0"/>
                    <a:pt x="13328" y="14"/>
                    <a:pt x="13277" y="45"/>
                  </a:cubicBezTo>
                  <a:lnTo>
                    <a:pt x="201" y="7617"/>
                  </a:lnTo>
                  <a:cubicBezTo>
                    <a:pt x="34" y="7683"/>
                    <a:pt x="1" y="7883"/>
                    <a:pt x="68" y="8017"/>
                  </a:cubicBezTo>
                  <a:cubicBezTo>
                    <a:pt x="134" y="8117"/>
                    <a:pt x="234" y="8184"/>
                    <a:pt x="335" y="8184"/>
                  </a:cubicBezTo>
                  <a:cubicBezTo>
                    <a:pt x="401" y="8184"/>
                    <a:pt x="435" y="8150"/>
                    <a:pt x="501" y="8150"/>
                  </a:cubicBezTo>
                  <a:lnTo>
                    <a:pt x="13577" y="612"/>
                  </a:lnTo>
                  <a:cubicBezTo>
                    <a:pt x="13888" y="414"/>
                    <a:pt x="13696" y="0"/>
                    <a:pt x="1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6">
              <a:extLst>
                <a:ext uri="{FF2B5EF4-FFF2-40B4-BE49-F238E27FC236}">
                  <a16:creationId xmlns:a16="http://schemas.microsoft.com/office/drawing/2014/main" id="{816399BA-2C66-29D4-498A-A31845635A2F}"/>
                </a:ext>
              </a:extLst>
            </p:cNvPr>
            <p:cNvSpPr/>
            <p:nvPr/>
          </p:nvSpPr>
          <p:spPr>
            <a:xfrm>
              <a:off x="3760350" y="4013950"/>
              <a:ext cx="872325" cy="526475"/>
            </a:xfrm>
            <a:custGeom>
              <a:avLst/>
              <a:gdLst/>
              <a:ahLst/>
              <a:cxnLst/>
              <a:rect l="l" t="t" r="r" b="b"/>
              <a:pathLst>
                <a:path w="34893" h="21059" extrusionOk="0">
                  <a:moveTo>
                    <a:pt x="32472" y="1"/>
                  </a:moveTo>
                  <a:cubicBezTo>
                    <a:pt x="32058" y="1"/>
                    <a:pt x="31638" y="113"/>
                    <a:pt x="31256" y="342"/>
                  </a:cubicBezTo>
                  <a:lnTo>
                    <a:pt x="1468" y="17554"/>
                  </a:lnTo>
                  <a:cubicBezTo>
                    <a:pt x="401" y="18155"/>
                    <a:pt x="1" y="19422"/>
                    <a:pt x="635" y="20290"/>
                  </a:cubicBezTo>
                  <a:cubicBezTo>
                    <a:pt x="1009" y="20802"/>
                    <a:pt x="1663" y="21058"/>
                    <a:pt x="2356" y="21058"/>
                  </a:cubicBezTo>
                  <a:cubicBezTo>
                    <a:pt x="2835" y="21058"/>
                    <a:pt x="3333" y="20936"/>
                    <a:pt x="3770" y="20690"/>
                  </a:cubicBezTo>
                  <a:lnTo>
                    <a:pt x="33591" y="3478"/>
                  </a:lnTo>
                  <a:cubicBezTo>
                    <a:pt x="34625" y="2877"/>
                    <a:pt x="34892" y="1743"/>
                    <a:pt x="34259" y="876"/>
                  </a:cubicBezTo>
                  <a:cubicBezTo>
                    <a:pt x="33804" y="298"/>
                    <a:pt x="33146" y="1"/>
                    <a:pt x="3247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6">
              <a:extLst>
                <a:ext uri="{FF2B5EF4-FFF2-40B4-BE49-F238E27FC236}">
                  <a16:creationId xmlns:a16="http://schemas.microsoft.com/office/drawing/2014/main" id="{91AE4D30-19C9-4AF9-8481-ACEB5D1A9139}"/>
                </a:ext>
              </a:extLst>
            </p:cNvPr>
            <p:cNvSpPr/>
            <p:nvPr/>
          </p:nvSpPr>
          <p:spPr>
            <a:xfrm>
              <a:off x="3911300" y="4459100"/>
              <a:ext cx="343600" cy="203875"/>
            </a:xfrm>
            <a:custGeom>
              <a:avLst/>
              <a:gdLst/>
              <a:ahLst/>
              <a:cxnLst/>
              <a:rect l="l" t="t" r="r" b="b"/>
              <a:pathLst>
                <a:path w="13744" h="8155" extrusionOk="0">
                  <a:moveTo>
                    <a:pt x="13408" y="0"/>
                  </a:moveTo>
                  <a:cubicBezTo>
                    <a:pt x="13354" y="0"/>
                    <a:pt x="13299" y="15"/>
                    <a:pt x="13243" y="49"/>
                  </a:cubicBezTo>
                  <a:lnTo>
                    <a:pt x="201" y="7587"/>
                  </a:lnTo>
                  <a:cubicBezTo>
                    <a:pt x="34" y="7687"/>
                    <a:pt x="0" y="7854"/>
                    <a:pt x="67" y="8021"/>
                  </a:cubicBezTo>
                  <a:cubicBezTo>
                    <a:pt x="134" y="8088"/>
                    <a:pt x="234" y="8154"/>
                    <a:pt x="334" y="8154"/>
                  </a:cubicBezTo>
                  <a:cubicBezTo>
                    <a:pt x="401" y="8154"/>
                    <a:pt x="434" y="8154"/>
                    <a:pt x="501" y="8121"/>
                  </a:cubicBezTo>
                  <a:lnTo>
                    <a:pt x="13577" y="549"/>
                  </a:lnTo>
                  <a:cubicBezTo>
                    <a:pt x="13710" y="482"/>
                    <a:pt x="13744" y="282"/>
                    <a:pt x="13677" y="149"/>
                  </a:cubicBezTo>
                  <a:cubicBezTo>
                    <a:pt x="13610" y="60"/>
                    <a:pt x="13514" y="0"/>
                    <a:pt x="134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6">
              <a:extLst>
                <a:ext uri="{FF2B5EF4-FFF2-40B4-BE49-F238E27FC236}">
                  <a16:creationId xmlns:a16="http://schemas.microsoft.com/office/drawing/2014/main" id="{AFC5D696-3E4D-6163-D12F-D58647F2DAE2}"/>
                </a:ext>
              </a:extLst>
            </p:cNvPr>
            <p:cNvSpPr/>
            <p:nvPr/>
          </p:nvSpPr>
          <p:spPr>
            <a:xfrm>
              <a:off x="3867925" y="4430300"/>
              <a:ext cx="346125" cy="204325"/>
            </a:xfrm>
            <a:custGeom>
              <a:avLst/>
              <a:gdLst/>
              <a:ahLst/>
              <a:cxnLst/>
              <a:rect l="l" t="t" r="r" b="b"/>
              <a:pathLst>
                <a:path w="13845" h="8173" extrusionOk="0">
                  <a:moveTo>
                    <a:pt x="13500" y="1"/>
                  </a:moveTo>
                  <a:cubicBezTo>
                    <a:pt x="13449" y="1"/>
                    <a:pt x="13397" y="12"/>
                    <a:pt x="13344" y="33"/>
                  </a:cubicBezTo>
                  <a:lnTo>
                    <a:pt x="268" y="7572"/>
                  </a:lnTo>
                  <a:cubicBezTo>
                    <a:pt x="1" y="7739"/>
                    <a:pt x="134" y="8139"/>
                    <a:pt x="434" y="8172"/>
                  </a:cubicBezTo>
                  <a:cubicBezTo>
                    <a:pt x="501" y="8172"/>
                    <a:pt x="535" y="8139"/>
                    <a:pt x="601" y="8106"/>
                  </a:cubicBezTo>
                  <a:lnTo>
                    <a:pt x="13677" y="567"/>
                  </a:lnTo>
                  <a:cubicBezTo>
                    <a:pt x="13811" y="467"/>
                    <a:pt x="13844" y="300"/>
                    <a:pt x="13777" y="166"/>
                  </a:cubicBezTo>
                  <a:cubicBezTo>
                    <a:pt x="13709" y="53"/>
                    <a:pt x="13609" y="1"/>
                    <a:pt x="135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6">
              <a:extLst>
                <a:ext uri="{FF2B5EF4-FFF2-40B4-BE49-F238E27FC236}">
                  <a16:creationId xmlns:a16="http://schemas.microsoft.com/office/drawing/2014/main" id="{146987EF-0CC6-EBAB-61E6-61150FB32915}"/>
                </a:ext>
              </a:extLst>
            </p:cNvPr>
            <p:cNvSpPr/>
            <p:nvPr/>
          </p:nvSpPr>
          <p:spPr>
            <a:xfrm>
              <a:off x="3954650" y="4484525"/>
              <a:ext cx="343625" cy="204300"/>
            </a:xfrm>
            <a:custGeom>
              <a:avLst/>
              <a:gdLst/>
              <a:ahLst/>
              <a:cxnLst/>
              <a:rect l="l" t="t" r="r" b="b"/>
              <a:pathLst>
                <a:path w="13745" h="8172" extrusionOk="0">
                  <a:moveTo>
                    <a:pt x="13411" y="0"/>
                  </a:moveTo>
                  <a:cubicBezTo>
                    <a:pt x="13365" y="0"/>
                    <a:pt x="13319" y="11"/>
                    <a:pt x="13277" y="32"/>
                  </a:cubicBezTo>
                  <a:lnTo>
                    <a:pt x="168" y="7604"/>
                  </a:lnTo>
                  <a:cubicBezTo>
                    <a:pt x="34" y="7671"/>
                    <a:pt x="1" y="7871"/>
                    <a:pt x="68" y="8005"/>
                  </a:cubicBezTo>
                  <a:cubicBezTo>
                    <a:pt x="134" y="8105"/>
                    <a:pt x="234" y="8171"/>
                    <a:pt x="335" y="8171"/>
                  </a:cubicBezTo>
                  <a:cubicBezTo>
                    <a:pt x="401" y="8171"/>
                    <a:pt x="435" y="8138"/>
                    <a:pt x="501" y="8105"/>
                  </a:cubicBezTo>
                  <a:lnTo>
                    <a:pt x="13577" y="566"/>
                  </a:lnTo>
                  <a:cubicBezTo>
                    <a:pt x="13711" y="466"/>
                    <a:pt x="13744" y="299"/>
                    <a:pt x="13677" y="166"/>
                  </a:cubicBezTo>
                  <a:cubicBezTo>
                    <a:pt x="13609" y="52"/>
                    <a:pt x="13509" y="0"/>
                    <a:pt x="134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6">
              <a:extLst>
                <a:ext uri="{FF2B5EF4-FFF2-40B4-BE49-F238E27FC236}">
                  <a16:creationId xmlns:a16="http://schemas.microsoft.com/office/drawing/2014/main" id="{7E58368A-6164-E400-341B-D89F85EBDB3F}"/>
                </a:ext>
              </a:extLst>
            </p:cNvPr>
            <p:cNvSpPr/>
            <p:nvPr/>
          </p:nvSpPr>
          <p:spPr>
            <a:xfrm>
              <a:off x="4375800" y="4189550"/>
              <a:ext cx="348750" cy="204050"/>
            </a:xfrm>
            <a:custGeom>
              <a:avLst/>
              <a:gdLst/>
              <a:ahLst/>
              <a:cxnLst/>
              <a:rect l="l" t="t" r="r" b="b"/>
              <a:pathLst>
                <a:path w="13950" h="8162" extrusionOk="0">
                  <a:moveTo>
                    <a:pt x="13518" y="1"/>
                  </a:moveTo>
                  <a:cubicBezTo>
                    <a:pt x="13463" y="1"/>
                    <a:pt x="13404" y="17"/>
                    <a:pt x="13343" y="56"/>
                  </a:cubicBezTo>
                  <a:lnTo>
                    <a:pt x="267" y="7595"/>
                  </a:lnTo>
                  <a:cubicBezTo>
                    <a:pt x="0" y="7762"/>
                    <a:pt x="100" y="8162"/>
                    <a:pt x="434" y="8162"/>
                  </a:cubicBezTo>
                  <a:cubicBezTo>
                    <a:pt x="467" y="8162"/>
                    <a:pt x="534" y="8162"/>
                    <a:pt x="601" y="8129"/>
                  </a:cubicBezTo>
                  <a:lnTo>
                    <a:pt x="13643" y="590"/>
                  </a:lnTo>
                  <a:cubicBezTo>
                    <a:pt x="13949" y="423"/>
                    <a:pt x="13791" y="1"/>
                    <a:pt x="135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6">
              <a:extLst>
                <a:ext uri="{FF2B5EF4-FFF2-40B4-BE49-F238E27FC236}">
                  <a16:creationId xmlns:a16="http://schemas.microsoft.com/office/drawing/2014/main" id="{620CFC1B-791C-F63A-19AE-4A8D6709F0E9}"/>
                </a:ext>
              </a:extLst>
            </p:cNvPr>
            <p:cNvSpPr/>
            <p:nvPr/>
          </p:nvSpPr>
          <p:spPr>
            <a:xfrm>
              <a:off x="4334925" y="4160950"/>
              <a:ext cx="346125" cy="204300"/>
            </a:xfrm>
            <a:custGeom>
              <a:avLst/>
              <a:gdLst/>
              <a:ahLst/>
              <a:cxnLst/>
              <a:rect l="l" t="t" r="r" b="b"/>
              <a:pathLst>
                <a:path w="13845" h="8172" extrusionOk="0">
                  <a:moveTo>
                    <a:pt x="13485" y="0"/>
                  </a:moveTo>
                  <a:cubicBezTo>
                    <a:pt x="13435" y="0"/>
                    <a:pt x="13386" y="12"/>
                    <a:pt x="13344" y="33"/>
                  </a:cubicBezTo>
                  <a:lnTo>
                    <a:pt x="268" y="7571"/>
                  </a:lnTo>
                  <a:cubicBezTo>
                    <a:pt x="1" y="7738"/>
                    <a:pt x="101" y="8138"/>
                    <a:pt x="434" y="8172"/>
                  </a:cubicBezTo>
                  <a:cubicBezTo>
                    <a:pt x="468" y="8138"/>
                    <a:pt x="535" y="8138"/>
                    <a:pt x="568" y="8105"/>
                  </a:cubicBezTo>
                  <a:lnTo>
                    <a:pt x="13644" y="566"/>
                  </a:lnTo>
                  <a:cubicBezTo>
                    <a:pt x="13777" y="466"/>
                    <a:pt x="13844" y="300"/>
                    <a:pt x="13777" y="166"/>
                  </a:cubicBezTo>
                  <a:cubicBezTo>
                    <a:pt x="13709" y="52"/>
                    <a:pt x="13594" y="0"/>
                    <a:pt x="1348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6">
              <a:extLst>
                <a:ext uri="{FF2B5EF4-FFF2-40B4-BE49-F238E27FC236}">
                  <a16:creationId xmlns:a16="http://schemas.microsoft.com/office/drawing/2014/main" id="{DF6313FA-4752-62AA-427E-FB7B6DC2778B}"/>
                </a:ext>
              </a:extLst>
            </p:cNvPr>
            <p:cNvSpPr/>
            <p:nvPr/>
          </p:nvSpPr>
          <p:spPr>
            <a:xfrm>
              <a:off x="4420825" y="4214625"/>
              <a:ext cx="347850" cy="204850"/>
            </a:xfrm>
            <a:custGeom>
              <a:avLst/>
              <a:gdLst/>
              <a:ahLst/>
              <a:cxnLst/>
              <a:rect l="l" t="t" r="r" b="b"/>
              <a:pathLst>
                <a:path w="13914" h="8194" extrusionOk="0">
                  <a:moveTo>
                    <a:pt x="13446" y="1"/>
                  </a:moveTo>
                  <a:cubicBezTo>
                    <a:pt x="13392" y="1"/>
                    <a:pt x="13335" y="17"/>
                    <a:pt x="13277" y="54"/>
                  </a:cubicBezTo>
                  <a:lnTo>
                    <a:pt x="201" y="7626"/>
                  </a:lnTo>
                  <a:cubicBezTo>
                    <a:pt x="34" y="7693"/>
                    <a:pt x="1" y="7893"/>
                    <a:pt x="67" y="8026"/>
                  </a:cubicBezTo>
                  <a:cubicBezTo>
                    <a:pt x="134" y="8126"/>
                    <a:pt x="234" y="8193"/>
                    <a:pt x="334" y="8193"/>
                  </a:cubicBezTo>
                  <a:cubicBezTo>
                    <a:pt x="401" y="8193"/>
                    <a:pt x="468" y="8160"/>
                    <a:pt x="501" y="8160"/>
                  </a:cubicBezTo>
                  <a:lnTo>
                    <a:pt x="13577" y="621"/>
                  </a:lnTo>
                  <a:cubicBezTo>
                    <a:pt x="13914" y="453"/>
                    <a:pt x="13731" y="1"/>
                    <a:pt x="134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6">
              <a:extLst>
                <a:ext uri="{FF2B5EF4-FFF2-40B4-BE49-F238E27FC236}">
                  <a16:creationId xmlns:a16="http://schemas.microsoft.com/office/drawing/2014/main" id="{4485BB17-9B4E-2325-5EDD-8D463819905B}"/>
                </a:ext>
              </a:extLst>
            </p:cNvPr>
            <p:cNvSpPr/>
            <p:nvPr/>
          </p:nvSpPr>
          <p:spPr>
            <a:xfrm>
              <a:off x="4083075" y="4625650"/>
              <a:ext cx="422000" cy="219425"/>
            </a:xfrm>
            <a:custGeom>
              <a:avLst/>
              <a:gdLst/>
              <a:ahLst/>
              <a:cxnLst/>
              <a:rect l="l" t="t" r="r" b="b"/>
              <a:pathLst>
                <a:path w="16880" h="8777" extrusionOk="0">
                  <a:moveTo>
                    <a:pt x="8894" y="1248"/>
                  </a:moveTo>
                  <a:cubicBezTo>
                    <a:pt x="10205" y="1248"/>
                    <a:pt x="11481" y="1525"/>
                    <a:pt x="12443" y="2093"/>
                  </a:cubicBezTo>
                  <a:cubicBezTo>
                    <a:pt x="14478" y="3260"/>
                    <a:pt x="14345" y="5228"/>
                    <a:pt x="12110" y="6496"/>
                  </a:cubicBezTo>
                  <a:cubicBezTo>
                    <a:pt x="10949" y="7182"/>
                    <a:pt x="9446" y="7524"/>
                    <a:pt x="7986" y="7524"/>
                  </a:cubicBezTo>
                  <a:cubicBezTo>
                    <a:pt x="6676" y="7524"/>
                    <a:pt x="5400" y="7248"/>
                    <a:pt x="4437" y="6696"/>
                  </a:cubicBezTo>
                  <a:cubicBezTo>
                    <a:pt x="2436" y="5529"/>
                    <a:pt x="2569" y="3527"/>
                    <a:pt x="4771" y="2260"/>
                  </a:cubicBezTo>
                  <a:cubicBezTo>
                    <a:pt x="5931" y="1592"/>
                    <a:pt x="7434" y="1248"/>
                    <a:pt x="8894" y="1248"/>
                  </a:cubicBezTo>
                  <a:close/>
                  <a:moveTo>
                    <a:pt x="9085" y="0"/>
                  </a:moveTo>
                  <a:cubicBezTo>
                    <a:pt x="7043" y="0"/>
                    <a:pt x="4937" y="477"/>
                    <a:pt x="3303" y="1426"/>
                  </a:cubicBezTo>
                  <a:cubicBezTo>
                    <a:pt x="201" y="3194"/>
                    <a:pt x="1" y="5996"/>
                    <a:pt x="2836" y="7630"/>
                  </a:cubicBezTo>
                  <a:cubicBezTo>
                    <a:pt x="4171" y="8399"/>
                    <a:pt x="5941" y="8777"/>
                    <a:pt x="7765" y="8777"/>
                  </a:cubicBezTo>
                  <a:cubicBezTo>
                    <a:pt x="9816" y="8777"/>
                    <a:pt x="11935" y="8299"/>
                    <a:pt x="13577" y="7363"/>
                  </a:cubicBezTo>
                  <a:cubicBezTo>
                    <a:pt x="16680" y="5562"/>
                    <a:pt x="16880" y="2793"/>
                    <a:pt x="14044" y="1159"/>
                  </a:cubicBezTo>
                  <a:cubicBezTo>
                    <a:pt x="12702" y="385"/>
                    <a:pt x="10919" y="0"/>
                    <a:pt x="908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6">
              <a:extLst>
                <a:ext uri="{FF2B5EF4-FFF2-40B4-BE49-F238E27FC236}">
                  <a16:creationId xmlns:a16="http://schemas.microsoft.com/office/drawing/2014/main" id="{4A76F237-8368-86CC-FF0A-997B14EB4DE7}"/>
                </a:ext>
              </a:extLst>
            </p:cNvPr>
            <p:cNvSpPr/>
            <p:nvPr/>
          </p:nvSpPr>
          <p:spPr>
            <a:xfrm>
              <a:off x="4204850" y="468832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89" y="0"/>
                  </a:moveTo>
                  <a:cubicBezTo>
                    <a:pt x="3002" y="0"/>
                    <a:pt x="2080" y="210"/>
                    <a:pt x="1368" y="620"/>
                  </a:cubicBezTo>
                  <a:cubicBezTo>
                    <a:pt x="33" y="1387"/>
                    <a:pt x="0" y="2555"/>
                    <a:pt x="1201" y="3255"/>
                  </a:cubicBezTo>
                  <a:cubicBezTo>
                    <a:pt x="1768" y="3602"/>
                    <a:pt x="2529" y="3770"/>
                    <a:pt x="3311" y="3770"/>
                  </a:cubicBezTo>
                  <a:cubicBezTo>
                    <a:pt x="4184" y="3770"/>
                    <a:pt x="5084" y="3560"/>
                    <a:pt x="5771" y="3155"/>
                  </a:cubicBezTo>
                  <a:cubicBezTo>
                    <a:pt x="7105" y="2388"/>
                    <a:pt x="7205" y="1220"/>
                    <a:pt x="5971" y="486"/>
                  </a:cubicBezTo>
                  <a:cubicBezTo>
                    <a:pt x="5411" y="160"/>
                    <a:pt x="4664" y="0"/>
                    <a:pt x="3889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6">
              <a:extLst>
                <a:ext uri="{FF2B5EF4-FFF2-40B4-BE49-F238E27FC236}">
                  <a16:creationId xmlns:a16="http://schemas.microsoft.com/office/drawing/2014/main" id="{B44D3DDC-7A7A-957A-AD20-9F4B77DFA116}"/>
                </a:ext>
              </a:extLst>
            </p:cNvPr>
            <p:cNvSpPr/>
            <p:nvPr/>
          </p:nvSpPr>
          <p:spPr>
            <a:xfrm>
              <a:off x="4204850" y="468832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89" y="0"/>
                  </a:moveTo>
                  <a:cubicBezTo>
                    <a:pt x="3002" y="0"/>
                    <a:pt x="2080" y="210"/>
                    <a:pt x="1368" y="620"/>
                  </a:cubicBezTo>
                  <a:cubicBezTo>
                    <a:pt x="33" y="1387"/>
                    <a:pt x="0" y="2555"/>
                    <a:pt x="1201" y="3255"/>
                  </a:cubicBezTo>
                  <a:cubicBezTo>
                    <a:pt x="1768" y="3602"/>
                    <a:pt x="2529" y="3770"/>
                    <a:pt x="3311" y="3770"/>
                  </a:cubicBezTo>
                  <a:cubicBezTo>
                    <a:pt x="4184" y="3770"/>
                    <a:pt x="5084" y="3560"/>
                    <a:pt x="5771" y="3155"/>
                  </a:cubicBezTo>
                  <a:cubicBezTo>
                    <a:pt x="7105" y="2388"/>
                    <a:pt x="7205" y="1220"/>
                    <a:pt x="5971" y="486"/>
                  </a:cubicBezTo>
                  <a:cubicBezTo>
                    <a:pt x="5411" y="160"/>
                    <a:pt x="4664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6">
              <a:extLst>
                <a:ext uri="{FF2B5EF4-FFF2-40B4-BE49-F238E27FC236}">
                  <a16:creationId xmlns:a16="http://schemas.microsoft.com/office/drawing/2014/main" id="{FE10D081-F237-8EF2-E19E-671CEDECFD3E}"/>
                </a:ext>
              </a:extLst>
            </p:cNvPr>
            <p:cNvSpPr/>
            <p:nvPr/>
          </p:nvSpPr>
          <p:spPr>
            <a:xfrm>
              <a:off x="4083075" y="4625650"/>
              <a:ext cx="422000" cy="219425"/>
            </a:xfrm>
            <a:custGeom>
              <a:avLst/>
              <a:gdLst/>
              <a:ahLst/>
              <a:cxnLst/>
              <a:rect l="l" t="t" r="r" b="b"/>
              <a:pathLst>
                <a:path w="16880" h="8777" extrusionOk="0">
                  <a:moveTo>
                    <a:pt x="8894" y="1248"/>
                  </a:moveTo>
                  <a:cubicBezTo>
                    <a:pt x="10205" y="1248"/>
                    <a:pt x="11481" y="1525"/>
                    <a:pt x="12443" y="2093"/>
                  </a:cubicBezTo>
                  <a:cubicBezTo>
                    <a:pt x="14478" y="3260"/>
                    <a:pt x="14345" y="5228"/>
                    <a:pt x="12110" y="6496"/>
                  </a:cubicBezTo>
                  <a:cubicBezTo>
                    <a:pt x="10949" y="7182"/>
                    <a:pt x="9446" y="7524"/>
                    <a:pt x="7986" y="7524"/>
                  </a:cubicBezTo>
                  <a:cubicBezTo>
                    <a:pt x="6676" y="7524"/>
                    <a:pt x="5400" y="7248"/>
                    <a:pt x="4437" y="6696"/>
                  </a:cubicBezTo>
                  <a:cubicBezTo>
                    <a:pt x="2436" y="5529"/>
                    <a:pt x="2569" y="3527"/>
                    <a:pt x="4771" y="2260"/>
                  </a:cubicBezTo>
                  <a:cubicBezTo>
                    <a:pt x="5931" y="1592"/>
                    <a:pt x="7434" y="1248"/>
                    <a:pt x="8894" y="1248"/>
                  </a:cubicBezTo>
                  <a:close/>
                  <a:moveTo>
                    <a:pt x="9085" y="0"/>
                  </a:moveTo>
                  <a:cubicBezTo>
                    <a:pt x="7043" y="0"/>
                    <a:pt x="4937" y="477"/>
                    <a:pt x="3303" y="1426"/>
                  </a:cubicBezTo>
                  <a:cubicBezTo>
                    <a:pt x="201" y="3194"/>
                    <a:pt x="1" y="5996"/>
                    <a:pt x="2836" y="7630"/>
                  </a:cubicBezTo>
                  <a:cubicBezTo>
                    <a:pt x="4171" y="8399"/>
                    <a:pt x="5941" y="8777"/>
                    <a:pt x="7765" y="8777"/>
                  </a:cubicBezTo>
                  <a:cubicBezTo>
                    <a:pt x="9816" y="8777"/>
                    <a:pt x="11935" y="8299"/>
                    <a:pt x="13577" y="7363"/>
                  </a:cubicBezTo>
                  <a:cubicBezTo>
                    <a:pt x="16680" y="5562"/>
                    <a:pt x="16880" y="2793"/>
                    <a:pt x="14044" y="1159"/>
                  </a:cubicBezTo>
                  <a:cubicBezTo>
                    <a:pt x="12702" y="385"/>
                    <a:pt x="10919" y="0"/>
                    <a:pt x="90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6">
              <a:extLst>
                <a:ext uri="{FF2B5EF4-FFF2-40B4-BE49-F238E27FC236}">
                  <a16:creationId xmlns:a16="http://schemas.microsoft.com/office/drawing/2014/main" id="{5434E6FD-3306-D488-4186-519F81CC3D94}"/>
                </a:ext>
              </a:extLst>
            </p:cNvPr>
            <p:cNvSpPr/>
            <p:nvPr/>
          </p:nvSpPr>
          <p:spPr>
            <a:xfrm>
              <a:off x="4237375" y="4625575"/>
              <a:ext cx="133450" cy="37400"/>
            </a:xfrm>
            <a:custGeom>
              <a:avLst/>
              <a:gdLst/>
              <a:ahLst/>
              <a:cxnLst/>
              <a:rect l="l" t="t" r="r" b="b"/>
              <a:pathLst>
                <a:path w="5338" h="1496" extrusionOk="0">
                  <a:moveTo>
                    <a:pt x="2901" y="0"/>
                  </a:moveTo>
                  <a:cubicBezTo>
                    <a:pt x="1922" y="0"/>
                    <a:pt x="946" y="110"/>
                    <a:pt x="0" y="328"/>
                  </a:cubicBezTo>
                  <a:lnTo>
                    <a:pt x="634" y="1495"/>
                  </a:lnTo>
                  <a:cubicBezTo>
                    <a:pt x="1307" y="1336"/>
                    <a:pt x="1990" y="1261"/>
                    <a:pt x="2673" y="1261"/>
                  </a:cubicBezTo>
                  <a:cubicBezTo>
                    <a:pt x="3275" y="1261"/>
                    <a:pt x="3876" y="1319"/>
                    <a:pt x="4470" y="1429"/>
                  </a:cubicBezTo>
                  <a:lnTo>
                    <a:pt x="5337" y="228"/>
                  </a:lnTo>
                  <a:cubicBezTo>
                    <a:pt x="4534" y="76"/>
                    <a:pt x="3716" y="0"/>
                    <a:pt x="290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6">
              <a:extLst>
                <a:ext uri="{FF2B5EF4-FFF2-40B4-BE49-F238E27FC236}">
                  <a16:creationId xmlns:a16="http://schemas.microsoft.com/office/drawing/2014/main" id="{711F52EB-E9B5-1C20-423F-32BFB6F57FBA}"/>
                </a:ext>
              </a:extLst>
            </p:cNvPr>
            <p:cNvSpPr/>
            <p:nvPr/>
          </p:nvSpPr>
          <p:spPr>
            <a:xfrm>
              <a:off x="4237375" y="4625575"/>
              <a:ext cx="133450" cy="37400"/>
            </a:xfrm>
            <a:custGeom>
              <a:avLst/>
              <a:gdLst/>
              <a:ahLst/>
              <a:cxnLst/>
              <a:rect l="l" t="t" r="r" b="b"/>
              <a:pathLst>
                <a:path w="5338" h="1496" extrusionOk="0">
                  <a:moveTo>
                    <a:pt x="2901" y="0"/>
                  </a:moveTo>
                  <a:cubicBezTo>
                    <a:pt x="1922" y="0"/>
                    <a:pt x="946" y="110"/>
                    <a:pt x="0" y="328"/>
                  </a:cubicBezTo>
                  <a:lnTo>
                    <a:pt x="634" y="1495"/>
                  </a:lnTo>
                  <a:cubicBezTo>
                    <a:pt x="1307" y="1336"/>
                    <a:pt x="1990" y="1261"/>
                    <a:pt x="2673" y="1261"/>
                  </a:cubicBezTo>
                  <a:cubicBezTo>
                    <a:pt x="3275" y="1261"/>
                    <a:pt x="3876" y="1319"/>
                    <a:pt x="4470" y="1429"/>
                  </a:cubicBezTo>
                  <a:lnTo>
                    <a:pt x="5337" y="228"/>
                  </a:lnTo>
                  <a:cubicBezTo>
                    <a:pt x="4534" y="76"/>
                    <a:pt x="3716" y="0"/>
                    <a:pt x="2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6">
              <a:extLst>
                <a:ext uri="{FF2B5EF4-FFF2-40B4-BE49-F238E27FC236}">
                  <a16:creationId xmlns:a16="http://schemas.microsoft.com/office/drawing/2014/main" id="{D4DE77D6-D6F0-E993-9B77-C1B50BDFEC20}"/>
                </a:ext>
              </a:extLst>
            </p:cNvPr>
            <p:cNvSpPr/>
            <p:nvPr/>
          </p:nvSpPr>
          <p:spPr>
            <a:xfrm>
              <a:off x="4296575" y="4490900"/>
              <a:ext cx="161225" cy="128700"/>
            </a:xfrm>
            <a:custGeom>
              <a:avLst/>
              <a:gdLst/>
              <a:ahLst/>
              <a:cxnLst/>
              <a:rect l="l" t="t" r="r" b="b"/>
              <a:pathLst>
                <a:path w="6449" h="5148" extrusionOk="0">
                  <a:moveTo>
                    <a:pt x="5999" y="0"/>
                  </a:moveTo>
                  <a:cubicBezTo>
                    <a:pt x="5948" y="0"/>
                    <a:pt x="5894" y="14"/>
                    <a:pt x="5838" y="44"/>
                  </a:cubicBezTo>
                  <a:lnTo>
                    <a:pt x="100" y="3380"/>
                  </a:lnTo>
                  <a:lnTo>
                    <a:pt x="0" y="4814"/>
                  </a:lnTo>
                  <a:cubicBezTo>
                    <a:pt x="0" y="4981"/>
                    <a:pt x="134" y="5148"/>
                    <a:pt x="301" y="5148"/>
                  </a:cubicBezTo>
                  <a:cubicBezTo>
                    <a:pt x="467" y="5148"/>
                    <a:pt x="601" y="5014"/>
                    <a:pt x="601" y="4848"/>
                  </a:cubicBezTo>
                  <a:lnTo>
                    <a:pt x="668" y="3780"/>
                  </a:lnTo>
                  <a:lnTo>
                    <a:pt x="6138" y="611"/>
                  </a:lnTo>
                  <a:cubicBezTo>
                    <a:pt x="6449" y="413"/>
                    <a:pt x="6281" y="0"/>
                    <a:pt x="5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6">
              <a:extLst>
                <a:ext uri="{FF2B5EF4-FFF2-40B4-BE49-F238E27FC236}">
                  <a16:creationId xmlns:a16="http://schemas.microsoft.com/office/drawing/2014/main" id="{D7026E8B-AC42-CC35-F46B-62F4D11366F4}"/>
                </a:ext>
              </a:extLst>
            </p:cNvPr>
            <p:cNvSpPr/>
            <p:nvPr/>
          </p:nvSpPr>
          <p:spPr>
            <a:xfrm>
              <a:off x="4503375" y="4383250"/>
              <a:ext cx="422000" cy="219450"/>
            </a:xfrm>
            <a:custGeom>
              <a:avLst/>
              <a:gdLst/>
              <a:ahLst/>
              <a:cxnLst/>
              <a:rect l="l" t="t" r="r" b="b"/>
              <a:pathLst>
                <a:path w="16880" h="8778" extrusionOk="0">
                  <a:moveTo>
                    <a:pt x="8895" y="1254"/>
                  </a:moveTo>
                  <a:cubicBezTo>
                    <a:pt x="10205" y="1254"/>
                    <a:pt x="11481" y="1530"/>
                    <a:pt x="12443" y="2082"/>
                  </a:cubicBezTo>
                  <a:cubicBezTo>
                    <a:pt x="14478" y="3249"/>
                    <a:pt x="14311" y="5217"/>
                    <a:pt x="12110" y="6518"/>
                  </a:cubicBezTo>
                  <a:cubicBezTo>
                    <a:pt x="10949" y="7186"/>
                    <a:pt x="9446" y="7530"/>
                    <a:pt x="7986" y="7530"/>
                  </a:cubicBezTo>
                  <a:cubicBezTo>
                    <a:pt x="6676" y="7530"/>
                    <a:pt x="5400" y="7253"/>
                    <a:pt x="4437" y="6685"/>
                  </a:cubicBezTo>
                  <a:cubicBezTo>
                    <a:pt x="2403" y="5518"/>
                    <a:pt x="2569" y="3550"/>
                    <a:pt x="4771" y="2282"/>
                  </a:cubicBezTo>
                  <a:cubicBezTo>
                    <a:pt x="5931" y="1596"/>
                    <a:pt x="7434" y="1254"/>
                    <a:pt x="8895" y="1254"/>
                  </a:cubicBezTo>
                  <a:close/>
                  <a:moveTo>
                    <a:pt x="9116" y="1"/>
                  </a:moveTo>
                  <a:cubicBezTo>
                    <a:pt x="7065" y="1"/>
                    <a:pt x="4946" y="479"/>
                    <a:pt x="3303" y="1415"/>
                  </a:cubicBezTo>
                  <a:cubicBezTo>
                    <a:pt x="201" y="3216"/>
                    <a:pt x="1" y="5985"/>
                    <a:pt x="2836" y="7619"/>
                  </a:cubicBezTo>
                  <a:cubicBezTo>
                    <a:pt x="4178" y="8393"/>
                    <a:pt x="5961" y="8778"/>
                    <a:pt x="7796" y="8778"/>
                  </a:cubicBezTo>
                  <a:cubicBezTo>
                    <a:pt x="9838" y="8778"/>
                    <a:pt x="11943" y="8301"/>
                    <a:pt x="13577" y="7352"/>
                  </a:cubicBezTo>
                  <a:cubicBezTo>
                    <a:pt x="16680" y="5584"/>
                    <a:pt x="16880" y="2782"/>
                    <a:pt x="14044" y="1148"/>
                  </a:cubicBezTo>
                  <a:cubicBezTo>
                    <a:pt x="12710" y="379"/>
                    <a:pt x="10940" y="1"/>
                    <a:pt x="911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6">
              <a:extLst>
                <a:ext uri="{FF2B5EF4-FFF2-40B4-BE49-F238E27FC236}">
                  <a16:creationId xmlns:a16="http://schemas.microsoft.com/office/drawing/2014/main" id="{42FDEB34-B33F-C76C-23BD-CF28E752FF59}"/>
                </a:ext>
              </a:extLst>
            </p:cNvPr>
            <p:cNvSpPr/>
            <p:nvPr/>
          </p:nvSpPr>
          <p:spPr>
            <a:xfrm>
              <a:off x="4624300" y="444577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92" y="0"/>
                  </a:moveTo>
                  <a:cubicBezTo>
                    <a:pt x="3014" y="0"/>
                    <a:pt x="2106" y="210"/>
                    <a:pt x="1402" y="615"/>
                  </a:cubicBezTo>
                  <a:cubicBezTo>
                    <a:pt x="67" y="1415"/>
                    <a:pt x="1" y="2550"/>
                    <a:pt x="1202" y="3284"/>
                  </a:cubicBezTo>
                  <a:cubicBezTo>
                    <a:pt x="1761" y="3610"/>
                    <a:pt x="2509" y="3770"/>
                    <a:pt x="3283" y="3770"/>
                  </a:cubicBezTo>
                  <a:cubicBezTo>
                    <a:pt x="4171" y="3770"/>
                    <a:pt x="5092" y="3560"/>
                    <a:pt x="5805" y="3150"/>
                  </a:cubicBezTo>
                  <a:cubicBezTo>
                    <a:pt x="7106" y="2383"/>
                    <a:pt x="7206" y="1215"/>
                    <a:pt x="6005" y="515"/>
                  </a:cubicBezTo>
                  <a:cubicBezTo>
                    <a:pt x="5438" y="168"/>
                    <a:pt x="4677" y="0"/>
                    <a:pt x="389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6">
              <a:extLst>
                <a:ext uri="{FF2B5EF4-FFF2-40B4-BE49-F238E27FC236}">
                  <a16:creationId xmlns:a16="http://schemas.microsoft.com/office/drawing/2014/main" id="{D0140941-3E69-01C2-894E-8BEFD5E25C23}"/>
                </a:ext>
              </a:extLst>
            </p:cNvPr>
            <p:cNvSpPr/>
            <p:nvPr/>
          </p:nvSpPr>
          <p:spPr>
            <a:xfrm>
              <a:off x="4624300" y="444577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92" y="0"/>
                  </a:moveTo>
                  <a:cubicBezTo>
                    <a:pt x="3014" y="0"/>
                    <a:pt x="2106" y="210"/>
                    <a:pt x="1402" y="615"/>
                  </a:cubicBezTo>
                  <a:cubicBezTo>
                    <a:pt x="67" y="1415"/>
                    <a:pt x="1" y="2550"/>
                    <a:pt x="1202" y="3284"/>
                  </a:cubicBezTo>
                  <a:cubicBezTo>
                    <a:pt x="1761" y="3610"/>
                    <a:pt x="2509" y="3770"/>
                    <a:pt x="3283" y="3770"/>
                  </a:cubicBezTo>
                  <a:cubicBezTo>
                    <a:pt x="4171" y="3770"/>
                    <a:pt x="5092" y="3560"/>
                    <a:pt x="5805" y="3150"/>
                  </a:cubicBezTo>
                  <a:cubicBezTo>
                    <a:pt x="7106" y="2383"/>
                    <a:pt x="7206" y="1215"/>
                    <a:pt x="6005" y="515"/>
                  </a:cubicBezTo>
                  <a:cubicBezTo>
                    <a:pt x="5438" y="168"/>
                    <a:pt x="4677" y="0"/>
                    <a:pt x="3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6">
              <a:extLst>
                <a:ext uri="{FF2B5EF4-FFF2-40B4-BE49-F238E27FC236}">
                  <a16:creationId xmlns:a16="http://schemas.microsoft.com/office/drawing/2014/main" id="{DC0CDAF4-2171-E732-F7CF-4A5D4BB07383}"/>
                </a:ext>
              </a:extLst>
            </p:cNvPr>
            <p:cNvSpPr/>
            <p:nvPr/>
          </p:nvSpPr>
          <p:spPr>
            <a:xfrm>
              <a:off x="4503375" y="4383250"/>
              <a:ext cx="422000" cy="219450"/>
            </a:xfrm>
            <a:custGeom>
              <a:avLst/>
              <a:gdLst/>
              <a:ahLst/>
              <a:cxnLst/>
              <a:rect l="l" t="t" r="r" b="b"/>
              <a:pathLst>
                <a:path w="16880" h="8778" extrusionOk="0">
                  <a:moveTo>
                    <a:pt x="8895" y="1254"/>
                  </a:moveTo>
                  <a:cubicBezTo>
                    <a:pt x="10205" y="1254"/>
                    <a:pt x="11481" y="1530"/>
                    <a:pt x="12443" y="2082"/>
                  </a:cubicBezTo>
                  <a:cubicBezTo>
                    <a:pt x="14478" y="3249"/>
                    <a:pt x="14311" y="5217"/>
                    <a:pt x="12110" y="6518"/>
                  </a:cubicBezTo>
                  <a:cubicBezTo>
                    <a:pt x="10949" y="7186"/>
                    <a:pt x="9446" y="7530"/>
                    <a:pt x="7986" y="7530"/>
                  </a:cubicBezTo>
                  <a:cubicBezTo>
                    <a:pt x="6676" y="7530"/>
                    <a:pt x="5400" y="7253"/>
                    <a:pt x="4437" y="6685"/>
                  </a:cubicBezTo>
                  <a:cubicBezTo>
                    <a:pt x="2403" y="5518"/>
                    <a:pt x="2569" y="3550"/>
                    <a:pt x="4771" y="2282"/>
                  </a:cubicBezTo>
                  <a:cubicBezTo>
                    <a:pt x="5931" y="1596"/>
                    <a:pt x="7434" y="1254"/>
                    <a:pt x="8895" y="1254"/>
                  </a:cubicBezTo>
                  <a:close/>
                  <a:moveTo>
                    <a:pt x="9116" y="1"/>
                  </a:moveTo>
                  <a:cubicBezTo>
                    <a:pt x="7065" y="1"/>
                    <a:pt x="4946" y="479"/>
                    <a:pt x="3303" y="1415"/>
                  </a:cubicBezTo>
                  <a:cubicBezTo>
                    <a:pt x="201" y="3216"/>
                    <a:pt x="1" y="5985"/>
                    <a:pt x="2836" y="7619"/>
                  </a:cubicBezTo>
                  <a:cubicBezTo>
                    <a:pt x="4178" y="8393"/>
                    <a:pt x="5961" y="8778"/>
                    <a:pt x="7796" y="8778"/>
                  </a:cubicBezTo>
                  <a:cubicBezTo>
                    <a:pt x="9838" y="8778"/>
                    <a:pt x="11943" y="8301"/>
                    <a:pt x="13577" y="7352"/>
                  </a:cubicBezTo>
                  <a:cubicBezTo>
                    <a:pt x="16680" y="5584"/>
                    <a:pt x="16880" y="2782"/>
                    <a:pt x="14044" y="1148"/>
                  </a:cubicBezTo>
                  <a:cubicBezTo>
                    <a:pt x="12710" y="379"/>
                    <a:pt x="10940" y="1"/>
                    <a:pt x="9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6">
              <a:extLst>
                <a:ext uri="{FF2B5EF4-FFF2-40B4-BE49-F238E27FC236}">
                  <a16:creationId xmlns:a16="http://schemas.microsoft.com/office/drawing/2014/main" id="{4405A1E4-D6D6-7B71-5C9C-BA06D563AB01}"/>
                </a:ext>
              </a:extLst>
            </p:cNvPr>
            <p:cNvSpPr/>
            <p:nvPr/>
          </p:nvSpPr>
          <p:spPr>
            <a:xfrm>
              <a:off x="4625150" y="4383375"/>
              <a:ext cx="256875" cy="66950"/>
            </a:xfrm>
            <a:custGeom>
              <a:avLst/>
              <a:gdLst/>
              <a:ahLst/>
              <a:cxnLst/>
              <a:rect l="l" t="t" r="r" b="b"/>
              <a:pathLst>
                <a:path w="10275" h="2678" extrusionOk="0">
                  <a:moveTo>
                    <a:pt x="4230" y="0"/>
                  </a:moveTo>
                  <a:cubicBezTo>
                    <a:pt x="2786" y="0"/>
                    <a:pt x="1312" y="238"/>
                    <a:pt x="0" y="709"/>
                  </a:cubicBezTo>
                  <a:lnTo>
                    <a:pt x="1034" y="1743"/>
                  </a:lnTo>
                  <a:cubicBezTo>
                    <a:pt x="1978" y="1419"/>
                    <a:pt x="3032" y="1251"/>
                    <a:pt x="4065" y="1251"/>
                  </a:cubicBezTo>
                  <a:cubicBezTo>
                    <a:pt x="5369" y="1251"/>
                    <a:pt x="6638" y="1519"/>
                    <a:pt x="7606" y="2077"/>
                  </a:cubicBezTo>
                  <a:cubicBezTo>
                    <a:pt x="7872" y="2244"/>
                    <a:pt x="8139" y="2444"/>
                    <a:pt x="8373" y="2677"/>
                  </a:cubicBezTo>
                  <a:lnTo>
                    <a:pt x="10274" y="1977"/>
                  </a:lnTo>
                  <a:cubicBezTo>
                    <a:pt x="9941" y="1643"/>
                    <a:pt x="9574" y="1376"/>
                    <a:pt x="9173" y="1143"/>
                  </a:cubicBezTo>
                  <a:cubicBezTo>
                    <a:pt x="7833" y="379"/>
                    <a:pt x="6055" y="0"/>
                    <a:pt x="4230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6">
              <a:extLst>
                <a:ext uri="{FF2B5EF4-FFF2-40B4-BE49-F238E27FC236}">
                  <a16:creationId xmlns:a16="http://schemas.microsoft.com/office/drawing/2014/main" id="{50E38E13-1686-9516-591B-D266D34A3946}"/>
                </a:ext>
              </a:extLst>
            </p:cNvPr>
            <p:cNvSpPr/>
            <p:nvPr/>
          </p:nvSpPr>
          <p:spPr>
            <a:xfrm>
              <a:off x="4625150" y="4383375"/>
              <a:ext cx="256875" cy="66950"/>
            </a:xfrm>
            <a:custGeom>
              <a:avLst/>
              <a:gdLst/>
              <a:ahLst/>
              <a:cxnLst/>
              <a:rect l="l" t="t" r="r" b="b"/>
              <a:pathLst>
                <a:path w="10275" h="2678" extrusionOk="0">
                  <a:moveTo>
                    <a:pt x="4230" y="0"/>
                  </a:moveTo>
                  <a:cubicBezTo>
                    <a:pt x="2786" y="0"/>
                    <a:pt x="1312" y="238"/>
                    <a:pt x="0" y="709"/>
                  </a:cubicBezTo>
                  <a:lnTo>
                    <a:pt x="1034" y="1743"/>
                  </a:lnTo>
                  <a:cubicBezTo>
                    <a:pt x="1978" y="1419"/>
                    <a:pt x="3032" y="1251"/>
                    <a:pt x="4065" y="1251"/>
                  </a:cubicBezTo>
                  <a:cubicBezTo>
                    <a:pt x="5369" y="1251"/>
                    <a:pt x="6638" y="1519"/>
                    <a:pt x="7606" y="2077"/>
                  </a:cubicBezTo>
                  <a:cubicBezTo>
                    <a:pt x="7872" y="2244"/>
                    <a:pt x="8139" y="2444"/>
                    <a:pt x="8373" y="2677"/>
                  </a:cubicBezTo>
                  <a:lnTo>
                    <a:pt x="10274" y="1977"/>
                  </a:lnTo>
                  <a:cubicBezTo>
                    <a:pt x="9941" y="1643"/>
                    <a:pt x="9574" y="1376"/>
                    <a:pt x="9173" y="1143"/>
                  </a:cubicBezTo>
                  <a:cubicBezTo>
                    <a:pt x="7833" y="379"/>
                    <a:pt x="6055" y="0"/>
                    <a:pt x="4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6">
              <a:extLst>
                <a:ext uri="{FF2B5EF4-FFF2-40B4-BE49-F238E27FC236}">
                  <a16:creationId xmlns:a16="http://schemas.microsoft.com/office/drawing/2014/main" id="{BFA09152-4F2E-DC9A-36D7-E9DDC0D43DC9}"/>
                </a:ext>
              </a:extLst>
            </p:cNvPr>
            <p:cNvSpPr/>
            <p:nvPr/>
          </p:nvSpPr>
          <p:spPr>
            <a:xfrm>
              <a:off x="4716875" y="4248725"/>
              <a:ext cx="160900" cy="128200"/>
            </a:xfrm>
            <a:custGeom>
              <a:avLst/>
              <a:gdLst/>
              <a:ahLst/>
              <a:cxnLst/>
              <a:rect l="l" t="t" r="r" b="b"/>
              <a:pathLst>
                <a:path w="6436" h="5128" extrusionOk="0">
                  <a:moveTo>
                    <a:pt x="5989" y="1"/>
                  </a:moveTo>
                  <a:cubicBezTo>
                    <a:pt x="5951" y="1"/>
                    <a:pt x="5912" y="8"/>
                    <a:pt x="5871" y="24"/>
                  </a:cubicBezTo>
                  <a:lnTo>
                    <a:pt x="100" y="3360"/>
                  </a:lnTo>
                  <a:lnTo>
                    <a:pt x="34" y="4794"/>
                  </a:lnTo>
                  <a:cubicBezTo>
                    <a:pt x="0" y="4961"/>
                    <a:pt x="134" y="5094"/>
                    <a:pt x="334" y="5128"/>
                  </a:cubicBezTo>
                  <a:cubicBezTo>
                    <a:pt x="501" y="5094"/>
                    <a:pt x="634" y="4961"/>
                    <a:pt x="634" y="4828"/>
                  </a:cubicBezTo>
                  <a:lnTo>
                    <a:pt x="701" y="3727"/>
                  </a:lnTo>
                  <a:lnTo>
                    <a:pt x="6171" y="591"/>
                  </a:lnTo>
                  <a:cubicBezTo>
                    <a:pt x="6435" y="386"/>
                    <a:pt x="6261" y="1"/>
                    <a:pt x="59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6">
              <a:extLst>
                <a:ext uri="{FF2B5EF4-FFF2-40B4-BE49-F238E27FC236}">
                  <a16:creationId xmlns:a16="http://schemas.microsoft.com/office/drawing/2014/main" id="{6C3066AC-9B68-F497-AA14-F8C8556A823D}"/>
                </a:ext>
              </a:extLst>
            </p:cNvPr>
            <p:cNvSpPr/>
            <p:nvPr/>
          </p:nvSpPr>
          <p:spPr>
            <a:xfrm>
              <a:off x="4337425" y="4438000"/>
              <a:ext cx="815850" cy="473475"/>
            </a:xfrm>
            <a:custGeom>
              <a:avLst/>
              <a:gdLst/>
              <a:ahLst/>
              <a:cxnLst/>
              <a:rect l="l" t="t" r="r" b="b"/>
              <a:pathLst>
                <a:path w="32634" h="18939" extrusionOk="0">
                  <a:moveTo>
                    <a:pt x="32205" y="1"/>
                  </a:moveTo>
                  <a:cubicBezTo>
                    <a:pt x="32149" y="1"/>
                    <a:pt x="32087" y="18"/>
                    <a:pt x="32024" y="59"/>
                  </a:cubicBezTo>
                  <a:lnTo>
                    <a:pt x="301" y="18338"/>
                  </a:lnTo>
                  <a:cubicBezTo>
                    <a:pt x="1" y="18505"/>
                    <a:pt x="134" y="18939"/>
                    <a:pt x="468" y="18939"/>
                  </a:cubicBezTo>
                  <a:cubicBezTo>
                    <a:pt x="501" y="18939"/>
                    <a:pt x="535" y="18905"/>
                    <a:pt x="601" y="18905"/>
                  </a:cubicBezTo>
                  <a:lnTo>
                    <a:pt x="32357" y="592"/>
                  </a:lnTo>
                  <a:cubicBezTo>
                    <a:pt x="32633" y="399"/>
                    <a:pt x="32476" y="1"/>
                    <a:pt x="322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6">
              <a:extLst>
                <a:ext uri="{FF2B5EF4-FFF2-40B4-BE49-F238E27FC236}">
                  <a16:creationId xmlns:a16="http://schemas.microsoft.com/office/drawing/2014/main" id="{B2165F11-DC3F-2763-CACD-0A435DF9CF68}"/>
                </a:ext>
              </a:extLst>
            </p:cNvPr>
            <p:cNvSpPr/>
            <p:nvPr/>
          </p:nvSpPr>
          <p:spPr>
            <a:xfrm>
              <a:off x="4380800" y="4461650"/>
              <a:ext cx="816925" cy="474025"/>
            </a:xfrm>
            <a:custGeom>
              <a:avLst/>
              <a:gdLst/>
              <a:ahLst/>
              <a:cxnLst/>
              <a:rect l="l" t="t" r="r" b="b"/>
              <a:pathLst>
                <a:path w="32677" h="18961" extrusionOk="0">
                  <a:moveTo>
                    <a:pt x="32223" y="1"/>
                  </a:moveTo>
                  <a:cubicBezTo>
                    <a:pt x="32160" y="1"/>
                    <a:pt x="32092" y="24"/>
                    <a:pt x="32023" y="80"/>
                  </a:cubicBezTo>
                  <a:lnTo>
                    <a:pt x="267" y="18393"/>
                  </a:lnTo>
                  <a:cubicBezTo>
                    <a:pt x="0" y="18560"/>
                    <a:pt x="101" y="18960"/>
                    <a:pt x="401" y="18960"/>
                  </a:cubicBezTo>
                  <a:cubicBezTo>
                    <a:pt x="467" y="18960"/>
                    <a:pt x="534" y="18960"/>
                    <a:pt x="568" y="18927"/>
                  </a:cubicBezTo>
                  <a:lnTo>
                    <a:pt x="32324" y="614"/>
                  </a:lnTo>
                  <a:cubicBezTo>
                    <a:pt x="32677" y="451"/>
                    <a:pt x="32499" y="1"/>
                    <a:pt x="322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6">
              <a:extLst>
                <a:ext uri="{FF2B5EF4-FFF2-40B4-BE49-F238E27FC236}">
                  <a16:creationId xmlns:a16="http://schemas.microsoft.com/office/drawing/2014/main" id="{7ED05FA4-CC81-D397-6949-2B13F8B3929F}"/>
                </a:ext>
              </a:extLst>
            </p:cNvPr>
            <p:cNvSpPr/>
            <p:nvPr/>
          </p:nvSpPr>
          <p:spPr>
            <a:xfrm>
              <a:off x="4425000" y="4486725"/>
              <a:ext cx="814325" cy="473950"/>
            </a:xfrm>
            <a:custGeom>
              <a:avLst/>
              <a:gdLst/>
              <a:ahLst/>
              <a:cxnLst/>
              <a:rect l="l" t="t" r="r" b="b"/>
              <a:pathLst>
                <a:path w="32573" h="18958" extrusionOk="0">
                  <a:moveTo>
                    <a:pt x="32139" y="0"/>
                  </a:moveTo>
                  <a:cubicBezTo>
                    <a:pt x="32092" y="0"/>
                    <a:pt x="32041" y="14"/>
                    <a:pt x="31990" y="44"/>
                  </a:cubicBezTo>
                  <a:lnTo>
                    <a:pt x="201" y="18357"/>
                  </a:lnTo>
                  <a:cubicBezTo>
                    <a:pt x="67" y="18458"/>
                    <a:pt x="0" y="18624"/>
                    <a:pt x="100" y="18791"/>
                  </a:cubicBezTo>
                  <a:cubicBezTo>
                    <a:pt x="134" y="18891"/>
                    <a:pt x="234" y="18925"/>
                    <a:pt x="367" y="18958"/>
                  </a:cubicBezTo>
                  <a:cubicBezTo>
                    <a:pt x="401" y="18958"/>
                    <a:pt x="467" y="18925"/>
                    <a:pt x="534" y="18925"/>
                  </a:cubicBezTo>
                  <a:lnTo>
                    <a:pt x="32290" y="578"/>
                  </a:lnTo>
                  <a:cubicBezTo>
                    <a:pt x="32573" y="409"/>
                    <a:pt x="32401" y="0"/>
                    <a:pt x="32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EB99B04-98F6-FF13-E7E8-61A8961A10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6</a:t>
            </a:fld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CA5B4D-C06A-4DC4-1F56-F4296AC1F7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76" r="1371" b="-1159"/>
          <a:stretch>
            <a:fillRect/>
          </a:stretch>
        </p:blipFill>
        <p:spPr>
          <a:xfrm>
            <a:off x="293007" y="1150679"/>
            <a:ext cx="6637223" cy="20497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1C763A2-B880-AC5A-308C-BBB469E088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27" t="2959" r="2223" b="7982"/>
          <a:stretch>
            <a:fillRect/>
          </a:stretch>
        </p:blipFill>
        <p:spPr>
          <a:xfrm>
            <a:off x="374933" y="3296869"/>
            <a:ext cx="6475810" cy="12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59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>
          <a:extLst>
            <a:ext uri="{FF2B5EF4-FFF2-40B4-BE49-F238E27FC236}">
              <a16:creationId xmlns:a16="http://schemas.microsoft.com/office/drawing/2014/main" id="{548C7140-15FE-EE82-705F-46D10ED8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0" name="Google Shape;1830;p50">
            <a:extLst>
              <a:ext uri="{FF2B5EF4-FFF2-40B4-BE49-F238E27FC236}">
                <a16:creationId xmlns:a16="http://schemas.microsoft.com/office/drawing/2014/main" id="{D8755E01-01D0-6B57-573C-EAD94CEE63ED}"/>
              </a:ext>
            </a:extLst>
          </p:cNvPr>
          <p:cNvGrpSpPr/>
          <p:nvPr/>
        </p:nvGrpSpPr>
        <p:grpSpPr>
          <a:xfrm>
            <a:off x="-21" y="1834463"/>
            <a:ext cx="3750012" cy="3241168"/>
            <a:chOff x="1259400" y="634225"/>
            <a:chExt cx="5070325" cy="4382325"/>
          </a:xfrm>
        </p:grpSpPr>
        <p:sp>
          <p:nvSpPr>
            <p:cNvPr id="1831" name="Google Shape;1831;p50">
              <a:extLst>
                <a:ext uri="{FF2B5EF4-FFF2-40B4-BE49-F238E27FC236}">
                  <a16:creationId xmlns:a16="http://schemas.microsoft.com/office/drawing/2014/main" id="{59C9C81E-60BE-4CA3-B486-E8D59A55CF97}"/>
                </a:ext>
              </a:extLst>
            </p:cNvPr>
            <p:cNvSpPr/>
            <p:nvPr/>
          </p:nvSpPr>
          <p:spPr>
            <a:xfrm>
              <a:off x="1259400" y="806750"/>
              <a:ext cx="5047800" cy="4081225"/>
            </a:xfrm>
            <a:custGeom>
              <a:avLst/>
              <a:gdLst/>
              <a:ahLst/>
              <a:cxnLst/>
              <a:rect l="l" t="t" r="r" b="b"/>
              <a:pathLst>
                <a:path w="201912" h="163249" extrusionOk="0">
                  <a:moveTo>
                    <a:pt x="109723" y="0"/>
                  </a:moveTo>
                  <a:cubicBezTo>
                    <a:pt x="98812" y="0"/>
                    <a:pt x="85280" y="2153"/>
                    <a:pt x="71852" y="9878"/>
                  </a:cubicBezTo>
                  <a:cubicBezTo>
                    <a:pt x="41564" y="27358"/>
                    <a:pt x="26286" y="62049"/>
                    <a:pt x="13143" y="89836"/>
                  </a:cubicBezTo>
                  <a:cubicBezTo>
                    <a:pt x="1" y="117622"/>
                    <a:pt x="7573" y="145909"/>
                    <a:pt x="30723" y="158785"/>
                  </a:cubicBezTo>
                  <a:cubicBezTo>
                    <a:pt x="36542" y="162026"/>
                    <a:pt x="41891" y="163249"/>
                    <a:pt x="47157" y="163249"/>
                  </a:cubicBezTo>
                  <a:cubicBezTo>
                    <a:pt x="62810" y="163249"/>
                    <a:pt x="77720" y="152445"/>
                    <a:pt x="102007" y="151747"/>
                  </a:cubicBezTo>
                  <a:cubicBezTo>
                    <a:pt x="105961" y="151633"/>
                    <a:pt x="109562" y="151602"/>
                    <a:pt x="112887" y="151602"/>
                  </a:cubicBezTo>
                  <a:cubicBezTo>
                    <a:pt x="116899" y="151602"/>
                    <a:pt x="120509" y="151647"/>
                    <a:pt x="123849" y="151647"/>
                  </a:cubicBezTo>
                  <a:cubicBezTo>
                    <a:pt x="140463" y="151647"/>
                    <a:pt x="150415" y="150526"/>
                    <a:pt x="170122" y="137136"/>
                  </a:cubicBezTo>
                  <a:cubicBezTo>
                    <a:pt x="197041" y="118790"/>
                    <a:pt x="201912" y="75525"/>
                    <a:pt x="180663" y="43469"/>
                  </a:cubicBezTo>
                  <a:cubicBezTo>
                    <a:pt x="159414" y="11446"/>
                    <a:pt x="133029" y="3407"/>
                    <a:pt x="133029" y="3407"/>
                  </a:cubicBezTo>
                  <a:cubicBezTo>
                    <a:pt x="133029" y="3407"/>
                    <a:pt x="123451" y="0"/>
                    <a:pt x="1097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0">
              <a:extLst>
                <a:ext uri="{FF2B5EF4-FFF2-40B4-BE49-F238E27FC236}">
                  <a16:creationId xmlns:a16="http://schemas.microsoft.com/office/drawing/2014/main" id="{52BC2FFE-52EE-B7BE-5F73-91B53CAF5D67}"/>
                </a:ext>
              </a:extLst>
            </p:cNvPr>
            <p:cNvSpPr/>
            <p:nvPr/>
          </p:nvSpPr>
          <p:spPr>
            <a:xfrm>
              <a:off x="2453600" y="2804950"/>
              <a:ext cx="192650" cy="78425"/>
            </a:xfrm>
            <a:custGeom>
              <a:avLst/>
              <a:gdLst/>
              <a:ahLst/>
              <a:cxnLst/>
              <a:rect l="l" t="t" r="r" b="b"/>
              <a:pathLst>
                <a:path w="7706" h="3137" extrusionOk="0">
                  <a:moveTo>
                    <a:pt x="1168" y="0"/>
                  </a:moveTo>
                  <a:lnTo>
                    <a:pt x="0" y="1201"/>
                  </a:lnTo>
                  <a:cubicBezTo>
                    <a:pt x="967" y="2436"/>
                    <a:pt x="2402" y="3136"/>
                    <a:pt x="3970" y="3136"/>
                  </a:cubicBezTo>
                  <a:cubicBezTo>
                    <a:pt x="5404" y="3136"/>
                    <a:pt x="6772" y="2536"/>
                    <a:pt x="7706" y="1468"/>
                  </a:cubicBezTo>
                  <a:lnTo>
                    <a:pt x="6605" y="234"/>
                  </a:lnTo>
                  <a:cubicBezTo>
                    <a:pt x="5924" y="1057"/>
                    <a:pt x="4959" y="1459"/>
                    <a:pt x="3993" y="1459"/>
                  </a:cubicBezTo>
                  <a:cubicBezTo>
                    <a:pt x="2922" y="1459"/>
                    <a:pt x="1851" y="965"/>
                    <a:pt x="1168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0">
              <a:extLst>
                <a:ext uri="{FF2B5EF4-FFF2-40B4-BE49-F238E27FC236}">
                  <a16:creationId xmlns:a16="http://schemas.microsoft.com/office/drawing/2014/main" id="{D289DBA7-9575-B575-E84D-FBF494905915}"/>
                </a:ext>
              </a:extLst>
            </p:cNvPr>
            <p:cNvSpPr/>
            <p:nvPr/>
          </p:nvSpPr>
          <p:spPr>
            <a:xfrm>
              <a:off x="2500300" y="2752400"/>
              <a:ext cx="101750" cy="65075"/>
            </a:xfrm>
            <a:custGeom>
              <a:avLst/>
              <a:gdLst/>
              <a:ahLst/>
              <a:cxnLst/>
              <a:rect l="l" t="t" r="r" b="b"/>
              <a:pathLst>
                <a:path w="4070" h="2603" extrusionOk="0">
                  <a:moveTo>
                    <a:pt x="1334" y="1"/>
                  </a:moveTo>
                  <a:lnTo>
                    <a:pt x="0" y="1402"/>
                  </a:lnTo>
                  <a:cubicBezTo>
                    <a:pt x="434" y="2136"/>
                    <a:pt x="1234" y="2603"/>
                    <a:pt x="2102" y="2603"/>
                  </a:cubicBezTo>
                  <a:cubicBezTo>
                    <a:pt x="2869" y="2603"/>
                    <a:pt x="3603" y="2236"/>
                    <a:pt x="4070" y="1635"/>
                  </a:cubicBezTo>
                  <a:lnTo>
                    <a:pt x="2869" y="301"/>
                  </a:lnTo>
                  <a:cubicBezTo>
                    <a:pt x="2791" y="740"/>
                    <a:pt x="2448" y="950"/>
                    <a:pt x="2106" y="950"/>
                  </a:cubicBezTo>
                  <a:cubicBezTo>
                    <a:pt x="1719" y="950"/>
                    <a:pt x="1334" y="681"/>
                    <a:pt x="1334" y="168"/>
                  </a:cubicBezTo>
                  <a:cubicBezTo>
                    <a:pt x="1334" y="134"/>
                    <a:pt x="1334" y="68"/>
                    <a:pt x="133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0">
              <a:extLst>
                <a:ext uri="{FF2B5EF4-FFF2-40B4-BE49-F238E27FC236}">
                  <a16:creationId xmlns:a16="http://schemas.microsoft.com/office/drawing/2014/main" id="{F0F1110D-05A4-4D1D-8031-DEAA0E6420A9}"/>
                </a:ext>
              </a:extLst>
            </p:cNvPr>
            <p:cNvSpPr/>
            <p:nvPr/>
          </p:nvSpPr>
          <p:spPr>
            <a:xfrm>
              <a:off x="2548650" y="2735725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68" y="1"/>
                  </a:moveTo>
                  <a:lnTo>
                    <a:pt x="1" y="101"/>
                  </a:lnTo>
                  <a:cubicBezTo>
                    <a:pt x="17" y="84"/>
                    <a:pt x="34" y="76"/>
                    <a:pt x="55" y="76"/>
                  </a:cubicBezTo>
                  <a:cubicBezTo>
                    <a:pt x="76" y="76"/>
                    <a:pt x="101" y="84"/>
                    <a:pt x="134" y="101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0">
              <a:extLst>
                <a:ext uri="{FF2B5EF4-FFF2-40B4-BE49-F238E27FC236}">
                  <a16:creationId xmlns:a16="http://schemas.microsoft.com/office/drawing/2014/main" id="{F015A675-3615-1745-9E1A-7664FB50C368}"/>
                </a:ext>
              </a:extLst>
            </p:cNvPr>
            <p:cNvSpPr/>
            <p:nvPr/>
          </p:nvSpPr>
          <p:spPr>
            <a:xfrm>
              <a:off x="2359350" y="2901675"/>
              <a:ext cx="377800" cy="116575"/>
            </a:xfrm>
            <a:custGeom>
              <a:avLst/>
              <a:gdLst/>
              <a:ahLst/>
              <a:cxnLst/>
              <a:rect l="l" t="t" r="r" b="b"/>
              <a:pathLst>
                <a:path w="15112" h="4663" extrusionOk="0">
                  <a:moveTo>
                    <a:pt x="1168" y="1"/>
                  </a:moveTo>
                  <a:lnTo>
                    <a:pt x="1" y="1202"/>
                  </a:lnTo>
                  <a:cubicBezTo>
                    <a:pt x="2058" y="3501"/>
                    <a:pt x="4904" y="4663"/>
                    <a:pt x="7759" y="4663"/>
                  </a:cubicBezTo>
                  <a:cubicBezTo>
                    <a:pt x="10411" y="4663"/>
                    <a:pt x="13071" y="3660"/>
                    <a:pt x="15112" y="1635"/>
                  </a:cubicBezTo>
                  <a:lnTo>
                    <a:pt x="13977" y="401"/>
                  </a:lnTo>
                  <a:cubicBezTo>
                    <a:pt x="12261" y="2134"/>
                    <a:pt x="10004" y="2995"/>
                    <a:pt x="7753" y="2995"/>
                  </a:cubicBezTo>
                  <a:cubicBezTo>
                    <a:pt x="5323" y="2995"/>
                    <a:pt x="2900" y="1992"/>
                    <a:pt x="1168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0">
              <a:extLst>
                <a:ext uri="{FF2B5EF4-FFF2-40B4-BE49-F238E27FC236}">
                  <a16:creationId xmlns:a16="http://schemas.microsoft.com/office/drawing/2014/main" id="{DE31EAF4-4EC3-C978-4292-5638ACAB8405}"/>
                </a:ext>
              </a:extLst>
            </p:cNvPr>
            <p:cNvSpPr/>
            <p:nvPr/>
          </p:nvSpPr>
          <p:spPr>
            <a:xfrm>
              <a:off x="2403550" y="2855825"/>
              <a:ext cx="290225" cy="98425"/>
            </a:xfrm>
            <a:custGeom>
              <a:avLst/>
              <a:gdLst/>
              <a:ahLst/>
              <a:cxnLst/>
              <a:rect l="l" t="t" r="r" b="b"/>
              <a:pathLst>
                <a:path w="11609" h="3937" extrusionOk="0">
                  <a:moveTo>
                    <a:pt x="1168" y="0"/>
                  </a:moveTo>
                  <a:lnTo>
                    <a:pt x="1" y="1201"/>
                  </a:lnTo>
                  <a:cubicBezTo>
                    <a:pt x="1502" y="2936"/>
                    <a:pt x="3670" y="3936"/>
                    <a:pt x="5972" y="3936"/>
                  </a:cubicBezTo>
                  <a:cubicBezTo>
                    <a:pt x="8106" y="3936"/>
                    <a:pt x="10141" y="3069"/>
                    <a:pt x="11609" y="1568"/>
                  </a:cubicBezTo>
                  <a:lnTo>
                    <a:pt x="10508" y="301"/>
                  </a:lnTo>
                  <a:cubicBezTo>
                    <a:pt x="9273" y="1616"/>
                    <a:pt x="7622" y="2268"/>
                    <a:pt x="5973" y="2268"/>
                  </a:cubicBezTo>
                  <a:cubicBezTo>
                    <a:pt x="4193" y="2268"/>
                    <a:pt x="2415" y="1507"/>
                    <a:pt x="1168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0">
              <a:extLst>
                <a:ext uri="{FF2B5EF4-FFF2-40B4-BE49-F238E27FC236}">
                  <a16:creationId xmlns:a16="http://schemas.microsoft.com/office/drawing/2014/main" id="{EB80417B-1ACA-65AF-7EDC-BAC748D53927}"/>
                </a:ext>
              </a:extLst>
            </p:cNvPr>
            <p:cNvSpPr/>
            <p:nvPr/>
          </p:nvSpPr>
          <p:spPr>
            <a:xfrm>
              <a:off x="1288600" y="5016525"/>
              <a:ext cx="5041125" cy="25"/>
            </a:xfrm>
            <a:custGeom>
              <a:avLst/>
              <a:gdLst/>
              <a:ahLst/>
              <a:cxnLst/>
              <a:rect l="l" t="t" r="r" b="b"/>
              <a:pathLst>
                <a:path w="201645" h="1" fill="none" extrusionOk="0">
                  <a:moveTo>
                    <a:pt x="0" y="1"/>
                  </a:moveTo>
                  <a:lnTo>
                    <a:pt x="201644" y="1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0">
              <a:extLst>
                <a:ext uri="{FF2B5EF4-FFF2-40B4-BE49-F238E27FC236}">
                  <a16:creationId xmlns:a16="http://schemas.microsoft.com/office/drawing/2014/main" id="{05348710-FCD9-E134-F802-84DBE285CAE8}"/>
                </a:ext>
              </a:extLst>
            </p:cNvPr>
            <p:cNvSpPr/>
            <p:nvPr/>
          </p:nvSpPr>
          <p:spPr>
            <a:xfrm>
              <a:off x="3390925" y="3586350"/>
              <a:ext cx="4200" cy="1177525"/>
            </a:xfrm>
            <a:custGeom>
              <a:avLst/>
              <a:gdLst/>
              <a:ahLst/>
              <a:cxnLst/>
              <a:rect l="l" t="t" r="r" b="b"/>
              <a:pathLst>
                <a:path w="168" h="47101" fill="none" extrusionOk="0">
                  <a:moveTo>
                    <a:pt x="1" y="0"/>
                  </a:moveTo>
                  <a:cubicBezTo>
                    <a:pt x="1" y="0"/>
                    <a:pt x="167" y="17613"/>
                    <a:pt x="167" y="22249"/>
                  </a:cubicBezTo>
                  <a:cubicBezTo>
                    <a:pt x="167" y="26919"/>
                    <a:pt x="1" y="47101"/>
                    <a:pt x="1" y="47101"/>
                  </a:cubicBezTo>
                </a:path>
              </a:pathLst>
            </a:custGeom>
            <a:noFill/>
            <a:ln w="317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0">
              <a:extLst>
                <a:ext uri="{FF2B5EF4-FFF2-40B4-BE49-F238E27FC236}">
                  <a16:creationId xmlns:a16="http://schemas.microsoft.com/office/drawing/2014/main" id="{FFB4F3BB-B634-1D32-DD82-AAEDC15417B9}"/>
                </a:ext>
              </a:extLst>
            </p:cNvPr>
            <p:cNvSpPr/>
            <p:nvPr/>
          </p:nvSpPr>
          <p:spPr>
            <a:xfrm>
              <a:off x="2970625" y="3037625"/>
              <a:ext cx="889000" cy="675500"/>
            </a:xfrm>
            <a:custGeom>
              <a:avLst/>
              <a:gdLst/>
              <a:ahLst/>
              <a:cxnLst/>
              <a:rect l="l" t="t" r="r" b="b"/>
              <a:pathLst>
                <a:path w="35560" h="27020" extrusionOk="0">
                  <a:moveTo>
                    <a:pt x="16546" y="0"/>
                  </a:moveTo>
                  <a:lnTo>
                    <a:pt x="15412" y="15044"/>
                  </a:lnTo>
                  <a:lnTo>
                    <a:pt x="9441" y="1735"/>
                  </a:lnTo>
                  <a:lnTo>
                    <a:pt x="13577" y="16312"/>
                  </a:lnTo>
                  <a:lnTo>
                    <a:pt x="4637" y="6538"/>
                  </a:lnTo>
                  <a:lnTo>
                    <a:pt x="4637" y="6538"/>
                  </a:lnTo>
                  <a:lnTo>
                    <a:pt x="12476" y="18580"/>
                  </a:lnTo>
                  <a:lnTo>
                    <a:pt x="1368" y="10674"/>
                  </a:lnTo>
                  <a:lnTo>
                    <a:pt x="11742" y="20682"/>
                  </a:lnTo>
                  <a:lnTo>
                    <a:pt x="1" y="14277"/>
                  </a:lnTo>
                  <a:lnTo>
                    <a:pt x="1" y="14277"/>
                  </a:lnTo>
                  <a:lnTo>
                    <a:pt x="10775" y="21549"/>
                  </a:lnTo>
                  <a:lnTo>
                    <a:pt x="1035" y="20281"/>
                  </a:lnTo>
                  <a:lnTo>
                    <a:pt x="10475" y="22950"/>
                  </a:lnTo>
                  <a:lnTo>
                    <a:pt x="2903" y="24218"/>
                  </a:lnTo>
                  <a:lnTo>
                    <a:pt x="10775" y="23917"/>
                  </a:lnTo>
                  <a:lnTo>
                    <a:pt x="6138" y="27020"/>
                  </a:lnTo>
                  <a:lnTo>
                    <a:pt x="17113" y="24084"/>
                  </a:lnTo>
                  <a:lnTo>
                    <a:pt x="27387" y="26452"/>
                  </a:lnTo>
                  <a:lnTo>
                    <a:pt x="23017" y="22816"/>
                  </a:lnTo>
                  <a:lnTo>
                    <a:pt x="35259" y="24218"/>
                  </a:lnTo>
                  <a:lnTo>
                    <a:pt x="24418" y="20682"/>
                  </a:lnTo>
                  <a:lnTo>
                    <a:pt x="35559" y="18714"/>
                  </a:lnTo>
                  <a:lnTo>
                    <a:pt x="23017" y="18714"/>
                  </a:lnTo>
                  <a:lnTo>
                    <a:pt x="32724" y="11408"/>
                  </a:lnTo>
                  <a:lnTo>
                    <a:pt x="32724" y="11408"/>
                  </a:lnTo>
                  <a:lnTo>
                    <a:pt x="21749" y="16879"/>
                  </a:lnTo>
                  <a:lnTo>
                    <a:pt x="28087" y="6038"/>
                  </a:lnTo>
                  <a:lnTo>
                    <a:pt x="19648" y="15778"/>
                  </a:lnTo>
                  <a:lnTo>
                    <a:pt x="19648" y="15778"/>
                  </a:lnTo>
                  <a:lnTo>
                    <a:pt x="22583" y="1535"/>
                  </a:lnTo>
                  <a:lnTo>
                    <a:pt x="17113" y="14777"/>
                  </a:lnTo>
                  <a:lnTo>
                    <a:pt x="16546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50">
              <a:extLst>
                <a:ext uri="{FF2B5EF4-FFF2-40B4-BE49-F238E27FC236}">
                  <a16:creationId xmlns:a16="http://schemas.microsoft.com/office/drawing/2014/main" id="{5D2A749B-1458-4969-FAB1-0FCB83EB883B}"/>
                </a:ext>
              </a:extLst>
            </p:cNvPr>
            <p:cNvSpPr/>
            <p:nvPr/>
          </p:nvSpPr>
          <p:spPr>
            <a:xfrm>
              <a:off x="3275000" y="4030000"/>
              <a:ext cx="20875" cy="741375"/>
            </a:xfrm>
            <a:custGeom>
              <a:avLst/>
              <a:gdLst/>
              <a:ahLst/>
              <a:cxnLst/>
              <a:rect l="l" t="t" r="r" b="b"/>
              <a:pathLst>
                <a:path w="835" h="29655" fill="none" extrusionOk="0">
                  <a:moveTo>
                    <a:pt x="435" y="0"/>
                  </a:moveTo>
                  <a:cubicBezTo>
                    <a:pt x="435" y="0"/>
                    <a:pt x="1" y="3670"/>
                    <a:pt x="268" y="5071"/>
                  </a:cubicBezTo>
                  <a:cubicBezTo>
                    <a:pt x="568" y="6705"/>
                    <a:pt x="701" y="8340"/>
                    <a:pt x="701" y="10007"/>
                  </a:cubicBezTo>
                  <a:cubicBezTo>
                    <a:pt x="701" y="11842"/>
                    <a:pt x="835" y="11975"/>
                    <a:pt x="835" y="13243"/>
                  </a:cubicBezTo>
                  <a:cubicBezTo>
                    <a:pt x="835" y="14511"/>
                    <a:pt x="701" y="25285"/>
                    <a:pt x="701" y="26252"/>
                  </a:cubicBezTo>
                  <a:lnTo>
                    <a:pt x="701" y="29655"/>
                  </a:lnTo>
                </a:path>
              </a:pathLst>
            </a:custGeom>
            <a:noFill/>
            <a:ln w="317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50">
              <a:extLst>
                <a:ext uri="{FF2B5EF4-FFF2-40B4-BE49-F238E27FC236}">
                  <a16:creationId xmlns:a16="http://schemas.microsoft.com/office/drawing/2014/main" id="{2E0BE190-4FB1-4210-44BD-FADBD6927968}"/>
                </a:ext>
              </a:extLst>
            </p:cNvPr>
            <p:cNvSpPr/>
            <p:nvPr/>
          </p:nvSpPr>
          <p:spPr>
            <a:xfrm>
              <a:off x="3295850" y="4005800"/>
              <a:ext cx="87600" cy="320275"/>
            </a:xfrm>
            <a:custGeom>
              <a:avLst/>
              <a:gdLst/>
              <a:ahLst/>
              <a:cxnLst/>
              <a:rect l="l" t="t" r="r" b="b"/>
              <a:pathLst>
                <a:path w="3504" h="12811" fill="none" extrusionOk="0">
                  <a:moveTo>
                    <a:pt x="1" y="12810"/>
                  </a:moveTo>
                  <a:cubicBezTo>
                    <a:pt x="1" y="12810"/>
                    <a:pt x="568" y="9708"/>
                    <a:pt x="1135" y="8307"/>
                  </a:cubicBezTo>
                  <a:cubicBezTo>
                    <a:pt x="1702" y="6872"/>
                    <a:pt x="2102" y="7306"/>
                    <a:pt x="2236" y="5605"/>
                  </a:cubicBezTo>
                  <a:cubicBezTo>
                    <a:pt x="2403" y="3937"/>
                    <a:pt x="2403" y="3237"/>
                    <a:pt x="2669" y="2669"/>
                  </a:cubicBezTo>
                  <a:cubicBezTo>
                    <a:pt x="2903" y="2169"/>
                    <a:pt x="3070" y="1635"/>
                    <a:pt x="3236" y="1102"/>
                  </a:cubicBezTo>
                  <a:lnTo>
                    <a:pt x="3503" y="1"/>
                  </a:lnTo>
                </a:path>
              </a:pathLst>
            </a:custGeom>
            <a:noFill/>
            <a:ln w="317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50">
              <a:extLst>
                <a:ext uri="{FF2B5EF4-FFF2-40B4-BE49-F238E27FC236}">
                  <a16:creationId xmlns:a16="http://schemas.microsoft.com/office/drawing/2014/main" id="{260B9FE6-194B-EDF8-8032-F295099ED77D}"/>
                </a:ext>
              </a:extLst>
            </p:cNvPr>
            <p:cNvSpPr/>
            <p:nvPr/>
          </p:nvSpPr>
          <p:spPr>
            <a:xfrm>
              <a:off x="2884725" y="3459575"/>
              <a:ext cx="865650" cy="676350"/>
            </a:xfrm>
            <a:custGeom>
              <a:avLst/>
              <a:gdLst/>
              <a:ahLst/>
              <a:cxnLst/>
              <a:rect l="l" t="t" r="r" b="b"/>
              <a:pathLst>
                <a:path w="34626" h="27054" extrusionOk="0">
                  <a:moveTo>
                    <a:pt x="15612" y="1"/>
                  </a:moveTo>
                  <a:lnTo>
                    <a:pt x="14478" y="15078"/>
                  </a:lnTo>
                  <a:lnTo>
                    <a:pt x="10108" y="1435"/>
                  </a:lnTo>
                  <a:lnTo>
                    <a:pt x="12643" y="16346"/>
                  </a:lnTo>
                  <a:lnTo>
                    <a:pt x="4904" y="5238"/>
                  </a:lnTo>
                  <a:lnTo>
                    <a:pt x="4904" y="5238"/>
                  </a:lnTo>
                  <a:lnTo>
                    <a:pt x="11542" y="18614"/>
                  </a:lnTo>
                  <a:lnTo>
                    <a:pt x="1368" y="11976"/>
                  </a:lnTo>
                  <a:lnTo>
                    <a:pt x="1368" y="11976"/>
                  </a:lnTo>
                  <a:lnTo>
                    <a:pt x="10842" y="20716"/>
                  </a:lnTo>
                  <a:lnTo>
                    <a:pt x="10842" y="20716"/>
                  </a:lnTo>
                  <a:lnTo>
                    <a:pt x="334" y="16413"/>
                  </a:lnTo>
                  <a:lnTo>
                    <a:pt x="9841" y="21550"/>
                  </a:lnTo>
                  <a:lnTo>
                    <a:pt x="1" y="20716"/>
                  </a:lnTo>
                  <a:lnTo>
                    <a:pt x="9574" y="22951"/>
                  </a:lnTo>
                  <a:lnTo>
                    <a:pt x="2903" y="24485"/>
                  </a:lnTo>
                  <a:lnTo>
                    <a:pt x="2903" y="24485"/>
                  </a:lnTo>
                  <a:lnTo>
                    <a:pt x="9841" y="23951"/>
                  </a:lnTo>
                  <a:lnTo>
                    <a:pt x="5204" y="27054"/>
                  </a:lnTo>
                  <a:lnTo>
                    <a:pt x="5204" y="27054"/>
                  </a:lnTo>
                  <a:lnTo>
                    <a:pt x="16179" y="24085"/>
                  </a:lnTo>
                  <a:lnTo>
                    <a:pt x="26453" y="26487"/>
                  </a:lnTo>
                  <a:lnTo>
                    <a:pt x="26453" y="26487"/>
                  </a:lnTo>
                  <a:lnTo>
                    <a:pt x="22083" y="22817"/>
                  </a:lnTo>
                  <a:lnTo>
                    <a:pt x="34325" y="24218"/>
                  </a:lnTo>
                  <a:lnTo>
                    <a:pt x="23484" y="20716"/>
                  </a:lnTo>
                  <a:lnTo>
                    <a:pt x="34625" y="18748"/>
                  </a:lnTo>
                  <a:lnTo>
                    <a:pt x="22083" y="18748"/>
                  </a:lnTo>
                  <a:lnTo>
                    <a:pt x="31823" y="11409"/>
                  </a:lnTo>
                  <a:lnTo>
                    <a:pt x="20816" y="16913"/>
                  </a:lnTo>
                  <a:lnTo>
                    <a:pt x="27153" y="6072"/>
                  </a:lnTo>
                  <a:lnTo>
                    <a:pt x="18714" y="15779"/>
                  </a:lnTo>
                  <a:lnTo>
                    <a:pt x="18714" y="15779"/>
                  </a:lnTo>
                  <a:lnTo>
                    <a:pt x="21683" y="1569"/>
                  </a:lnTo>
                  <a:lnTo>
                    <a:pt x="16179" y="14812"/>
                  </a:lnTo>
                  <a:lnTo>
                    <a:pt x="1561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50">
              <a:extLst>
                <a:ext uri="{FF2B5EF4-FFF2-40B4-BE49-F238E27FC236}">
                  <a16:creationId xmlns:a16="http://schemas.microsoft.com/office/drawing/2014/main" id="{147FAAF4-9805-9AB7-29C7-C8C1AFA00DDC}"/>
                </a:ext>
              </a:extLst>
            </p:cNvPr>
            <p:cNvSpPr/>
            <p:nvPr/>
          </p:nvSpPr>
          <p:spPr>
            <a:xfrm>
              <a:off x="3099050" y="4657100"/>
              <a:ext cx="502050" cy="359450"/>
            </a:xfrm>
            <a:custGeom>
              <a:avLst/>
              <a:gdLst/>
              <a:ahLst/>
              <a:cxnLst/>
              <a:rect l="l" t="t" r="r" b="b"/>
              <a:pathLst>
                <a:path w="20082" h="14378" extrusionOk="0">
                  <a:moveTo>
                    <a:pt x="4570" y="1"/>
                  </a:moveTo>
                  <a:cubicBezTo>
                    <a:pt x="4170" y="1"/>
                    <a:pt x="3803" y="234"/>
                    <a:pt x="3603" y="568"/>
                  </a:cubicBezTo>
                  <a:lnTo>
                    <a:pt x="601" y="5572"/>
                  </a:lnTo>
                  <a:cubicBezTo>
                    <a:pt x="134" y="6339"/>
                    <a:pt x="1" y="7273"/>
                    <a:pt x="234" y="8140"/>
                  </a:cubicBezTo>
                  <a:lnTo>
                    <a:pt x="1568" y="13144"/>
                  </a:lnTo>
                  <a:cubicBezTo>
                    <a:pt x="1768" y="13877"/>
                    <a:pt x="2436" y="14378"/>
                    <a:pt x="3169" y="14378"/>
                  </a:cubicBezTo>
                  <a:lnTo>
                    <a:pt x="16913" y="14378"/>
                  </a:lnTo>
                  <a:cubicBezTo>
                    <a:pt x="17646" y="14378"/>
                    <a:pt x="18314" y="13877"/>
                    <a:pt x="18514" y="13144"/>
                  </a:cubicBezTo>
                  <a:lnTo>
                    <a:pt x="19848" y="8140"/>
                  </a:lnTo>
                  <a:cubicBezTo>
                    <a:pt x="20082" y="7273"/>
                    <a:pt x="19948" y="6339"/>
                    <a:pt x="19481" y="5572"/>
                  </a:cubicBezTo>
                  <a:lnTo>
                    <a:pt x="16479" y="568"/>
                  </a:lnTo>
                  <a:cubicBezTo>
                    <a:pt x="16279" y="234"/>
                    <a:pt x="15912" y="1"/>
                    <a:pt x="15512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0">
              <a:extLst>
                <a:ext uri="{FF2B5EF4-FFF2-40B4-BE49-F238E27FC236}">
                  <a16:creationId xmlns:a16="http://schemas.microsoft.com/office/drawing/2014/main" id="{33A0D624-562A-6A2E-4065-B234D58DCE1E}"/>
                </a:ext>
              </a:extLst>
            </p:cNvPr>
            <p:cNvSpPr/>
            <p:nvPr/>
          </p:nvSpPr>
          <p:spPr>
            <a:xfrm>
              <a:off x="1496250" y="1597425"/>
              <a:ext cx="1406850" cy="3419125"/>
            </a:xfrm>
            <a:custGeom>
              <a:avLst/>
              <a:gdLst/>
              <a:ahLst/>
              <a:cxnLst/>
              <a:rect l="l" t="t" r="r" b="b"/>
              <a:pathLst>
                <a:path w="56274" h="136765" fill="none" extrusionOk="0">
                  <a:moveTo>
                    <a:pt x="434" y="0"/>
                  </a:moveTo>
                  <a:lnTo>
                    <a:pt x="55807" y="0"/>
                  </a:lnTo>
                  <a:cubicBezTo>
                    <a:pt x="56040" y="0"/>
                    <a:pt x="56274" y="200"/>
                    <a:pt x="56274" y="467"/>
                  </a:cubicBezTo>
                  <a:lnTo>
                    <a:pt x="56274" y="135998"/>
                  </a:lnTo>
                  <a:cubicBezTo>
                    <a:pt x="56274" y="136431"/>
                    <a:pt x="55907" y="136765"/>
                    <a:pt x="55506" y="136765"/>
                  </a:cubicBezTo>
                  <a:lnTo>
                    <a:pt x="767" y="136765"/>
                  </a:lnTo>
                  <a:cubicBezTo>
                    <a:pt x="334" y="136765"/>
                    <a:pt x="0" y="136431"/>
                    <a:pt x="0" y="135998"/>
                  </a:cubicBezTo>
                  <a:lnTo>
                    <a:pt x="0" y="467"/>
                  </a:lnTo>
                  <a:cubicBezTo>
                    <a:pt x="0" y="200"/>
                    <a:pt x="200" y="0"/>
                    <a:pt x="434" y="0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50">
              <a:extLst>
                <a:ext uri="{FF2B5EF4-FFF2-40B4-BE49-F238E27FC236}">
                  <a16:creationId xmlns:a16="http://schemas.microsoft.com/office/drawing/2014/main" id="{7D7351FA-DF3B-AC22-FC57-2356120CAF84}"/>
                </a:ext>
              </a:extLst>
            </p:cNvPr>
            <p:cNvSpPr/>
            <p:nvPr/>
          </p:nvSpPr>
          <p:spPr>
            <a:xfrm>
              <a:off x="2199250" y="3320325"/>
              <a:ext cx="25" cy="1692900"/>
            </a:xfrm>
            <a:custGeom>
              <a:avLst/>
              <a:gdLst/>
              <a:ahLst/>
              <a:cxnLst/>
              <a:rect l="l" t="t" r="r" b="b"/>
              <a:pathLst>
                <a:path w="1" h="67716" fill="none" extrusionOk="0">
                  <a:moveTo>
                    <a:pt x="0" y="0"/>
                  </a:moveTo>
                  <a:lnTo>
                    <a:pt x="0" y="67715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50">
              <a:extLst>
                <a:ext uri="{FF2B5EF4-FFF2-40B4-BE49-F238E27FC236}">
                  <a16:creationId xmlns:a16="http://schemas.microsoft.com/office/drawing/2014/main" id="{2286E72B-C7A4-EE55-F103-B8AA203DE2B3}"/>
                </a:ext>
              </a:extLst>
            </p:cNvPr>
            <p:cNvSpPr/>
            <p:nvPr/>
          </p:nvSpPr>
          <p:spPr>
            <a:xfrm>
              <a:off x="2199250" y="1594075"/>
              <a:ext cx="25" cy="1666225"/>
            </a:xfrm>
            <a:custGeom>
              <a:avLst/>
              <a:gdLst/>
              <a:ahLst/>
              <a:cxnLst/>
              <a:rect l="l" t="t" r="r" b="b"/>
              <a:pathLst>
                <a:path w="1" h="66649" fill="none" extrusionOk="0">
                  <a:moveTo>
                    <a:pt x="0" y="1"/>
                  </a:moveTo>
                  <a:lnTo>
                    <a:pt x="0" y="66649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50">
              <a:extLst>
                <a:ext uri="{FF2B5EF4-FFF2-40B4-BE49-F238E27FC236}">
                  <a16:creationId xmlns:a16="http://schemas.microsoft.com/office/drawing/2014/main" id="{3865C183-98AD-F581-6B32-876C1070BFFF}"/>
                </a:ext>
              </a:extLst>
            </p:cNvPr>
            <p:cNvSpPr/>
            <p:nvPr/>
          </p:nvSpPr>
          <p:spPr>
            <a:xfrm>
              <a:off x="1560450" y="3262775"/>
              <a:ext cx="1305125" cy="56725"/>
            </a:xfrm>
            <a:custGeom>
              <a:avLst/>
              <a:gdLst/>
              <a:ahLst/>
              <a:cxnLst/>
              <a:rect l="l" t="t" r="r" b="b"/>
              <a:pathLst>
                <a:path w="52205" h="2269" fill="none" extrusionOk="0">
                  <a:moveTo>
                    <a:pt x="1135" y="2269"/>
                  </a:moveTo>
                  <a:lnTo>
                    <a:pt x="51070" y="2269"/>
                  </a:lnTo>
                  <a:cubicBezTo>
                    <a:pt x="51704" y="2269"/>
                    <a:pt x="52205" y="1769"/>
                    <a:pt x="52205" y="1135"/>
                  </a:cubicBezTo>
                  <a:lnTo>
                    <a:pt x="52205" y="1135"/>
                  </a:lnTo>
                  <a:cubicBezTo>
                    <a:pt x="52205" y="501"/>
                    <a:pt x="51704" y="1"/>
                    <a:pt x="51070" y="1"/>
                  </a:cubicBezTo>
                  <a:lnTo>
                    <a:pt x="1135" y="1"/>
                  </a:lnTo>
                  <a:cubicBezTo>
                    <a:pt x="534" y="1"/>
                    <a:pt x="1" y="501"/>
                    <a:pt x="1" y="1135"/>
                  </a:cubicBezTo>
                  <a:lnTo>
                    <a:pt x="1" y="1135"/>
                  </a:lnTo>
                  <a:cubicBezTo>
                    <a:pt x="1" y="1769"/>
                    <a:pt x="534" y="2269"/>
                    <a:pt x="1135" y="2269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50">
              <a:extLst>
                <a:ext uri="{FF2B5EF4-FFF2-40B4-BE49-F238E27FC236}">
                  <a16:creationId xmlns:a16="http://schemas.microsoft.com/office/drawing/2014/main" id="{FB4338D5-85AF-59DA-FE65-60ED0753CAEE}"/>
                </a:ext>
              </a:extLst>
            </p:cNvPr>
            <p:cNvSpPr/>
            <p:nvPr/>
          </p:nvSpPr>
          <p:spPr>
            <a:xfrm>
              <a:off x="2354350" y="1925975"/>
              <a:ext cx="401150" cy="778100"/>
            </a:xfrm>
            <a:custGeom>
              <a:avLst/>
              <a:gdLst/>
              <a:ahLst/>
              <a:cxnLst/>
              <a:rect l="l" t="t" r="r" b="b"/>
              <a:pathLst>
                <a:path w="16046" h="31124" fill="none" extrusionOk="0">
                  <a:moveTo>
                    <a:pt x="1" y="1"/>
                  </a:moveTo>
                  <a:lnTo>
                    <a:pt x="16045" y="1"/>
                  </a:lnTo>
                  <a:lnTo>
                    <a:pt x="16045" y="31123"/>
                  </a:lnTo>
                  <a:lnTo>
                    <a:pt x="1" y="31123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50">
              <a:extLst>
                <a:ext uri="{FF2B5EF4-FFF2-40B4-BE49-F238E27FC236}">
                  <a16:creationId xmlns:a16="http://schemas.microsoft.com/office/drawing/2014/main" id="{248076C5-78E2-83B7-C11B-8ED044618900}"/>
                </a:ext>
              </a:extLst>
            </p:cNvPr>
            <p:cNvSpPr/>
            <p:nvPr/>
          </p:nvSpPr>
          <p:spPr>
            <a:xfrm>
              <a:off x="2386050" y="1986875"/>
              <a:ext cx="337750" cy="425325"/>
            </a:xfrm>
            <a:custGeom>
              <a:avLst/>
              <a:gdLst/>
              <a:ahLst/>
              <a:cxnLst/>
              <a:rect l="l" t="t" r="r" b="b"/>
              <a:pathLst>
                <a:path w="13510" h="17013" fill="none" extrusionOk="0">
                  <a:moveTo>
                    <a:pt x="0" y="0"/>
                  </a:moveTo>
                  <a:lnTo>
                    <a:pt x="13510" y="0"/>
                  </a:lnTo>
                  <a:lnTo>
                    <a:pt x="13510" y="17012"/>
                  </a:lnTo>
                  <a:lnTo>
                    <a:pt x="0" y="1701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50">
              <a:extLst>
                <a:ext uri="{FF2B5EF4-FFF2-40B4-BE49-F238E27FC236}">
                  <a16:creationId xmlns:a16="http://schemas.microsoft.com/office/drawing/2014/main" id="{D8FBD7AA-A8EF-C295-3796-A0F6F841A17E}"/>
                </a:ext>
              </a:extLst>
            </p:cNvPr>
            <p:cNvSpPr/>
            <p:nvPr/>
          </p:nvSpPr>
          <p:spPr>
            <a:xfrm>
              <a:off x="2388550" y="2458875"/>
              <a:ext cx="48375" cy="50050"/>
            </a:xfrm>
            <a:custGeom>
              <a:avLst/>
              <a:gdLst/>
              <a:ahLst/>
              <a:cxnLst/>
              <a:rect l="l" t="t" r="r" b="b"/>
              <a:pathLst>
                <a:path w="1935" h="2002" fill="none" extrusionOk="0">
                  <a:moveTo>
                    <a:pt x="0" y="0"/>
                  </a:moveTo>
                  <a:lnTo>
                    <a:pt x="1935" y="0"/>
                  </a:lnTo>
                  <a:lnTo>
                    <a:pt x="1935" y="2002"/>
                  </a:lnTo>
                  <a:lnTo>
                    <a:pt x="0" y="200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50">
              <a:extLst>
                <a:ext uri="{FF2B5EF4-FFF2-40B4-BE49-F238E27FC236}">
                  <a16:creationId xmlns:a16="http://schemas.microsoft.com/office/drawing/2014/main" id="{0E67A4B2-5A2F-8204-4D11-EA8E093DDDBC}"/>
                </a:ext>
              </a:extLst>
            </p:cNvPr>
            <p:cNvSpPr/>
            <p:nvPr/>
          </p:nvSpPr>
          <p:spPr>
            <a:xfrm>
              <a:off x="2461100" y="2458875"/>
              <a:ext cx="47550" cy="50050"/>
            </a:xfrm>
            <a:custGeom>
              <a:avLst/>
              <a:gdLst/>
              <a:ahLst/>
              <a:cxnLst/>
              <a:rect l="l" t="t" r="r" b="b"/>
              <a:pathLst>
                <a:path w="1902" h="2002" fill="none" extrusionOk="0">
                  <a:moveTo>
                    <a:pt x="0" y="0"/>
                  </a:moveTo>
                  <a:lnTo>
                    <a:pt x="1902" y="0"/>
                  </a:lnTo>
                  <a:lnTo>
                    <a:pt x="1902" y="2002"/>
                  </a:lnTo>
                  <a:lnTo>
                    <a:pt x="0" y="200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50">
              <a:extLst>
                <a:ext uri="{FF2B5EF4-FFF2-40B4-BE49-F238E27FC236}">
                  <a16:creationId xmlns:a16="http://schemas.microsoft.com/office/drawing/2014/main" id="{F838F4D7-65FD-6234-5692-FD0D9FF671A7}"/>
                </a:ext>
              </a:extLst>
            </p:cNvPr>
            <p:cNvSpPr/>
            <p:nvPr/>
          </p:nvSpPr>
          <p:spPr>
            <a:xfrm>
              <a:off x="2532825" y="2458875"/>
              <a:ext cx="48375" cy="50050"/>
            </a:xfrm>
            <a:custGeom>
              <a:avLst/>
              <a:gdLst/>
              <a:ahLst/>
              <a:cxnLst/>
              <a:rect l="l" t="t" r="r" b="b"/>
              <a:pathLst>
                <a:path w="1935" h="2002" fill="none" extrusionOk="0">
                  <a:moveTo>
                    <a:pt x="0" y="0"/>
                  </a:moveTo>
                  <a:lnTo>
                    <a:pt x="1935" y="0"/>
                  </a:lnTo>
                  <a:lnTo>
                    <a:pt x="1935" y="2002"/>
                  </a:lnTo>
                  <a:lnTo>
                    <a:pt x="0" y="200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50">
              <a:extLst>
                <a:ext uri="{FF2B5EF4-FFF2-40B4-BE49-F238E27FC236}">
                  <a16:creationId xmlns:a16="http://schemas.microsoft.com/office/drawing/2014/main" id="{7DF9E7CF-A7C5-7F9F-1648-4A510CD39B13}"/>
                </a:ext>
              </a:extLst>
            </p:cNvPr>
            <p:cNvSpPr/>
            <p:nvPr/>
          </p:nvSpPr>
          <p:spPr>
            <a:xfrm>
              <a:off x="2605375" y="2458875"/>
              <a:ext cx="47550" cy="50050"/>
            </a:xfrm>
            <a:custGeom>
              <a:avLst/>
              <a:gdLst/>
              <a:ahLst/>
              <a:cxnLst/>
              <a:rect l="l" t="t" r="r" b="b"/>
              <a:pathLst>
                <a:path w="1902" h="2002" fill="none" extrusionOk="0">
                  <a:moveTo>
                    <a:pt x="0" y="0"/>
                  </a:moveTo>
                  <a:lnTo>
                    <a:pt x="1901" y="0"/>
                  </a:lnTo>
                  <a:lnTo>
                    <a:pt x="1901" y="2002"/>
                  </a:lnTo>
                  <a:lnTo>
                    <a:pt x="0" y="200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50">
              <a:extLst>
                <a:ext uri="{FF2B5EF4-FFF2-40B4-BE49-F238E27FC236}">
                  <a16:creationId xmlns:a16="http://schemas.microsoft.com/office/drawing/2014/main" id="{CF351659-7EF0-D7D7-879E-109F6E47384A}"/>
                </a:ext>
              </a:extLst>
            </p:cNvPr>
            <p:cNvSpPr/>
            <p:nvPr/>
          </p:nvSpPr>
          <p:spPr>
            <a:xfrm>
              <a:off x="2677075" y="2458875"/>
              <a:ext cx="48400" cy="50050"/>
            </a:xfrm>
            <a:custGeom>
              <a:avLst/>
              <a:gdLst/>
              <a:ahLst/>
              <a:cxnLst/>
              <a:rect l="l" t="t" r="r" b="b"/>
              <a:pathLst>
                <a:path w="1936" h="2002" fill="none" extrusionOk="0">
                  <a:moveTo>
                    <a:pt x="1" y="0"/>
                  </a:moveTo>
                  <a:lnTo>
                    <a:pt x="1936" y="0"/>
                  </a:lnTo>
                  <a:lnTo>
                    <a:pt x="1936" y="2002"/>
                  </a:lnTo>
                  <a:lnTo>
                    <a:pt x="1" y="200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50">
              <a:extLst>
                <a:ext uri="{FF2B5EF4-FFF2-40B4-BE49-F238E27FC236}">
                  <a16:creationId xmlns:a16="http://schemas.microsoft.com/office/drawing/2014/main" id="{98C88364-0727-89A8-8732-FAB9FC4A2499}"/>
                </a:ext>
              </a:extLst>
            </p:cNvPr>
            <p:cNvSpPr/>
            <p:nvPr/>
          </p:nvSpPr>
          <p:spPr>
            <a:xfrm>
              <a:off x="2388550" y="2538925"/>
              <a:ext cx="48375" cy="49225"/>
            </a:xfrm>
            <a:custGeom>
              <a:avLst/>
              <a:gdLst/>
              <a:ahLst/>
              <a:cxnLst/>
              <a:rect l="l" t="t" r="r" b="b"/>
              <a:pathLst>
                <a:path w="1935" h="1969" fill="none" extrusionOk="0">
                  <a:moveTo>
                    <a:pt x="0" y="1"/>
                  </a:moveTo>
                  <a:lnTo>
                    <a:pt x="1935" y="1"/>
                  </a:lnTo>
                  <a:lnTo>
                    <a:pt x="1935" y="1969"/>
                  </a:lnTo>
                  <a:lnTo>
                    <a:pt x="0" y="1969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50">
              <a:extLst>
                <a:ext uri="{FF2B5EF4-FFF2-40B4-BE49-F238E27FC236}">
                  <a16:creationId xmlns:a16="http://schemas.microsoft.com/office/drawing/2014/main" id="{B6687055-FFE6-9284-1DCE-854637D93229}"/>
                </a:ext>
              </a:extLst>
            </p:cNvPr>
            <p:cNvSpPr/>
            <p:nvPr/>
          </p:nvSpPr>
          <p:spPr>
            <a:xfrm>
              <a:off x="2461100" y="2538925"/>
              <a:ext cx="47550" cy="49225"/>
            </a:xfrm>
            <a:custGeom>
              <a:avLst/>
              <a:gdLst/>
              <a:ahLst/>
              <a:cxnLst/>
              <a:rect l="l" t="t" r="r" b="b"/>
              <a:pathLst>
                <a:path w="1902" h="1969" fill="none" extrusionOk="0">
                  <a:moveTo>
                    <a:pt x="0" y="1"/>
                  </a:moveTo>
                  <a:lnTo>
                    <a:pt x="1902" y="1"/>
                  </a:lnTo>
                  <a:lnTo>
                    <a:pt x="1902" y="1969"/>
                  </a:lnTo>
                  <a:lnTo>
                    <a:pt x="0" y="1969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50">
              <a:extLst>
                <a:ext uri="{FF2B5EF4-FFF2-40B4-BE49-F238E27FC236}">
                  <a16:creationId xmlns:a16="http://schemas.microsoft.com/office/drawing/2014/main" id="{EDAAE71A-15E5-D8C2-2D73-83D01934F173}"/>
                </a:ext>
              </a:extLst>
            </p:cNvPr>
            <p:cNvSpPr/>
            <p:nvPr/>
          </p:nvSpPr>
          <p:spPr>
            <a:xfrm>
              <a:off x="2532825" y="2538925"/>
              <a:ext cx="48375" cy="49225"/>
            </a:xfrm>
            <a:custGeom>
              <a:avLst/>
              <a:gdLst/>
              <a:ahLst/>
              <a:cxnLst/>
              <a:rect l="l" t="t" r="r" b="b"/>
              <a:pathLst>
                <a:path w="1935" h="1969" fill="none" extrusionOk="0">
                  <a:moveTo>
                    <a:pt x="0" y="1"/>
                  </a:moveTo>
                  <a:lnTo>
                    <a:pt x="1935" y="1"/>
                  </a:lnTo>
                  <a:lnTo>
                    <a:pt x="1935" y="1969"/>
                  </a:lnTo>
                  <a:lnTo>
                    <a:pt x="0" y="1969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50">
              <a:extLst>
                <a:ext uri="{FF2B5EF4-FFF2-40B4-BE49-F238E27FC236}">
                  <a16:creationId xmlns:a16="http://schemas.microsoft.com/office/drawing/2014/main" id="{370023F8-B061-BCC9-A2F2-300BCA986B86}"/>
                </a:ext>
              </a:extLst>
            </p:cNvPr>
            <p:cNvSpPr/>
            <p:nvPr/>
          </p:nvSpPr>
          <p:spPr>
            <a:xfrm>
              <a:off x="2605375" y="2538925"/>
              <a:ext cx="47550" cy="49225"/>
            </a:xfrm>
            <a:custGeom>
              <a:avLst/>
              <a:gdLst/>
              <a:ahLst/>
              <a:cxnLst/>
              <a:rect l="l" t="t" r="r" b="b"/>
              <a:pathLst>
                <a:path w="1902" h="1969" fill="none" extrusionOk="0">
                  <a:moveTo>
                    <a:pt x="0" y="1"/>
                  </a:moveTo>
                  <a:lnTo>
                    <a:pt x="1901" y="1"/>
                  </a:lnTo>
                  <a:lnTo>
                    <a:pt x="1901" y="1969"/>
                  </a:lnTo>
                  <a:lnTo>
                    <a:pt x="0" y="1969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50">
              <a:extLst>
                <a:ext uri="{FF2B5EF4-FFF2-40B4-BE49-F238E27FC236}">
                  <a16:creationId xmlns:a16="http://schemas.microsoft.com/office/drawing/2014/main" id="{666C15DF-7E23-4033-D662-34ABCCE36D12}"/>
                </a:ext>
              </a:extLst>
            </p:cNvPr>
            <p:cNvSpPr/>
            <p:nvPr/>
          </p:nvSpPr>
          <p:spPr>
            <a:xfrm>
              <a:off x="2677075" y="2538925"/>
              <a:ext cx="48400" cy="49225"/>
            </a:xfrm>
            <a:custGeom>
              <a:avLst/>
              <a:gdLst/>
              <a:ahLst/>
              <a:cxnLst/>
              <a:rect l="l" t="t" r="r" b="b"/>
              <a:pathLst>
                <a:path w="1936" h="1969" fill="none" extrusionOk="0">
                  <a:moveTo>
                    <a:pt x="1" y="1"/>
                  </a:moveTo>
                  <a:lnTo>
                    <a:pt x="1936" y="1"/>
                  </a:lnTo>
                  <a:lnTo>
                    <a:pt x="1936" y="1969"/>
                  </a:lnTo>
                  <a:lnTo>
                    <a:pt x="1" y="1969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50">
              <a:extLst>
                <a:ext uri="{FF2B5EF4-FFF2-40B4-BE49-F238E27FC236}">
                  <a16:creationId xmlns:a16="http://schemas.microsoft.com/office/drawing/2014/main" id="{3FB1EE4B-37B1-8CDE-C6FC-042658CF567A}"/>
                </a:ext>
              </a:extLst>
            </p:cNvPr>
            <p:cNvSpPr/>
            <p:nvPr/>
          </p:nvSpPr>
          <p:spPr>
            <a:xfrm>
              <a:off x="1648025" y="2510575"/>
              <a:ext cx="357775" cy="515400"/>
            </a:xfrm>
            <a:custGeom>
              <a:avLst/>
              <a:gdLst/>
              <a:ahLst/>
              <a:cxnLst/>
              <a:rect l="l" t="t" r="r" b="b"/>
              <a:pathLst>
                <a:path w="14311" h="20616" fill="none" extrusionOk="0">
                  <a:moveTo>
                    <a:pt x="0" y="0"/>
                  </a:moveTo>
                  <a:lnTo>
                    <a:pt x="14310" y="0"/>
                  </a:lnTo>
                  <a:lnTo>
                    <a:pt x="14310" y="20615"/>
                  </a:lnTo>
                  <a:lnTo>
                    <a:pt x="0" y="20615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50">
              <a:extLst>
                <a:ext uri="{FF2B5EF4-FFF2-40B4-BE49-F238E27FC236}">
                  <a16:creationId xmlns:a16="http://schemas.microsoft.com/office/drawing/2014/main" id="{9EA269A2-9A6C-8772-C792-9B01C3CDE53D}"/>
                </a:ext>
              </a:extLst>
            </p:cNvPr>
            <p:cNvSpPr/>
            <p:nvPr/>
          </p:nvSpPr>
          <p:spPr>
            <a:xfrm>
              <a:off x="1713050" y="2510575"/>
              <a:ext cx="227700" cy="515400"/>
            </a:xfrm>
            <a:custGeom>
              <a:avLst/>
              <a:gdLst/>
              <a:ahLst/>
              <a:cxnLst/>
              <a:rect l="l" t="t" r="r" b="b"/>
              <a:pathLst>
                <a:path w="9108" h="20616" fill="none" extrusionOk="0">
                  <a:moveTo>
                    <a:pt x="1" y="0"/>
                  </a:moveTo>
                  <a:lnTo>
                    <a:pt x="9107" y="0"/>
                  </a:lnTo>
                  <a:lnTo>
                    <a:pt x="9107" y="20615"/>
                  </a:lnTo>
                  <a:lnTo>
                    <a:pt x="1" y="20615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50">
              <a:extLst>
                <a:ext uri="{FF2B5EF4-FFF2-40B4-BE49-F238E27FC236}">
                  <a16:creationId xmlns:a16="http://schemas.microsoft.com/office/drawing/2014/main" id="{DA518C92-CD33-5030-824F-97B2695E8384}"/>
                </a:ext>
              </a:extLst>
            </p:cNvPr>
            <p:cNvSpPr/>
            <p:nvPr/>
          </p:nvSpPr>
          <p:spPr>
            <a:xfrm>
              <a:off x="1713050" y="2510575"/>
              <a:ext cx="227700" cy="159300"/>
            </a:xfrm>
            <a:custGeom>
              <a:avLst/>
              <a:gdLst/>
              <a:ahLst/>
              <a:cxnLst/>
              <a:rect l="l" t="t" r="r" b="b"/>
              <a:pathLst>
                <a:path w="9108" h="6372" fill="none" extrusionOk="0">
                  <a:moveTo>
                    <a:pt x="1" y="0"/>
                  </a:moveTo>
                  <a:lnTo>
                    <a:pt x="9107" y="0"/>
                  </a:lnTo>
                  <a:lnTo>
                    <a:pt x="9107" y="6372"/>
                  </a:lnTo>
                  <a:lnTo>
                    <a:pt x="1" y="637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50">
              <a:extLst>
                <a:ext uri="{FF2B5EF4-FFF2-40B4-BE49-F238E27FC236}">
                  <a16:creationId xmlns:a16="http://schemas.microsoft.com/office/drawing/2014/main" id="{A90FDAED-D897-D8A8-6EE3-BDA7D19E4334}"/>
                </a:ext>
              </a:extLst>
            </p:cNvPr>
            <p:cNvSpPr/>
            <p:nvPr/>
          </p:nvSpPr>
          <p:spPr>
            <a:xfrm>
              <a:off x="3143250" y="759325"/>
              <a:ext cx="2053150" cy="521225"/>
            </a:xfrm>
            <a:custGeom>
              <a:avLst/>
              <a:gdLst/>
              <a:ahLst/>
              <a:cxnLst/>
              <a:rect l="l" t="t" r="r" b="b"/>
              <a:pathLst>
                <a:path w="82126" h="20849" fill="none" extrusionOk="0">
                  <a:moveTo>
                    <a:pt x="80091" y="20849"/>
                  </a:moveTo>
                  <a:lnTo>
                    <a:pt x="2035" y="20849"/>
                  </a:lnTo>
                  <a:cubicBezTo>
                    <a:pt x="734" y="16979"/>
                    <a:pt x="67" y="12909"/>
                    <a:pt x="34" y="8807"/>
                  </a:cubicBezTo>
                  <a:lnTo>
                    <a:pt x="0" y="1935"/>
                  </a:lnTo>
                  <a:cubicBezTo>
                    <a:pt x="0" y="868"/>
                    <a:pt x="868" y="0"/>
                    <a:pt x="1935" y="0"/>
                  </a:cubicBezTo>
                  <a:lnTo>
                    <a:pt x="80191" y="0"/>
                  </a:lnTo>
                  <a:cubicBezTo>
                    <a:pt x="81258" y="0"/>
                    <a:pt x="82126" y="868"/>
                    <a:pt x="82126" y="1968"/>
                  </a:cubicBezTo>
                  <a:lnTo>
                    <a:pt x="82059" y="8907"/>
                  </a:lnTo>
                  <a:cubicBezTo>
                    <a:pt x="82026" y="12843"/>
                    <a:pt x="81425" y="16712"/>
                    <a:pt x="80224" y="20448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50">
              <a:extLst>
                <a:ext uri="{FF2B5EF4-FFF2-40B4-BE49-F238E27FC236}">
                  <a16:creationId xmlns:a16="http://schemas.microsoft.com/office/drawing/2014/main" id="{C9D9543A-B6D0-C525-42E5-B41CE332CF04}"/>
                </a:ext>
              </a:extLst>
            </p:cNvPr>
            <p:cNvSpPr/>
            <p:nvPr/>
          </p:nvSpPr>
          <p:spPr>
            <a:xfrm>
              <a:off x="3320050" y="1201300"/>
              <a:ext cx="1698725" cy="80075"/>
            </a:xfrm>
            <a:custGeom>
              <a:avLst/>
              <a:gdLst/>
              <a:ahLst/>
              <a:cxnLst/>
              <a:rect l="l" t="t" r="r" b="b"/>
              <a:pathLst>
                <a:path w="67949" h="3203" fill="none" extrusionOk="0">
                  <a:moveTo>
                    <a:pt x="0" y="1"/>
                  </a:moveTo>
                  <a:lnTo>
                    <a:pt x="67949" y="1"/>
                  </a:lnTo>
                  <a:lnTo>
                    <a:pt x="67949" y="3203"/>
                  </a:lnTo>
                  <a:lnTo>
                    <a:pt x="0" y="3203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50">
              <a:extLst>
                <a:ext uri="{FF2B5EF4-FFF2-40B4-BE49-F238E27FC236}">
                  <a16:creationId xmlns:a16="http://schemas.microsoft.com/office/drawing/2014/main" id="{54325EC9-D239-9F71-C018-507116DBF15D}"/>
                </a:ext>
              </a:extLst>
            </p:cNvPr>
            <p:cNvSpPr/>
            <p:nvPr/>
          </p:nvSpPr>
          <p:spPr>
            <a:xfrm>
              <a:off x="4569275" y="1369750"/>
              <a:ext cx="192650" cy="78425"/>
            </a:xfrm>
            <a:custGeom>
              <a:avLst/>
              <a:gdLst/>
              <a:ahLst/>
              <a:cxnLst/>
              <a:rect l="l" t="t" r="r" b="b"/>
              <a:pathLst>
                <a:path w="7706" h="3137" extrusionOk="0">
                  <a:moveTo>
                    <a:pt x="1168" y="1"/>
                  </a:moveTo>
                  <a:lnTo>
                    <a:pt x="0" y="1202"/>
                  </a:lnTo>
                  <a:cubicBezTo>
                    <a:pt x="934" y="2402"/>
                    <a:pt x="2402" y="3136"/>
                    <a:pt x="3970" y="3136"/>
                  </a:cubicBezTo>
                  <a:cubicBezTo>
                    <a:pt x="5404" y="3136"/>
                    <a:pt x="6772" y="2536"/>
                    <a:pt x="7706" y="1468"/>
                  </a:cubicBezTo>
                  <a:lnTo>
                    <a:pt x="6605" y="234"/>
                  </a:lnTo>
                  <a:cubicBezTo>
                    <a:pt x="5925" y="1057"/>
                    <a:pt x="4959" y="1459"/>
                    <a:pt x="3993" y="1459"/>
                  </a:cubicBezTo>
                  <a:cubicBezTo>
                    <a:pt x="2923" y="1459"/>
                    <a:pt x="1852" y="965"/>
                    <a:pt x="1168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50">
              <a:extLst>
                <a:ext uri="{FF2B5EF4-FFF2-40B4-BE49-F238E27FC236}">
                  <a16:creationId xmlns:a16="http://schemas.microsoft.com/office/drawing/2014/main" id="{265DC87A-519F-C03E-B061-F21DB45261DD}"/>
                </a:ext>
              </a:extLst>
            </p:cNvPr>
            <p:cNvSpPr/>
            <p:nvPr/>
          </p:nvSpPr>
          <p:spPr>
            <a:xfrm>
              <a:off x="4615125" y="1317225"/>
              <a:ext cx="102600" cy="65075"/>
            </a:xfrm>
            <a:custGeom>
              <a:avLst/>
              <a:gdLst/>
              <a:ahLst/>
              <a:cxnLst/>
              <a:rect l="l" t="t" r="r" b="b"/>
              <a:pathLst>
                <a:path w="4104" h="2603" extrusionOk="0">
                  <a:moveTo>
                    <a:pt x="1368" y="0"/>
                  </a:moveTo>
                  <a:lnTo>
                    <a:pt x="1" y="1401"/>
                  </a:lnTo>
                  <a:cubicBezTo>
                    <a:pt x="434" y="2135"/>
                    <a:pt x="1268" y="2602"/>
                    <a:pt x="2136" y="2602"/>
                  </a:cubicBezTo>
                  <a:cubicBezTo>
                    <a:pt x="2903" y="2602"/>
                    <a:pt x="3637" y="2235"/>
                    <a:pt x="4104" y="1601"/>
                  </a:cubicBezTo>
                  <a:lnTo>
                    <a:pt x="2903" y="300"/>
                  </a:lnTo>
                  <a:cubicBezTo>
                    <a:pt x="2825" y="739"/>
                    <a:pt x="2474" y="949"/>
                    <a:pt x="2128" y="949"/>
                  </a:cubicBezTo>
                  <a:cubicBezTo>
                    <a:pt x="1737" y="949"/>
                    <a:pt x="1351" y="680"/>
                    <a:pt x="1368" y="167"/>
                  </a:cubicBezTo>
                  <a:cubicBezTo>
                    <a:pt x="1368" y="100"/>
                    <a:pt x="1368" y="67"/>
                    <a:pt x="1368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50">
              <a:extLst>
                <a:ext uri="{FF2B5EF4-FFF2-40B4-BE49-F238E27FC236}">
                  <a16:creationId xmlns:a16="http://schemas.microsoft.com/office/drawing/2014/main" id="{A48A80FE-3A0D-74C0-ED5E-BB227BFE17C0}"/>
                </a:ext>
              </a:extLst>
            </p:cNvPr>
            <p:cNvSpPr/>
            <p:nvPr/>
          </p:nvSpPr>
          <p:spPr>
            <a:xfrm>
              <a:off x="4664325" y="1300550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68" y="0"/>
                  </a:moveTo>
                  <a:lnTo>
                    <a:pt x="1" y="100"/>
                  </a:lnTo>
                  <a:cubicBezTo>
                    <a:pt x="34" y="67"/>
                    <a:pt x="68" y="67"/>
                    <a:pt x="134" y="67"/>
                  </a:cubicBezTo>
                  <a:lnTo>
                    <a:pt x="68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50">
              <a:extLst>
                <a:ext uri="{FF2B5EF4-FFF2-40B4-BE49-F238E27FC236}">
                  <a16:creationId xmlns:a16="http://schemas.microsoft.com/office/drawing/2014/main" id="{ECD76C7D-3BBE-4894-72DC-9A1DD5431D88}"/>
                </a:ext>
              </a:extLst>
            </p:cNvPr>
            <p:cNvSpPr/>
            <p:nvPr/>
          </p:nvSpPr>
          <p:spPr>
            <a:xfrm>
              <a:off x="4474200" y="1466500"/>
              <a:ext cx="378625" cy="116575"/>
            </a:xfrm>
            <a:custGeom>
              <a:avLst/>
              <a:gdLst/>
              <a:ahLst/>
              <a:cxnLst/>
              <a:rect l="l" t="t" r="r" b="b"/>
              <a:pathLst>
                <a:path w="15145" h="4663" extrusionOk="0">
                  <a:moveTo>
                    <a:pt x="1201" y="0"/>
                  </a:moveTo>
                  <a:lnTo>
                    <a:pt x="0" y="1201"/>
                  </a:lnTo>
                  <a:cubicBezTo>
                    <a:pt x="2075" y="3501"/>
                    <a:pt x="4930" y="4662"/>
                    <a:pt x="7788" y="4662"/>
                  </a:cubicBezTo>
                  <a:cubicBezTo>
                    <a:pt x="10444" y="4662"/>
                    <a:pt x="13104" y="3659"/>
                    <a:pt x="15145" y="1635"/>
                  </a:cubicBezTo>
                  <a:lnTo>
                    <a:pt x="14010" y="367"/>
                  </a:lnTo>
                  <a:cubicBezTo>
                    <a:pt x="12290" y="2120"/>
                    <a:pt x="10026" y="2989"/>
                    <a:pt x="7769" y="2989"/>
                  </a:cubicBezTo>
                  <a:cubicBezTo>
                    <a:pt x="5345" y="2989"/>
                    <a:pt x="2929" y="1987"/>
                    <a:pt x="120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50">
              <a:extLst>
                <a:ext uri="{FF2B5EF4-FFF2-40B4-BE49-F238E27FC236}">
                  <a16:creationId xmlns:a16="http://schemas.microsoft.com/office/drawing/2014/main" id="{1BF7E178-21FB-D6F3-3331-ED6F85214632}"/>
                </a:ext>
              </a:extLst>
            </p:cNvPr>
            <p:cNvSpPr/>
            <p:nvPr/>
          </p:nvSpPr>
          <p:spPr>
            <a:xfrm>
              <a:off x="4519225" y="1420625"/>
              <a:ext cx="290250" cy="98425"/>
            </a:xfrm>
            <a:custGeom>
              <a:avLst/>
              <a:gdLst/>
              <a:ahLst/>
              <a:cxnLst/>
              <a:rect l="l" t="t" r="r" b="b"/>
              <a:pathLst>
                <a:path w="11610" h="3937" extrusionOk="0">
                  <a:moveTo>
                    <a:pt x="1168" y="1"/>
                  </a:moveTo>
                  <a:lnTo>
                    <a:pt x="1" y="1201"/>
                  </a:lnTo>
                  <a:cubicBezTo>
                    <a:pt x="1502" y="2936"/>
                    <a:pt x="3670" y="3937"/>
                    <a:pt x="5972" y="3937"/>
                  </a:cubicBezTo>
                  <a:cubicBezTo>
                    <a:pt x="8107" y="3937"/>
                    <a:pt x="10141" y="3069"/>
                    <a:pt x="11609" y="1568"/>
                  </a:cubicBezTo>
                  <a:lnTo>
                    <a:pt x="10508" y="301"/>
                  </a:lnTo>
                  <a:cubicBezTo>
                    <a:pt x="9273" y="1616"/>
                    <a:pt x="7622" y="2268"/>
                    <a:pt x="5973" y="2268"/>
                  </a:cubicBezTo>
                  <a:cubicBezTo>
                    <a:pt x="4193" y="2268"/>
                    <a:pt x="2415" y="1507"/>
                    <a:pt x="1168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50">
              <a:extLst>
                <a:ext uri="{FF2B5EF4-FFF2-40B4-BE49-F238E27FC236}">
                  <a16:creationId xmlns:a16="http://schemas.microsoft.com/office/drawing/2014/main" id="{E522ED51-260D-F028-0920-75BB99907EA9}"/>
                </a:ext>
              </a:extLst>
            </p:cNvPr>
            <p:cNvSpPr/>
            <p:nvPr/>
          </p:nvSpPr>
          <p:spPr>
            <a:xfrm>
              <a:off x="4711875" y="4294350"/>
              <a:ext cx="1045775" cy="130125"/>
            </a:xfrm>
            <a:custGeom>
              <a:avLst/>
              <a:gdLst/>
              <a:ahLst/>
              <a:cxnLst/>
              <a:rect l="l" t="t" r="r" b="b"/>
              <a:pathLst>
                <a:path w="41831" h="5205" fill="none" extrusionOk="0">
                  <a:moveTo>
                    <a:pt x="0" y="0"/>
                  </a:moveTo>
                  <a:lnTo>
                    <a:pt x="41830" y="0"/>
                  </a:lnTo>
                  <a:lnTo>
                    <a:pt x="41830" y="5204"/>
                  </a:lnTo>
                  <a:lnTo>
                    <a:pt x="0" y="5204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50">
              <a:extLst>
                <a:ext uri="{FF2B5EF4-FFF2-40B4-BE49-F238E27FC236}">
                  <a16:creationId xmlns:a16="http://schemas.microsoft.com/office/drawing/2014/main" id="{4E144D33-1875-1F50-2B5B-3756C2BD5D71}"/>
                </a:ext>
              </a:extLst>
            </p:cNvPr>
            <p:cNvSpPr/>
            <p:nvPr/>
          </p:nvSpPr>
          <p:spPr>
            <a:xfrm>
              <a:off x="4256550" y="4424450"/>
              <a:ext cx="1956425" cy="592100"/>
            </a:xfrm>
            <a:custGeom>
              <a:avLst/>
              <a:gdLst/>
              <a:ahLst/>
              <a:cxnLst/>
              <a:rect l="l" t="t" r="r" b="b"/>
              <a:pathLst>
                <a:path w="78257" h="23684" fill="none" extrusionOk="0">
                  <a:moveTo>
                    <a:pt x="0" y="0"/>
                  </a:moveTo>
                  <a:lnTo>
                    <a:pt x="78256" y="0"/>
                  </a:lnTo>
                  <a:lnTo>
                    <a:pt x="78256" y="23684"/>
                  </a:lnTo>
                  <a:lnTo>
                    <a:pt x="0" y="23684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50">
              <a:extLst>
                <a:ext uri="{FF2B5EF4-FFF2-40B4-BE49-F238E27FC236}">
                  <a16:creationId xmlns:a16="http://schemas.microsoft.com/office/drawing/2014/main" id="{C3591D1F-E6C4-DA1D-ECBF-32DBF44BBFBE}"/>
                </a:ext>
              </a:extLst>
            </p:cNvPr>
            <p:cNvSpPr/>
            <p:nvPr/>
          </p:nvSpPr>
          <p:spPr>
            <a:xfrm>
              <a:off x="4308250" y="4461975"/>
              <a:ext cx="1853000" cy="517050"/>
            </a:xfrm>
            <a:custGeom>
              <a:avLst/>
              <a:gdLst/>
              <a:ahLst/>
              <a:cxnLst/>
              <a:rect l="l" t="t" r="r" b="b"/>
              <a:pathLst>
                <a:path w="74120" h="20682" fill="none" extrusionOk="0">
                  <a:moveTo>
                    <a:pt x="0" y="0"/>
                  </a:moveTo>
                  <a:lnTo>
                    <a:pt x="74120" y="0"/>
                  </a:lnTo>
                  <a:lnTo>
                    <a:pt x="74120" y="20682"/>
                  </a:lnTo>
                  <a:lnTo>
                    <a:pt x="0" y="20682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50">
              <a:extLst>
                <a:ext uri="{FF2B5EF4-FFF2-40B4-BE49-F238E27FC236}">
                  <a16:creationId xmlns:a16="http://schemas.microsoft.com/office/drawing/2014/main" id="{F571EF95-DEFA-B6A9-1EB8-32C156976A14}"/>
                </a:ext>
              </a:extLst>
            </p:cNvPr>
            <p:cNvSpPr/>
            <p:nvPr/>
          </p:nvSpPr>
          <p:spPr>
            <a:xfrm>
              <a:off x="4927025" y="4459475"/>
              <a:ext cx="25" cy="518725"/>
            </a:xfrm>
            <a:custGeom>
              <a:avLst/>
              <a:gdLst/>
              <a:ahLst/>
              <a:cxnLst/>
              <a:rect l="l" t="t" r="r" b="b"/>
              <a:pathLst>
                <a:path w="1" h="20749" fill="none" extrusionOk="0">
                  <a:moveTo>
                    <a:pt x="0" y="0"/>
                  </a:moveTo>
                  <a:lnTo>
                    <a:pt x="0" y="20748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50">
              <a:extLst>
                <a:ext uri="{FF2B5EF4-FFF2-40B4-BE49-F238E27FC236}">
                  <a16:creationId xmlns:a16="http://schemas.microsoft.com/office/drawing/2014/main" id="{97377460-8215-2475-240A-539B3ABE7A2E}"/>
                </a:ext>
              </a:extLst>
            </p:cNvPr>
            <p:cNvSpPr/>
            <p:nvPr/>
          </p:nvSpPr>
          <p:spPr>
            <a:xfrm>
              <a:off x="5534125" y="4459475"/>
              <a:ext cx="25" cy="518725"/>
            </a:xfrm>
            <a:custGeom>
              <a:avLst/>
              <a:gdLst/>
              <a:ahLst/>
              <a:cxnLst/>
              <a:rect l="l" t="t" r="r" b="b"/>
              <a:pathLst>
                <a:path w="1" h="20749" fill="none" extrusionOk="0">
                  <a:moveTo>
                    <a:pt x="0" y="0"/>
                  </a:moveTo>
                  <a:lnTo>
                    <a:pt x="0" y="20748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50">
              <a:extLst>
                <a:ext uri="{FF2B5EF4-FFF2-40B4-BE49-F238E27FC236}">
                  <a16:creationId xmlns:a16="http://schemas.microsoft.com/office/drawing/2014/main" id="{A92A43FA-11AA-34DC-FCA2-16E9AA0C0883}"/>
                </a:ext>
              </a:extLst>
            </p:cNvPr>
            <p:cNvSpPr/>
            <p:nvPr/>
          </p:nvSpPr>
          <p:spPr>
            <a:xfrm>
              <a:off x="4396650" y="4054175"/>
              <a:ext cx="264375" cy="370300"/>
            </a:xfrm>
            <a:custGeom>
              <a:avLst/>
              <a:gdLst/>
              <a:ahLst/>
              <a:cxnLst/>
              <a:rect l="l" t="t" r="r" b="b"/>
              <a:pathLst>
                <a:path w="10575" h="14812" fill="none" extrusionOk="0">
                  <a:moveTo>
                    <a:pt x="0" y="1"/>
                  </a:moveTo>
                  <a:lnTo>
                    <a:pt x="10574" y="1"/>
                  </a:lnTo>
                  <a:lnTo>
                    <a:pt x="10574" y="14811"/>
                  </a:lnTo>
                  <a:lnTo>
                    <a:pt x="0" y="14811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50">
              <a:extLst>
                <a:ext uri="{FF2B5EF4-FFF2-40B4-BE49-F238E27FC236}">
                  <a16:creationId xmlns:a16="http://schemas.microsoft.com/office/drawing/2014/main" id="{4E02087A-D0CB-E40A-4F91-F1597ED2E303}"/>
                </a:ext>
              </a:extLst>
            </p:cNvPr>
            <p:cNvSpPr/>
            <p:nvPr/>
          </p:nvSpPr>
          <p:spPr>
            <a:xfrm>
              <a:off x="5803475" y="4054175"/>
              <a:ext cx="264375" cy="370300"/>
            </a:xfrm>
            <a:custGeom>
              <a:avLst/>
              <a:gdLst/>
              <a:ahLst/>
              <a:cxnLst/>
              <a:rect l="l" t="t" r="r" b="b"/>
              <a:pathLst>
                <a:path w="10575" h="14812" fill="none" extrusionOk="0">
                  <a:moveTo>
                    <a:pt x="1" y="1"/>
                  </a:moveTo>
                  <a:lnTo>
                    <a:pt x="10575" y="1"/>
                  </a:lnTo>
                  <a:lnTo>
                    <a:pt x="10575" y="14811"/>
                  </a:lnTo>
                  <a:lnTo>
                    <a:pt x="1" y="14811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50">
              <a:extLst>
                <a:ext uri="{FF2B5EF4-FFF2-40B4-BE49-F238E27FC236}">
                  <a16:creationId xmlns:a16="http://schemas.microsoft.com/office/drawing/2014/main" id="{26A43E9D-A55B-2F28-22D7-7B5C4B4CD142}"/>
                </a:ext>
              </a:extLst>
            </p:cNvPr>
            <p:cNvSpPr/>
            <p:nvPr/>
          </p:nvSpPr>
          <p:spPr>
            <a:xfrm>
              <a:off x="5160525" y="4127575"/>
              <a:ext cx="193500" cy="79225"/>
            </a:xfrm>
            <a:custGeom>
              <a:avLst/>
              <a:gdLst/>
              <a:ahLst/>
              <a:cxnLst/>
              <a:rect l="l" t="t" r="r" b="b"/>
              <a:pathLst>
                <a:path w="7740" h="3169" extrusionOk="0">
                  <a:moveTo>
                    <a:pt x="3770" y="0"/>
                  </a:moveTo>
                  <a:cubicBezTo>
                    <a:pt x="2335" y="0"/>
                    <a:pt x="968" y="634"/>
                    <a:pt x="0" y="1668"/>
                  </a:cubicBezTo>
                  <a:lnTo>
                    <a:pt x="1135" y="2935"/>
                  </a:lnTo>
                  <a:cubicBezTo>
                    <a:pt x="1819" y="2108"/>
                    <a:pt x="2791" y="1698"/>
                    <a:pt x="3758" y="1698"/>
                  </a:cubicBezTo>
                  <a:cubicBezTo>
                    <a:pt x="4820" y="1698"/>
                    <a:pt x="5875" y="2192"/>
                    <a:pt x="6538" y="3169"/>
                  </a:cubicBezTo>
                  <a:lnTo>
                    <a:pt x="7739" y="1968"/>
                  </a:lnTo>
                  <a:cubicBezTo>
                    <a:pt x="6772" y="734"/>
                    <a:pt x="5304" y="33"/>
                    <a:pt x="3770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50">
              <a:extLst>
                <a:ext uri="{FF2B5EF4-FFF2-40B4-BE49-F238E27FC236}">
                  <a16:creationId xmlns:a16="http://schemas.microsoft.com/office/drawing/2014/main" id="{45EE5B77-5681-671D-6F55-3AC6539E295A}"/>
                </a:ext>
              </a:extLst>
            </p:cNvPr>
            <p:cNvSpPr/>
            <p:nvPr/>
          </p:nvSpPr>
          <p:spPr>
            <a:xfrm>
              <a:off x="5205550" y="4194225"/>
              <a:ext cx="101775" cy="64300"/>
            </a:xfrm>
            <a:custGeom>
              <a:avLst/>
              <a:gdLst/>
              <a:ahLst/>
              <a:cxnLst/>
              <a:rect l="l" t="t" r="r" b="b"/>
              <a:pathLst>
                <a:path w="4071" h="2572" extrusionOk="0">
                  <a:moveTo>
                    <a:pt x="2056" y="1"/>
                  </a:moveTo>
                  <a:cubicBezTo>
                    <a:pt x="2027" y="1"/>
                    <a:pt x="1998" y="1"/>
                    <a:pt x="1969" y="3"/>
                  </a:cubicBezTo>
                  <a:cubicBezTo>
                    <a:pt x="1202" y="3"/>
                    <a:pt x="468" y="370"/>
                    <a:pt x="1" y="970"/>
                  </a:cubicBezTo>
                  <a:lnTo>
                    <a:pt x="1202" y="2304"/>
                  </a:lnTo>
                  <a:cubicBezTo>
                    <a:pt x="1264" y="1866"/>
                    <a:pt x="1606" y="1655"/>
                    <a:pt x="1951" y="1655"/>
                  </a:cubicBezTo>
                  <a:cubicBezTo>
                    <a:pt x="2342" y="1655"/>
                    <a:pt x="2736" y="1924"/>
                    <a:pt x="2736" y="2438"/>
                  </a:cubicBezTo>
                  <a:cubicBezTo>
                    <a:pt x="2736" y="2471"/>
                    <a:pt x="2736" y="2538"/>
                    <a:pt x="2736" y="2571"/>
                  </a:cubicBezTo>
                  <a:lnTo>
                    <a:pt x="4070" y="1203"/>
                  </a:lnTo>
                  <a:cubicBezTo>
                    <a:pt x="3651" y="462"/>
                    <a:pt x="2889" y="1"/>
                    <a:pt x="205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50">
              <a:extLst>
                <a:ext uri="{FF2B5EF4-FFF2-40B4-BE49-F238E27FC236}">
                  <a16:creationId xmlns:a16="http://schemas.microsoft.com/office/drawing/2014/main" id="{0083AD8B-E8EC-6550-C64A-2C0AA2D15309}"/>
                </a:ext>
              </a:extLst>
            </p:cNvPr>
            <p:cNvSpPr/>
            <p:nvPr/>
          </p:nvSpPr>
          <p:spPr>
            <a:xfrm>
              <a:off x="5255600" y="4273500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0" y="1"/>
                  </a:moveTo>
                  <a:lnTo>
                    <a:pt x="67" y="67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50">
              <a:extLst>
                <a:ext uri="{FF2B5EF4-FFF2-40B4-BE49-F238E27FC236}">
                  <a16:creationId xmlns:a16="http://schemas.microsoft.com/office/drawing/2014/main" id="{CE699B96-10FC-E546-52D4-E095BF7EB5FE}"/>
                </a:ext>
              </a:extLst>
            </p:cNvPr>
            <p:cNvSpPr/>
            <p:nvPr/>
          </p:nvSpPr>
          <p:spPr>
            <a:xfrm>
              <a:off x="5070450" y="3993400"/>
              <a:ext cx="377800" cy="115850"/>
            </a:xfrm>
            <a:custGeom>
              <a:avLst/>
              <a:gdLst/>
              <a:ahLst/>
              <a:cxnLst/>
              <a:rect l="l" t="t" r="r" b="b"/>
              <a:pathLst>
                <a:path w="15112" h="4634" extrusionOk="0">
                  <a:moveTo>
                    <a:pt x="7356" y="1"/>
                  </a:moveTo>
                  <a:cubicBezTo>
                    <a:pt x="4703" y="1"/>
                    <a:pt x="2045" y="1004"/>
                    <a:pt x="1" y="3032"/>
                  </a:cubicBezTo>
                  <a:lnTo>
                    <a:pt x="1135" y="4266"/>
                  </a:lnTo>
                  <a:cubicBezTo>
                    <a:pt x="2855" y="2530"/>
                    <a:pt x="5110" y="1669"/>
                    <a:pt x="7362" y="1669"/>
                  </a:cubicBezTo>
                  <a:cubicBezTo>
                    <a:pt x="9782" y="1669"/>
                    <a:pt x="12199" y="2663"/>
                    <a:pt x="13944" y="4633"/>
                  </a:cubicBezTo>
                  <a:lnTo>
                    <a:pt x="15112" y="3432"/>
                  </a:lnTo>
                  <a:cubicBezTo>
                    <a:pt x="13040" y="1154"/>
                    <a:pt x="10201" y="1"/>
                    <a:pt x="735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50">
              <a:extLst>
                <a:ext uri="{FF2B5EF4-FFF2-40B4-BE49-F238E27FC236}">
                  <a16:creationId xmlns:a16="http://schemas.microsoft.com/office/drawing/2014/main" id="{E1B02343-586F-1D5E-C98C-849EDCDCAEFD}"/>
                </a:ext>
              </a:extLst>
            </p:cNvPr>
            <p:cNvSpPr/>
            <p:nvPr/>
          </p:nvSpPr>
          <p:spPr>
            <a:xfrm>
              <a:off x="5113000" y="4057525"/>
              <a:ext cx="291050" cy="98425"/>
            </a:xfrm>
            <a:custGeom>
              <a:avLst/>
              <a:gdLst/>
              <a:ahLst/>
              <a:cxnLst/>
              <a:rect l="l" t="t" r="r" b="b"/>
              <a:pathLst>
                <a:path w="11642" h="3937" extrusionOk="0">
                  <a:moveTo>
                    <a:pt x="5671" y="0"/>
                  </a:moveTo>
                  <a:cubicBezTo>
                    <a:pt x="3536" y="0"/>
                    <a:pt x="1501" y="834"/>
                    <a:pt x="0" y="2368"/>
                  </a:cubicBezTo>
                  <a:lnTo>
                    <a:pt x="1134" y="3636"/>
                  </a:lnTo>
                  <a:cubicBezTo>
                    <a:pt x="2369" y="2321"/>
                    <a:pt x="4020" y="1669"/>
                    <a:pt x="5669" y="1669"/>
                  </a:cubicBezTo>
                  <a:cubicBezTo>
                    <a:pt x="7450" y="1669"/>
                    <a:pt x="9227" y="2429"/>
                    <a:pt x="10474" y="3936"/>
                  </a:cubicBezTo>
                  <a:lnTo>
                    <a:pt x="11642" y="2735"/>
                  </a:lnTo>
                  <a:cubicBezTo>
                    <a:pt x="10141" y="1001"/>
                    <a:pt x="7939" y="0"/>
                    <a:pt x="567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50">
              <a:extLst>
                <a:ext uri="{FF2B5EF4-FFF2-40B4-BE49-F238E27FC236}">
                  <a16:creationId xmlns:a16="http://schemas.microsoft.com/office/drawing/2014/main" id="{3E12FD3D-291D-61D3-529F-C299B45BBECB}"/>
                </a:ext>
              </a:extLst>
            </p:cNvPr>
            <p:cNvSpPr/>
            <p:nvPr/>
          </p:nvSpPr>
          <p:spPr>
            <a:xfrm>
              <a:off x="1982425" y="926950"/>
              <a:ext cx="140950" cy="141775"/>
            </a:xfrm>
            <a:custGeom>
              <a:avLst/>
              <a:gdLst/>
              <a:ahLst/>
              <a:cxnLst/>
              <a:rect l="l" t="t" r="r" b="b"/>
              <a:pathLst>
                <a:path w="5638" h="5671" fill="none" extrusionOk="0">
                  <a:moveTo>
                    <a:pt x="5638" y="2435"/>
                  </a:moveTo>
                  <a:cubicBezTo>
                    <a:pt x="5638" y="4570"/>
                    <a:pt x="3036" y="5671"/>
                    <a:pt x="1501" y="4136"/>
                  </a:cubicBezTo>
                  <a:cubicBezTo>
                    <a:pt x="0" y="2602"/>
                    <a:pt x="1068" y="0"/>
                    <a:pt x="3236" y="0"/>
                  </a:cubicBezTo>
                  <a:cubicBezTo>
                    <a:pt x="4570" y="0"/>
                    <a:pt x="5638" y="1101"/>
                    <a:pt x="5638" y="2435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50">
              <a:extLst>
                <a:ext uri="{FF2B5EF4-FFF2-40B4-BE49-F238E27FC236}">
                  <a16:creationId xmlns:a16="http://schemas.microsoft.com/office/drawing/2014/main" id="{F090F85D-A171-A64B-7D68-B3294C6D4EB7}"/>
                </a:ext>
              </a:extLst>
            </p:cNvPr>
            <p:cNvSpPr/>
            <p:nvPr/>
          </p:nvSpPr>
          <p:spPr>
            <a:xfrm>
              <a:off x="1912375" y="1047850"/>
              <a:ext cx="301075" cy="386975"/>
            </a:xfrm>
            <a:custGeom>
              <a:avLst/>
              <a:gdLst/>
              <a:ahLst/>
              <a:cxnLst/>
              <a:rect l="l" t="t" r="r" b="b"/>
              <a:pathLst>
                <a:path w="12043" h="15479" fill="none" extrusionOk="0">
                  <a:moveTo>
                    <a:pt x="12042" y="15479"/>
                  </a:moveTo>
                  <a:lnTo>
                    <a:pt x="0" y="15479"/>
                  </a:lnTo>
                  <a:lnTo>
                    <a:pt x="0" y="6005"/>
                  </a:lnTo>
                  <a:cubicBezTo>
                    <a:pt x="0" y="2703"/>
                    <a:pt x="2702" y="1"/>
                    <a:pt x="6038" y="1"/>
                  </a:cubicBezTo>
                  <a:lnTo>
                    <a:pt x="6038" y="1"/>
                  </a:lnTo>
                  <a:cubicBezTo>
                    <a:pt x="9340" y="1"/>
                    <a:pt x="12042" y="2703"/>
                    <a:pt x="12042" y="6005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50">
              <a:extLst>
                <a:ext uri="{FF2B5EF4-FFF2-40B4-BE49-F238E27FC236}">
                  <a16:creationId xmlns:a16="http://schemas.microsoft.com/office/drawing/2014/main" id="{99C9E74C-2F95-EED3-54E0-2D3DD364AA0C}"/>
                </a:ext>
              </a:extLst>
            </p:cNvPr>
            <p:cNvSpPr/>
            <p:nvPr/>
          </p:nvSpPr>
          <p:spPr>
            <a:xfrm>
              <a:off x="2063300" y="634225"/>
              <a:ext cx="25" cy="292750"/>
            </a:xfrm>
            <a:custGeom>
              <a:avLst/>
              <a:gdLst/>
              <a:ahLst/>
              <a:cxnLst/>
              <a:rect l="l" t="t" r="r" b="b"/>
              <a:pathLst>
                <a:path w="1" h="11710" fill="none" extrusionOk="0">
                  <a:moveTo>
                    <a:pt x="1" y="11709"/>
                  </a:moveTo>
                  <a:lnTo>
                    <a:pt x="1" y="1"/>
                  </a:lnTo>
                </a:path>
              </a:pathLst>
            </a:custGeom>
            <a:noFill/>
            <a:ln w="2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50">
              <a:extLst>
                <a:ext uri="{FF2B5EF4-FFF2-40B4-BE49-F238E27FC236}">
                  <a16:creationId xmlns:a16="http://schemas.microsoft.com/office/drawing/2014/main" id="{CE3C74B0-8258-0D94-861A-31BA2B2B8757}"/>
                </a:ext>
              </a:extLst>
            </p:cNvPr>
            <p:cNvSpPr/>
            <p:nvPr/>
          </p:nvSpPr>
          <p:spPr>
            <a:xfrm>
              <a:off x="2339350" y="1294700"/>
              <a:ext cx="79250" cy="192675"/>
            </a:xfrm>
            <a:custGeom>
              <a:avLst/>
              <a:gdLst/>
              <a:ahLst/>
              <a:cxnLst/>
              <a:rect l="l" t="t" r="r" b="b"/>
              <a:pathLst>
                <a:path w="3170" h="7707" extrusionOk="0">
                  <a:moveTo>
                    <a:pt x="1501" y="1"/>
                  </a:moveTo>
                  <a:lnTo>
                    <a:pt x="234" y="1101"/>
                  </a:lnTo>
                  <a:cubicBezTo>
                    <a:pt x="1968" y="2536"/>
                    <a:pt x="1868" y="5238"/>
                    <a:pt x="0" y="6539"/>
                  </a:cubicBezTo>
                  <a:lnTo>
                    <a:pt x="1201" y="7706"/>
                  </a:lnTo>
                  <a:cubicBezTo>
                    <a:pt x="2435" y="6739"/>
                    <a:pt x="3169" y="5304"/>
                    <a:pt x="3169" y="3737"/>
                  </a:cubicBezTo>
                  <a:cubicBezTo>
                    <a:pt x="3169" y="2302"/>
                    <a:pt x="2569" y="935"/>
                    <a:pt x="1501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50">
              <a:extLst>
                <a:ext uri="{FF2B5EF4-FFF2-40B4-BE49-F238E27FC236}">
                  <a16:creationId xmlns:a16="http://schemas.microsoft.com/office/drawing/2014/main" id="{2FA0C04B-9707-6C0C-A285-469C5EB740E4}"/>
                </a:ext>
              </a:extLst>
            </p:cNvPr>
            <p:cNvSpPr/>
            <p:nvPr/>
          </p:nvSpPr>
          <p:spPr>
            <a:xfrm>
              <a:off x="2287650" y="1338900"/>
              <a:ext cx="65050" cy="102600"/>
            </a:xfrm>
            <a:custGeom>
              <a:avLst/>
              <a:gdLst/>
              <a:ahLst/>
              <a:cxnLst/>
              <a:rect l="l" t="t" r="r" b="b"/>
              <a:pathLst>
                <a:path w="2602" h="4104" extrusionOk="0">
                  <a:moveTo>
                    <a:pt x="1601" y="1"/>
                  </a:moveTo>
                  <a:lnTo>
                    <a:pt x="267" y="1201"/>
                  </a:lnTo>
                  <a:cubicBezTo>
                    <a:pt x="1201" y="1368"/>
                    <a:pt x="1067" y="2736"/>
                    <a:pt x="133" y="2736"/>
                  </a:cubicBezTo>
                  <a:lnTo>
                    <a:pt x="0" y="2736"/>
                  </a:lnTo>
                  <a:lnTo>
                    <a:pt x="1368" y="4103"/>
                  </a:lnTo>
                  <a:cubicBezTo>
                    <a:pt x="2135" y="3636"/>
                    <a:pt x="2602" y="2836"/>
                    <a:pt x="2602" y="1969"/>
                  </a:cubicBezTo>
                  <a:cubicBezTo>
                    <a:pt x="2602" y="1201"/>
                    <a:pt x="2235" y="468"/>
                    <a:pt x="1601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50">
              <a:extLst>
                <a:ext uri="{FF2B5EF4-FFF2-40B4-BE49-F238E27FC236}">
                  <a16:creationId xmlns:a16="http://schemas.microsoft.com/office/drawing/2014/main" id="{4E9A893B-8189-65DC-A015-61BD87E81310}"/>
                </a:ext>
              </a:extLst>
            </p:cNvPr>
            <p:cNvSpPr/>
            <p:nvPr/>
          </p:nvSpPr>
          <p:spPr>
            <a:xfrm>
              <a:off x="2270950" y="1388925"/>
              <a:ext cx="1700" cy="3375"/>
            </a:xfrm>
            <a:custGeom>
              <a:avLst/>
              <a:gdLst/>
              <a:ahLst/>
              <a:cxnLst/>
              <a:rect l="l" t="t" r="r" b="b"/>
              <a:pathLst>
                <a:path w="68" h="135" extrusionOk="0">
                  <a:moveTo>
                    <a:pt x="68" y="1"/>
                  </a:moveTo>
                  <a:lnTo>
                    <a:pt x="1" y="68"/>
                  </a:lnTo>
                  <a:lnTo>
                    <a:pt x="68" y="134"/>
                  </a:lnTo>
                  <a:cubicBezTo>
                    <a:pt x="68" y="101"/>
                    <a:pt x="68" y="68"/>
                    <a:pt x="68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50">
              <a:extLst>
                <a:ext uri="{FF2B5EF4-FFF2-40B4-BE49-F238E27FC236}">
                  <a16:creationId xmlns:a16="http://schemas.microsoft.com/office/drawing/2014/main" id="{6AE7D0CD-F7B7-E717-303D-27F420C09350}"/>
                </a:ext>
              </a:extLst>
            </p:cNvPr>
            <p:cNvSpPr/>
            <p:nvPr/>
          </p:nvSpPr>
          <p:spPr>
            <a:xfrm>
              <a:off x="2436900" y="1203800"/>
              <a:ext cx="145150" cy="378625"/>
            </a:xfrm>
            <a:custGeom>
              <a:avLst/>
              <a:gdLst/>
              <a:ahLst/>
              <a:cxnLst/>
              <a:rect l="l" t="t" r="r" b="b"/>
              <a:pathLst>
                <a:path w="5806" h="15145" extrusionOk="0">
                  <a:moveTo>
                    <a:pt x="1602" y="1"/>
                  </a:moveTo>
                  <a:lnTo>
                    <a:pt x="368" y="1135"/>
                  </a:lnTo>
                  <a:cubicBezTo>
                    <a:pt x="4004" y="4704"/>
                    <a:pt x="3804" y="10608"/>
                    <a:pt x="1" y="13944"/>
                  </a:cubicBezTo>
                  <a:lnTo>
                    <a:pt x="1202" y="15145"/>
                  </a:lnTo>
                  <a:cubicBezTo>
                    <a:pt x="5638" y="11142"/>
                    <a:pt x="5805" y="4237"/>
                    <a:pt x="160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50">
              <a:extLst>
                <a:ext uri="{FF2B5EF4-FFF2-40B4-BE49-F238E27FC236}">
                  <a16:creationId xmlns:a16="http://schemas.microsoft.com/office/drawing/2014/main" id="{49FFCDF4-ED7F-3DB5-46A0-15706C37662C}"/>
                </a:ext>
              </a:extLst>
            </p:cNvPr>
            <p:cNvSpPr/>
            <p:nvPr/>
          </p:nvSpPr>
          <p:spPr>
            <a:xfrm>
              <a:off x="2391050" y="1247175"/>
              <a:ext cx="98425" cy="290225"/>
            </a:xfrm>
            <a:custGeom>
              <a:avLst/>
              <a:gdLst/>
              <a:ahLst/>
              <a:cxnLst/>
              <a:rect l="l" t="t" r="r" b="b"/>
              <a:pathLst>
                <a:path w="3937" h="11609" extrusionOk="0">
                  <a:moveTo>
                    <a:pt x="1535" y="0"/>
                  </a:moveTo>
                  <a:lnTo>
                    <a:pt x="301" y="1101"/>
                  </a:lnTo>
                  <a:cubicBezTo>
                    <a:pt x="3002" y="3670"/>
                    <a:pt x="2869" y="8039"/>
                    <a:pt x="0" y="10441"/>
                  </a:cubicBezTo>
                  <a:lnTo>
                    <a:pt x="1201" y="11609"/>
                  </a:lnTo>
                  <a:cubicBezTo>
                    <a:pt x="2936" y="10107"/>
                    <a:pt x="3936" y="7939"/>
                    <a:pt x="3936" y="5638"/>
                  </a:cubicBezTo>
                  <a:cubicBezTo>
                    <a:pt x="3936" y="3503"/>
                    <a:pt x="3069" y="1468"/>
                    <a:pt x="153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50">
              <a:extLst>
                <a:ext uri="{FF2B5EF4-FFF2-40B4-BE49-F238E27FC236}">
                  <a16:creationId xmlns:a16="http://schemas.microsoft.com/office/drawing/2014/main" id="{783A9C0C-6458-B292-77A6-5AA46EEF48E6}"/>
                </a:ext>
              </a:extLst>
            </p:cNvPr>
            <p:cNvSpPr/>
            <p:nvPr/>
          </p:nvSpPr>
          <p:spPr>
            <a:xfrm>
              <a:off x="4391650" y="2016050"/>
              <a:ext cx="1742925" cy="1169200"/>
            </a:xfrm>
            <a:custGeom>
              <a:avLst/>
              <a:gdLst/>
              <a:ahLst/>
              <a:cxnLst/>
              <a:rect l="l" t="t" r="r" b="b"/>
              <a:pathLst>
                <a:path w="69717" h="46768" fill="none" extrusionOk="0">
                  <a:moveTo>
                    <a:pt x="0" y="1"/>
                  </a:moveTo>
                  <a:lnTo>
                    <a:pt x="69717" y="1"/>
                  </a:lnTo>
                  <a:lnTo>
                    <a:pt x="69717" y="46767"/>
                  </a:lnTo>
                  <a:lnTo>
                    <a:pt x="0" y="46767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50">
              <a:extLst>
                <a:ext uri="{FF2B5EF4-FFF2-40B4-BE49-F238E27FC236}">
                  <a16:creationId xmlns:a16="http://schemas.microsoft.com/office/drawing/2014/main" id="{D950D3CA-0BE4-2577-1D6E-FC3E7335113F}"/>
                </a:ext>
              </a:extLst>
            </p:cNvPr>
            <p:cNvSpPr/>
            <p:nvPr/>
          </p:nvSpPr>
          <p:spPr>
            <a:xfrm>
              <a:off x="4439175" y="2065250"/>
              <a:ext cx="1648700" cy="1069950"/>
            </a:xfrm>
            <a:custGeom>
              <a:avLst/>
              <a:gdLst/>
              <a:ahLst/>
              <a:cxnLst/>
              <a:rect l="l" t="t" r="r" b="b"/>
              <a:pathLst>
                <a:path w="65948" h="42798" fill="none" extrusionOk="0">
                  <a:moveTo>
                    <a:pt x="0" y="1"/>
                  </a:moveTo>
                  <a:lnTo>
                    <a:pt x="65948" y="1"/>
                  </a:lnTo>
                  <a:lnTo>
                    <a:pt x="65948" y="42798"/>
                  </a:lnTo>
                  <a:lnTo>
                    <a:pt x="0" y="42798"/>
                  </a:ln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50">
              <a:extLst>
                <a:ext uri="{FF2B5EF4-FFF2-40B4-BE49-F238E27FC236}">
                  <a16:creationId xmlns:a16="http://schemas.microsoft.com/office/drawing/2014/main" id="{51BE6858-DBA0-0294-6FFB-423A22907BC2}"/>
                </a:ext>
              </a:extLst>
            </p:cNvPr>
            <p:cNvSpPr/>
            <p:nvPr/>
          </p:nvSpPr>
          <p:spPr>
            <a:xfrm>
              <a:off x="5160525" y="1855100"/>
              <a:ext cx="193500" cy="79250"/>
            </a:xfrm>
            <a:custGeom>
              <a:avLst/>
              <a:gdLst/>
              <a:ahLst/>
              <a:cxnLst/>
              <a:rect l="l" t="t" r="r" b="b"/>
              <a:pathLst>
                <a:path w="7740" h="3170" extrusionOk="0">
                  <a:moveTo>
                    <a:pt x="3770" y="1"/>
                  </a:moveTo>
                  <a:cubicBezTo>
                    <a:pt x="2335" y="1"/>
                    <a:pt x="968" y="634"/>
                    <a:pt x="0" y="1668"/>
                  </a:cubicBezTo>
                  <a:lnTo>
                    <a:pt x="1135" y="2936"/>
                  </a:lnTo>
                  <a:cubicBezTo>
                    <a:pt x="1819" y="2109"/>
                    <a:pt x="2791" y="1699"/>
                    <a:pt x="3758" y="1699"/>
                  </a:cubicBezTo>
                  <a:cubicBezTo>
                    <a:pt x="4820" y="1699"/>
                    <a:pt x="5875" y="2192"/>
                    <a:pt x="6538" y="3170"/>
                  </a:cubicBezTo>
                  <a:lnTo>
                    <a:pt x="7739" y="1969"/>
                  </a:lnTo>
                  <a:cubicBezTo>
                    <a:pt x="6772" y="734"/>
                    <a:pt x="5304" y="34"/>
                    <a:pt x="377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50">
              <a:extLst>
                <a:ext uri="{FF2B5EF4-FFF2-40B4-BE49-F238E27FC236}">
                  <a16:creationId xmlns:a16="http://schemas.microsoft.com/office/drawing/2014/main" id="{B020DBBE-7DEA-9EF8-7650-0408CA6ACC87}"/>
                </a:ext>
              </a:extLst>
            </p:cNvPr>
            <p:cNvSpPr/>
            <p:nvPr/>
          </p:nvSpPr>
          <p:spPr>
            <a:xfrm>
              <a:off x="5205550" y="1921775"/>
              <a:ext cx="101775" cy="64275"/>
            </a:xfrm>
            <a:custGeom>
              <a:avLst/>
              <a:gdLst/>
              <a:ahLst/>
              <a:cxnLst/>
              <a:rect l="l" t="t" r="r" b="b"/>
              <a:pathLst>
                <a:path w="4071" h="2571" extrusionOk="0">
                  <a:moveTo>
                    <a:pt x="2056" y="1"/>
                  </a:moveTo>
                  <a:cubicBezTo>
                    <a:pt x="2027" y="1"/>
                    <a:pt x="1998" y="1"/>
                    <a:pt x="1969" y="2"/>
                  </a:cubicBezTo>
                  <a:cubicBezTo>
                    <a:pt x="1202" y="2"/>
                    <a:pt x="468" y="369"/>
                    <a:pt x="1" y="970"/>
                  </a:cubicBezTo>
                  <a:lnTo>
                    <a:pt x="1202" y="2304"/>
                  </a:lnTo>
                  <a:cubicBezTo>
                    <a:pt x="1264" y="1865"/>
                    <a:pt x="1606" y="1655"/>
                    <a:pt x="1951" y="1655"/>
                  </a:cubicBezTo>
                  <a:cubicBezTo>
                    <a:pt x="2342" y="1655"/>
                    <a:pt x="2736" y="1924"/>
                    <a:pt x="2736" y="2437"/>
                  </a:cubicBezTo>
                  <a:cubicBezTo>
                    <a:pt x="2736" y="2471"/>
                    <a:pt x="2736" y="2537"/>
                    <a:pt x="2736" y="2571"/>
                  </a:cubicBezTo>
                  <a:lnTo>
                    <a:pt x="4070" y="1203"/>
                  </a:lnTo>
                  <a:cubicBezTo>
                    <a:pt x="3651" y="462"/>
                    <a:pt x="2889" y="1"/>
                    <a:pt x="205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50">
              <a:extLst>
                <a:ext uri="{FF2B5EF4-FFF2-40B4-BE49-F238E27FC236}">
                  <a16:creationId xmlns:a16="http://schemas.microsoft.com/office/drawing/2014/main" id="{E3CA663D-B821-73FD-EC84-5DFF6D00F989}"/>
                </a:ext>
              </a:extLst>
            </p:cNvPr>
            <p:cNvSpPr/>
            <p:nvPr/>
          </p:nvSpPr>
          <p:spPr>
            <a:xfrm>
              <a:off x="5255600" y="2001050"/>
              <a:ext cx="3350" cy="1675"/>
            </a:xfrm>
            <a:custGeom>
              <a:avLst/>
              <a:gdLst/>
              <a:ahLst/>
              <a:cxnLst/>
              <a:rect l="l" t="t" r="r" b="b"/>
              <a:pathLst>
                <a:path w="134" h="67" extrusionOk="0">
                  <a:moveTo>
                    <a:pt x="0" y="0"/>
                  </a:moveTo>
                  <a:lnTo>
                    <a:pt x="67" y="67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50">
              <a:extLst>
                <a:ext uri="{FF2B5EF4-FFF2-40B4-BE49-F238E27FC236}">
                  <a16:creationId xmlns:a16="http://schemas.microsoft.com/office/drawing/2014/main" id="{A67B7213-9247-B407-495E-628625AE8C01}"/>
                </a:ext>
              </a:extLst>
            </p:cNvPr>
            <p:cNvSpPr/>
            <p:nvPr/>
          </p:nvSpPr>
          <p:spPr>
            <a:xfrm>
              <a:off x="5070450" y="1720950"/>
              <a:ext cx="377800" cy="115825"/>
            </a:xfrm>
            <a:custGeom>
              <a:avLst/>
              <a:gdLst/>
              <a:ahLst/>
              <a:cxnLst/>
              <a:rect l="l" t="t" r="r" b="b"/>
              <a:pathLst>
                <a:path w="15112" h="4633" extrusionOk="0">
                  <a:moveTo>
                    <a:pt x="7356" y="1"/>
                  </a:moveTo>
                  <a:cubicBezTo>
                    <a:pt x="4703" y="1"/>
                    <a:pt x="2045" y="1003"/>
                    <a:pt x="1" y="3032"/>
                  </a:cubicBezTo>
                  <a:lnTo>
                    <a:pt x="1135" y="4266"/>
                  </a:lnTo>
                  <a:cubicBezTo>
                    <a:pt x="2855" y="2529"/>
                    <a:pt x="5110" y="1669"/>
                    <a:pt x="7362" y="1669"/>
                  </a:cubicBezTo>
                  <a:cubicBezTo>
                    <a:pt x="9782" y="1669"/>
                    <a:pt x="12199" y="2663"/>
                    <a:pt x="13944" y="4633"/>
                  </a:cubicBezTo>
                  <a:lnTo>
                    <a:pt x="15112" y="3432"/>
                  </a:lnTo>
                  <a:cubicBezTo>
                    <a:pt x="13040" y="1154"/>
                    <a:pt x="10201" y="1"/>
                    <a:pt x="735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50">
              <a:extLst>
                <a:ext uri="{FF2B5EF4-FFF2-40B4-BE49-F238E27FC236}">
                  <a16:creationId xmlns:a16="http://schemas.microsoft.com/office/drawing/2014/main" id="{24F53CA8-9A02-2766-10C7-2098EFFA02BB}"/>
                </a:ext>
              </a:extLst>
            </p:cNvPr>
            <p:cNvSpPr/>
            <p:nvPr/>
          </p:nvSpPr>
          <p:spPr>
            <a:xfrm>
              <a:off x="5113000" y="1785050"/>
              <a:ext cx="291050" cy="98425"/>
            </a:xfrm>
            <a:custGeom>
              <a:avLst/>
              <a:gdLst/>
              <a:ahLst/>
              <a:cxnLst/>
              <a:rect l="l" t="t" r="r" b="b"/>
              <a:pathLst>
                <a:path w="11642" h="3937" extrusionOk="0">
                  <a:moveTo>
                    <a:pt x="5671" y="1"/>
                  </a:moveTo>
                  <a:cubicBezTo>
                    <a:pt x="3536" y="1"/>
                    <a:pt x="1501" y="835"/>
                    <a:pt x="0" y="2369"/>
                  </a:cubicBezTo>
                  <a:lnTo>
                    <a:pt x="1134" y="3637"/>
                  </a:lnTo>
                  <a:cubicBezTo>
                    <a:pt x="2369" y="2322"/>
                    <a:pt x="4020" y="1670"/>
                    <a:pt x="5669" y="1670"/>
                  </a:cubicBezTo>
                  <a:cubicBezTo>
                    <a:pt x="7450" y="1670"/>
                    <a:pt x="9227" y="2430"/>
                    <a:pt x="10474" y="3937"/>
                  </a:cubicBezTo>
                  <a:lnTo>
                    <a:pt x="11642" y="2736"/>
                  </a:lnTo>
                  <a:cubicBezTo>
                    <a:pt x="10141" y="1001"/>
                    <a:pt x="7939" y="1"/>
                    <a:pt x="5671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50">
              <a:extLst>
                <a:ext uri="{FF2B5EF4-FFF2-40B4-BE49-F238E27FC236}">
                  <a16:creationId xmlns:a16="http://schemas.microsoft.com/office/drawing/2014/main" id="{D821E271-C2BE-D005-8460-6CCA7B84D1A3}"/>
                </a:ext>
              </a:extLst>
            </p:cNvPr>
            <p:cNvSpPr/>
            <p:nvPr/>
          </p:nvSpPr>
          <p:spPr>
            <a:xfrm>
              <a:off x="3214975" y="1770050"/>
              <a:ext cx="442000" cy="740550"/>
            </a:xfrm>
            <a:custGeom>
              <a:avLst/>
              <a:gdLst/>
              <a:ahLst/>
              <a:cxnLst/>
              <a:rect l="l" t="t" r="r" b="b"/>
              <a:pathLst>
                <a:path w="17680" h="29622" fill="none" extrusionOk="0">
                  <a:moveTo>
                    <a:pt x="17679" y="0"/>
                  </a:moveTo>
                  <a:lnTo>
                    <a:pt x="17579" y="29621"/>
                  </a:lnTo>
                  <a:lnTo>
                    <a:pt x="0" y="6772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50">
              <a:extLst>
                <a:ext uri="{FF2B5EF4-FFF2-40B4-BE49-F238E27FC236}">
                  <a16:creationId xmlns:a16="http://schemas.microsoft.com/office/drawing/2014/main" id="{F0E918A1-2F57-E8C4-970C-893B24669C92}"/>
                </a:ext>
              </a:extLst>
            </p:cNvPr>
            <p:cNvSpPr/>
            <p:nvPr/>
          </p:nvSpPr>
          <p:spPr>
            <a:xfrm>
              <a:off x="3004825" y="2279575"/>
              <a:ext cx="628800" cy="406975"/>
            </a:xfrm>
            <a:custGeom>
              <a:avLst/>
              <a:gdLst/>
              <a:ahLst/>
              <a:cxnLst/>
              <a:rect l="l" t="t" r="r" b="b"/>
              <a:pathLst>
                <a:path w="25152" h="16279" fill="none" extrusionOk="0">
                  <a:moveTo>
                    <a:pt x="134" y="16279"/>
                  </a:moveTo>
                  <a:lnTo>
                    <a:pt x="25151" y="9507"/>
                  </a:lnTo>
                  <a:lnTo>
                    <a:pt x="0" y="0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50">
              <a:extLst>
                <a:ext uri="{FF2B5EF4-FFF2-40B4-BE49-F238E27FC236}">
                  <a16:creationId xmlns:a16="http://schemas.microsoft.com/office/drawing/2014/main" id="{DCD3DF60-153E-2EE0-066D-C71190A16495}"/>
                </a:ext>
              </a:extLst>
            </p:cNvPr>
            <p:cNvSpPr/>
            <p:nvPr/>
          </p:nvSpPr>
          <p:spPr>
            <a:xfrm>
              <a:off x="3267500" y="2517250"/>
              <a:ext cx="366125" cy="477025"/>
            </a:xfrm>
            <a:custGeom>
              <a:avLst/>
              <a:gdLst/>
              <a:ahLst/>
              <a:cxnLst/>
              <a:rect l="l" t="t" r="r" b="b"/>
              <a:pathLst>
                <a:path w="14645" h="19081" fill="none" extrusionOk="0">
                  <a:moveTo>
                    <a:pt x="14644" y="0"/>
                  </a:moveTo>
                  <a:lnTo>
                    <a:pt x="1" y="19081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50">
              <a:extLst>
                <a:ext uri="{FF2B5EF4-FFF2-40B4-BE49-F238E27FC236}">
                  <a16:creationId xmlns:a16="http://schemas.microsoft.com/office/drawing/2014/main" id="{8F67145C-D8E7-8A14-6522-17E90EA85B9B}"/>
                </a:ext>
              </a:extLst>
            </p:cNvPr>
            <p:cNvSpPr/>
            <p:nvPr/>
          </p:nvSpPr>
          <p:spPr>
            <a:xfrm>
              <a:off x="3661125" y="1797550"/>
              <a:ext cx="10025" cy="25"/>
            </a:xfrm>
            <a:custGeom>
              <a:avLst/>
              <a:gdLst/>
              <a:ahLst/>
              <a:cxnLst/>
              <a:rect l="l" t="t" r="r" b="b"/>
              <a:pathLst>
                <a:path w="401" h="1" fill="none" extrusionOk="0">
                  <a:moveTo>
                    <a:pt x="401" y="1"/>
                  </a:moveTo>
                  <a:lnTo>
                    <a:pt x="0" y="1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50">
              <a:extLst>
                <a:ext uri="{FF2B5EF4-FFF2-40B4-BE49-F238E27FC236}">
                  <a16:creationId xmlns:a16="http://schemas.microsoft.com/office/drawing/2014/main" id="{BF0D3379-CB54-68AF-CFD4-F1FF3727E856}"/>
                </a:ext>
              </a:extLst>
            </p:cNvPr>
            <p:cNvSpPr/>
            <p:nvPr/>
          </p:nvSpPr>
          <p:spPr>
            <a:xfrm>
              <a:off x="2931425" y="1797550"/>
              <a:ext cx="708875" cy="1237600"/>
            </a:xfrm>
            <a:custGeom>
              <a:avLst/>
              <a:gdLst/>
              <a:ahLst/>
              <a:cxnLst/>
              <a:rect l="l" t="t" r="r" b="b"/>
              <a:pathLst>
                <a:path w="28355" h="49504" fill="none" extrusionOk="0">
                  <a:moveTo>
                    <a:pt x="28354" y="1"/>
                  </a:moveTo>
                  <a:cubicBezTo>
                    <a:pt x="27754" y="1"/>
                    <a:pt x="27153" y="68"/>
                    <a:pt x="26553" y="101"/>
                  </a:cubicBezTo>
                  <a:cubicBezTo>
                    <a:pt x="15178" y="1168"/>
                    <a:pt x="5671" y="9274"/>
                    <a:pt x="2836" y="20349"/>
                  </a:cubicBezTo>
                  <a:cubicBezTo>
                    <a:pt x="1" y="31423"/>
                    <a:pt x="4404" y="43099"/>
                    <a:pt x="13877" y="49503"/>
                  </a:cubicBez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50">
              <a:extLst>
                <a:ext uri="{FF2B5EF4-FFF2-40B4-BE49-F238E27FC236}">
                  <a16:creationId xmlns:a16="http://schemas.microsoft.com/office/drawing/2014/main" id="{4102DB70-7672-B68A-B523-99B0C3170683}"/>
                </a:ext>
              </a:extLst>
            </p:cNvPr>
            <p:cNvSpPr/>
            <p:nvPr/>
          </p:nvSpPr>
          <p:spPr>
            <a:xfrm>
              <a:off x="3287525" y="3040950"/>
              <a:ext cx="8350" cy="5875"/>
            </a:xfrm>
            <a:custGeom>
              <a:avLst/>
              <a:gdLst/>
              <a:ahLst/>
              <a:cxnLst/>
              <a:rect l="l" t="t" r="r" b="b"/>
              <a:pathLst>
                <a:path w="334" h="235" fill="none" extrusionOk="0">
                  <a:moveTo>
                    <a:pt x="0" y="1"/>
                  </a:moveTo>
                  <a:lnTo>
                    <a:pt x="334" y="234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50">
              <a:extLst>
                <a:ext uri="{FF2B5EF4-FFF2-40B4-BE49-F238E27FC236}">
                  <a16:creationId xmlns:a16="http://schemas.microsoft.com/office/drawing/2014/main" id="{6FC05F4F-F588-37A2-913B-EBD44174C48A}"/>
                </a:ext>
              </a:extLst>
            </p:cNvPr>
            <p:cNvSpPr/>
            <p:nvPr/>
          </p:nvSpPr>
          <p:spPr>
            <a:xfrm>
              <a:off x="2813850" y="2142925"/>
              <a:ext cx="344425" cy="295125"/>
            </a:xfrm>
            <a:custGeom>
              <a:avLst/>
              <a:gdLst/>
              <a:ahLst/>
              <a:cxnLst/>
              <a:rect l="l" t="t" r="r" b="b"/>
              <a:pathLst>
                <a:path w="13777" h="11805" extrusionOk="0">
                  <a:moveTo>
                    <a:pt x="7834" y="0"/>
                  </a:moveTo>
                  <a:cubicBezTo>
                    <a:pt x="6386" y="0"/>
                    <a:pt x="4909" y="535"/>
                    <a:pt x="3703" y="1730"/>
                  </a:cubicBezTo>
                  <a:cubicBezTo>
                    <a:pt x="0" y="5433"/>
                    <a:pt x="2636" y="11771"/>
                    <a:pt x="7873" y="11804"/>
                  </a:cubicBezTo>
                  <a:cubicBezTo>
                    <a:pt x="11142" y="11804"/>
                    <a:pt x="13777" y="9169"/>
                    <a:pt x="13777" y="5900"/>
                  </a:cubicBezTo>
                  <a:cubicBezTo>
                    <a:pt x="13777" y="2354"/>
                    <a:pt x="10871" y="0"/>
                    <a:pt x="783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50">
              <a:extLst>
                <a:ext uri="{FF2B5EF4-FFF2-40B4-BE49-F238E27FC236}">
                  <a16:creationId xmlns:a16="http://schemas.microsoft.com/office/drawing/2014/main" id="{107087DA-5454-3515-2974-466DC66C9686}"/>
                </a:ext>
              </a:extLst>
            </p:cNvPr>
            <p:cNvSpPr/>
            <p:nvPr/>
          </p:nvSpPr>
          <p:spPr>
            <a:xfrm>
              <a:off x="2933925" y="2219050"/>
              <a:ext cx="144200" cy="164800"/>
            </a:xfrm>
            <a:custGeom>
              <a:avLst/>
              <a:gdLst/>
              <a:ahLst/>
              <a:cxnLst/>
              <a:rect l="l" t="t" r="r" b="b"/>
              <a:pathLst>
                <a:path w="5768" h="6592" extrusionOk="0">
                  <a:moveTo>
                    <a:pt x="3136" y="620"/>
                  </a:moveTo>
                  <a:cubicBezTo>
                    <a:pt x="4271" y="620"/>
                    <a:pt x="5205" y="1521"/>
                    <a:pt x="5171" y="2655"/>
                  </a:cubicBezTo>
                  <a:cubicBezTo>
                    <a:pt x="5171" y="2989"/>
                    <a:pt x="5104" y="3289"/>
                    <a:pt x="4971" y="3589"/>
                  </a:cubicBezTo>
                  <a:cubicBezTo>
                    <a:pt x="4904" y="3722"/>
                    <a:pt x="4838" y="3856"/>
                    <a:pt x="4771" y="3989"/>
                  </a:cubicBezTo>
                  <a:cubicBezTo>
                    <a:pt x="4671" y="4189"/>
                    <a:pt x="4571" y="4423"/>
                    <a:pt x="4471" y="4623"/>
                  </a:cubicBezTo>
                  <a:cubicBezTo>
                    <a:pt x="4437" y="4723"/>
                    <a:pt x="4437" y="4823"/>
                    <a:pt x="4404" y="4923"/>
                  </a:cubicBezTo>
                  <a:cubicBezTo>
                    <a:pt x="4371" y="5090"/>
                    <a:pt x="4304" y="5223"/>
                    <a:pt x="4237" y="5390"/>
                  </a:cubicBezTo>
                  <a:cubicBezTo>
                    <a:pt x="4004" y="5791"/>
                    <a:pt x="3603" y="6024"/>
                    <a:pt x="3170" y="6024"/>
                  </a:cubicBezTo>
                  <a:cubicBezTo>
                    <a:pt x="2636" y="6024"/>
                    <a:pt x="2169" y="5724"/>
                    <a:pt x="1969" y="5257"/>
                  </a:cubicBezTo>
                  <a:cubicBezTo>
                    <a:pt x="1969" y="5223"/>
                    <a:pt x="1969" y="5190"/>
                    <a:pt x="1969" y="5190"/>
                  </a:cubicBezTo>
                  <a:cubicBezTo>
                    <a:pt x="1936" y="5157"/>
                    <a:pt x="1936" y="5123"/>
                    <a:pt x="1936" y="5123"/>
                  </a:cubicBezTo>
                  <a:cubicBezTo>
                    <a:pt x="1702" y="4390"/>
                    <a:pt x="1402" y="3722"/>
                    <a:pt x="1402" y="3689"/>
                  </a:cubicBezTo>
                  <a:cubicBezTo>
                    <a:pt x="1235" y="3355"/>
                    <a:pt x="1135" y="3022"/>
                    <a:pt x="1135" y="2655"/>
                  </a:cubicBezTo>
                  <a:cubicBezTo>
                    <a:pt x="1135" y="1554"/>
                    <a:pt x="2036" y="654"/>
                    <a:pt x="3136" y="620"/>
                  </a:cubicBezTo>
                  <a:close/>
                  <a:moveTo>
                    <a:pt x="3134" y="1"/>
                  </a:moveTo>
                  <a:cubicBezTo>
                    <a:pt x="2915" y="1"/>
                    <a:pt x="2693" y="28"/>
                    <a:pt x="2469" y="86"/>
                  </a:cubicBezTo>
                  <a:cubicBezTo>
                    <a:pt x="801" y="520"/>
                    <a:pt x="1" y="2455"/>
                    <a:pt x="901" y="3923"/>
                  </a:cubicBezTo>
                  <a:cubicBezTo>
                    <a:pt x="935" y="4023"/>
                    <a:pt x="1202" y="4656"/>
                    <a:pt x="1402" y="5257"/>
                  </a:cubicBezTo>
                  <a:lnTo>
                    <a:pt x="1435" y="5357"/>
                  </a:lnTo>
                  <a:cubicBezTo>
                    <a:pt x="1435" y="5390"/>
                    <a:pt x="1469" y="5457"/>
                    <a:pt x="1469" y="5490"/>
                  </a:cubicBezTo>
                  <a:cubicBezTo>
                    <a:pt x="1769" y="6157"/>
                    <a:pt x="2403" y="6591"/>
                    <a:pt x="3136" y="6591"/>
                  </a:cubicBezTo>
                  <a:cubicBezTo>
                    <a:pt x="3804" y="6591"/>
                    <a:pt x="4371" y="6224"/>
                    <a:pt x="4704" y="5657"/>
                  </a:cubicBezTo>
                  <a:cubicBezTo>
                    <a:pt x="4771" y="5457"/>
                    <a:pt x="4871" y="5257"/>
                    <a:pt x="4904" y="5057"/>
                  </a:cubicBezTo>
                  <a:cubicBezTo>
                    <a:pt x="4938" y="4990"/>
                    <a:pt x="4971" y="4890"/>
                    <a:pt x="4971" y="4823"/>
                  </a:cubicBezTo>
                  <a:cubicBezTo>
                    <a:pt x="5071" y="4623"/>
                    <a:pt x="5138" y="4423"/>
                    <a:pt x="5238" y="4256"/>
                  </a:cubicBezTo>
                  <a:cubicBezTo>
                    <a:pt x="5338" y="4089"/>
                    <a:pt x="5405" y="3956"/>
                    <a:pt x="5471" y="3789"/>
                  </a:cubicBezTo>
                  <a:cubicBezTo>
                    <a:pt x="5638" y="3422"/>
                    <a:pt x="5705" y="3055"/>
                    <a:pt x="5738" y="2655"/>
                  </a:cubicBezTo>
                  <a:cubicBezTo>
                    <a:pt x="5767" y="1153"/>
                    <a:pt x="4545" y="1"/>
                    <a:pt x="31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50">
              <a:extLst>
                <a:ext uri="{FF2B5EF4-FFF2-40B4-BE49-F238E27FC236}">
                  <a16:creationId xmlns:a16="http://schemas.microsoft.com/office/drawing/2014/main" id="{34C68F60-EF27-5FA1-D287-D277DDD51268}"/>
                </a:ext>
              </a:extLst>
            </p:cNvPr>
            <p:cNvSpPr/>
            <p:nvPr/>
          </p:nvSpPr>
          <p:spPr>
            <a:xfrm>
              <a:off x="3005650" y="2170125"/>
              <a:ext cx="14200" cy="46925"/>
            </a:xfrm>
            <a:custGeom>
              <a:avLst/>
              <a:gdLst/>
              <a:ahLst/>
              <a:cxnLst/>
              <a:rect l="l" t="t" r="r" b="b"/>
              <a:pathLst>
                <a:path w="568" h="1877" extrusionOk="0">
                  <a:moveTo>
                    <a:pt x="284" y="0"/>
                  </a:moveTo>
                  <a:cubicBezTo>
                    <a:pt x="142" y="0"/>
                    <a:pt x="1" y="92"/>
                    <a:pt x="1" y="276"/>
                  </a:cubicBezTo>
                  <a:lnTo>
                    <a:pt x="1" y="1576"/>
                  </a:lnTo>
                  <a:cubicBezTo>
                    <a:pt x="1" y="1743"/>
                    <a:pt x="134" y="1877"/>
                    <a:pt x="301" y="1877"/>
                  </a:cubicBezTo>
                  <a:cubicBezTo>
                    <a:pt x="434" y="1877"/>
                    <a:pt x="568" y="1743"/>
                    <a:pt x="568" y="1576"/>
                  </a:cubicBezTo>
                  <a:lnTo>
                    <a:pt x="568" y="276"/>
                  </a:lnTo>
                  <a:cubicBezTo>
                    <a:pt x="568" y="92"/>
                    <a:pt x="426" y="0"/>
                    <a:pt x="2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50">
              <a:extLst>
                <a:ext uri="{FF2B5EF4-FFF2-40B4-BE49-F238E27FC236}">
                  <a16:creationId xmlns:a16="http://schemas.microsoft.com/office/drawing/2014/main" id="{D933B39C-3FA6-B6DC-A60D-5A5326D3C9CB}"/>
                </a:ext>
              </a:extLst>
            </p:cNvPr>
            <p:cNvSpPr/>
            <p:nvPr/>
          </p:nvSpPr>
          <p:spPr>
            <a:xfrm>
              <a:off x="2901400" y="2277875"/>
              <a:ext cx="41525" cy="14275"/>
            </a:xfrm>
            <a:custGeom>
              <a:avLst/>
              <a:gdLst/>
              <a:ahLst/>
              <a:cxnLst/>
              <a:rect l="l" t="t" r="r" b="b"/>
              <a:pathLst>
                <a:path w="1661" h="571" extrusionOk="0">
                  <a:moveTo>
                    <a:pt x="1360" y="0"/>
                  </a:moveTo>
                  <a:cubicBezTo>
                    <a:pt x="1352" y="0"/>
                    <a:pt x="1344" y="1"/>
                    <a:pt x="1335" y="2"/>
                  </a:cubicBezTo>
                  <a:lnTo>
                    <a:pt x="334" y="2"/>
                  </a:lnTo>
                  <a:cubicBezTo>
                    <a:pt x="1" y="35"/>
                    <a:pt x="1" y="535"/>
                    <a:pt x="334" y="569"/>
                  </a:cubicBezTo>
                  <a:lnTo>
                    <a:pt x="1335" y="569"/>
                  </a:lnTo>
                  <a:cubicBezTo>
                    <a:pt x="1344" y="570"/>
                    <a:pt x="1352" y="570"/>
                    <a:pt x="1360" y="570"/>
                  </a:cubicBezTo>
                  <a:cubicBezTo>
                    <a:pt x="1660" y="570"/>
                    <a:pt x="1660" y="0"/>
                    <a:pt x="13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50">
              <a:extLst>
                <a:ext uri="{FF2B5EF4-FFF2-40B4-BE49-F238E27FC236}">
                  <a16:creationId xmlns:a16="http://schemas.microsoft.com/office/drawing/2014/main" id="{5D67FC87-AF7B-DA16-98C0-8BD043D891D8}"/>
                </a:ext>
              </a:extLst>
            </p:cNvPr>
            <p:cNvSpPr/>
            <p:nvPr/>
          </p:nvSpPr>
          <p:spPr>
            <a:xfrm>
              <a:off x="3079875" y="2278600"/>
              <a:ext cx="41725" cy="13500"/>
            </a:xfrm>
            <a:custGeom>
              <a:avLst/>
              <a:gdLst/>
              <a:ahLst/>
              <a:cxnLst/>
              <a:rect l="l" t="t" r="r" b="b"/>
              <a:pathLst>
                <a:path w="1669" h="540" extrusionOk="0">
                  <a:moveTo>
                    <a:pt x="1419" y="1"/>
                  </a:moveTo>
                  <a:cubicBezTo>
                    <a:pt x="1402" y="1"/>
                    <a:pt x="1385" y="3"/>
                    <a:pt x="1368" y="6"/>
                  </a:cubicBezTo>
                  <a:lnTo>
                    <a:pt x="367" y="6"/>
                  </a:lnTo>
                  <a:cubicBezTo>
                    <a:pt x="0" y="6"/>
                    <a:pt x="0" y="540"/>
                    <a:pt x="367" y="540"/>
                  </a:cubicBezTo>
                  <a:lnTo>
                    <a:pt x="1368" y="540"/>
                  </a:lnTo>
                  <a:cubicBezTo>
                    <a:pt x="1535" y="540"/>
                    <a:pt x="1668" y="406"/>
                    <a:pt x="1668" y="273"/>
                  </a:cubicBezTo>
                  <a:cubicBezTo>
                    <a:pt x="1668" y="124"/>
                    <a:pt x="1561" y="1"/>
                    <a:pt x="14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50">
              <a:extLst>
                <a:ext uri="{FF2B5EF4-FFF2-40B4-BE49-F238E27FC236}">
                  <a16:creationId xmlns:a16="http://schemas.microsoft.com/office/drawing/2014/main" id="{AD298600-8602-0365-0B10-44B16E46ECDB}"/>
                </a:ext>
              </a:extLst>
            </p:cNvPr>
            <p:cNvSpPr/>
            <p:nvPr/>
          </p:nvSpPr>
          <p:spPr>
            <a:xfrm>
              <a:off x="2924750" y="2199525"/>
              <a:ext cx="37550" cy="35050"/>
            </a:xfrm>
            <a:custGeom>
              <a:avLst/>
              <a:gdLst/>
              <a:ahLst/>
              <a:cxnLst/>
              <a:rect l="l" t="t" r="r" b="b"/>
              <a:pathLst>
                <a:path w="1502" h="1402" extrusionOk="0">
                  <a:moveTo>
                    <a:pt x="322" y="0"/>
                  </a:moveTo>
                  <a:cubicBezTo>
                    <a:pt x="251" y="0"/>
                    <a:pt x="184" y="34"/>
                    <a:pt x="134" y="100"/>
                  </a:cubicBezTo>
                  <a:cubicBezTo>
                    <a:pt x="1" y="200"/>
                    <a:pt x="1" y="400"/>
                    <a:pt x="134" y="501"/>
                  </a:cubicBezTo>
                  <a:lnTo>
                    <a:pt x="935" y="1301"/>
                  </a:lnTo>
                  <a:cubicBezTo>
                    <a:pt x="1002" y="1368"/>
                    <a:pt x="1068" y="1401"/>
                    <a:pt x="1135" y="1401"/>
                  </a:cubicBezTo>
                  <a:lnTo>
                    <a:pt x="1135" y="1368"/>
                  </a:lnTo>
                  <a:cubicBezTo>
                    <a:pt x="1369" y="1368"/>
                    <a:pt x="1502" y="1068"/>
                    <a:pt x="1335" y="901"/>
                  </a:cubicBezTo>
                  <a:lnTo>
                    <a:pt x="535" y="100"/>
                  </a:lnTo>
                  <a:cubicBezTo>
                    <a:pt x="468" y="34"/>
                    <a:pt x="393" y="0"/>
                    <a:pt x="3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50">
              <a:extLst>
                <a:ext uri="{FF2B5EF4-FFF2-40B4-BE49-F238E27FC236}">
                  <a16:creationId xmlns:a16="http://schemas.microsoft.com/office/drawing/2014/main" id="{09A93843-647B-3CE5-6067-AAB1914724EF}"/>
                </a:ext>
              </a:extLst>
            </p:cNvPr>
            <p:cNvSpPr/>
            <p:nvPr/>
          </p:nvSpPr>
          <p:spPr>
            <a:xfrm>
              <a:off x="3066525" y="2199825"/>
              <a:ext cx="37675" cy="34750"/>
            </a:xfrm>
            <a:custGeom>
              <a:avLst/>
              <a:gdLst/>
              <a:ahLst/>
              <a:cxnLst/>
              <a:rect l="l" t="t" r="r" b="b"/>
              <a:pathLst>
                <a:path w="1507" h="1390" extrusionOk="0">
                  <a:moveTo>
                    <a:pt x="1099" y="0"/>
                  </a:moveTo>
                  <a:cubicBezTo>
                    <a:pt x="1032" y="0"/>
                    <a:pt x="963" y="26"/>
                    <a:pt x="901" y="88"/>
                  </a:cubicBezTo>
                  <a:lnTo>
                    <a:pt x="101" y="922"/>
                  </a:lnTo>
                  <a:cubicBezTo>
                    <a:pt x="1" y="1022"/>
                    <a:pt x="1" y="1189"/>
                    <a:pt x="101" y="1289"/>
                  </a:cubicBezTo>
                  <a:cubicBezTo>
                    <a:pt x="167" y="1356"/>
                    <a:pt x="234" y="1389"/>
                    <a:pt x="301" y="1389"/>
                  </a:cubicBezTo>
                  <a:cubicBezTo>
                    <a:pt x="368" y="1389"/>
                    <a:pt x="434" y="1356"/>
                    <a:pt x="501" y="1289"/>
                  </a:cubicBezTo>
                  <a:lnTo>
                    <a:pt x="1302" y="489"/>
                  </a:lnTo>
                  <a:cubicBezTo>
                    <a:pt x="1506" y="284"/>
                    <a:pt x="1318" y="0"/>
                    <a:pt x="10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50">
              <a:extLst>
                <a:ext uri="{FF2B5EF4-FFF2-40B4-BE49-F238E27FC236}">
                  <a16:creationId xmlns:a16="http://schemas.microsoft.com/office/drawing/2014/main" id="{5906AF88-FF8B-8A02-15FF-1245E70505F5}"/>
                </a:ext>
              </a:extLst>
            </p:cNvPr>
            <p:cNvSpPr/>
            <p:nvPr/>
          </p:nvSpPr>
          <p:spPr>
            <a:xfrm>
              <a:off x="3042350" y="1817625"/>
              <a:ext cx="344175" cy="294350"/>
            </a:xfrm>
            <a:custGeom>
              <a:avLst/>
              <a:gdLst/>
              <a:ahLst/>
              <a:cxnLst/>
              <a:rect l="l" t="t" r="r" b="b"/>
              <a:pathLst>
                <a:path w="13767" h="11774" extrusionOk="0">
                  <a:moveTo>
                    <a:pt x="7819" y="1"/>
                  </a:moveTo>
                  <a:cubicBezTo>
                    <a:pt x="6389" y="1"/>
                    <a:pt x="4931" y="526"/>
                    <a:pt x="3736" y="1700"/>
                  </a:cubicBezTo>
                  <a:cubicBezTo>
                    <a:pt x="0" y="5369"/>
                    <a:pt x="2569" y="11740"/>
                    <a:pt x="7806" y="11774"/>
                  </a:cubicBezTo>
                  <a:cubicBezTo>
                    <a:pt x="7827" y="11774"/>
                    <a:pt x="7847" y="11774"/>
                    <a:pt x="7868" y="11774"/>
                  </a:cubicBezTo>
                  <a:cubicBezTo>
                    <a:pt x="11108" y="11774"/>
                    <a:pt x="13710" y="9184"/>
                    <a:pt x="13743" y="5936"/>
                  </a:cubicBezTo>
                  <a:cubicBezTo>
                    <a:pt x="13766" y="2374"/>
                    <a:pt x="10857" y="1"/>
                    <a:pt x="7819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50">
              <a:extLst>
                <a:ext uri="{FF2B5EF4-FFF2-40B4-BE49-F238E27FC236}">
                  <a16:creationId xmlns:a16="http://schemas.microsoft.com/office/drawing/2014/main" id="{2E2AC903-1CC6-9D15-BD46-425028565D19}"/>
                </a:ext>
              </a:extLst>
            </p:cNvPr>
            <p:cNvSpPr/>
            <p:nvPr/>
          </p:nvSpPr>
          <p:spPr>
            <a:xfrm>
              <a:off x="3126575" y="1886775"/>
              <a:ext cx="224350" cy="161000"/>
            </a:xfrm>
            <a:custGeom>
              <a:avLst/>
              <a:gdLst/>
              <a:ahLst/>
              <a:cxnLst/>
              <a:rect l="l" t="t" r="r" b="b"/>
              <a:pathLst>
                <a:path w="8974" h="6440" extrusionOk="0">
                  <a:moveTo>
                    <a:pt x="3475" y="0"/>
                  </a:moveTo>
                  <a:cubicBezTo>
                    <a:pt x="3401" y="0"/>
                    <a:pt x="3321" y="21"/>
                    <a:pt x="3236" y="68"/>
                  </a:cubicBezTo>
                  <a:cubicBezTo>
                    <a:pt x="0" y="1502"/>
                    <a:pt x="934" y="6339"/>
                    <a:pt x="4470" y="6439"/>
                  </a:cubicBezTo>
                  <a:cubicBezTo>
                    <a:pt x="7873" y="6372"/>
                    <a:pt x="8973" y="1836"/>
                    <a:pt x="6005" y="201"/>
                  </a:cubicBezTo>
                  <a:cubicBezTo>
                    <a:pt x="5940" y="177"/>
                    <a:pt x="5878" y="166"/>
                    <a:pt x="5820" y="166"/>
                  </a:cubicBezTo>
                  <a:cubicBezTo>
                    <a:pt x="5401" y="166"/>
                    <a:pt x="5190" y="742"/>
                    <a:pt x="5571" y="1035"/>
                  </a:cubicBezTo>
                  <a:cubicBezTo>
                    <a:pt x="7797" y="2148"/>
                    <a:pt x="6971" y="5509"/>
                    <a:pt x="4545" y="5509"/>
                  </a:cubicBezTo>
                  <a:cubicBezTo>
                    <a:pt x="4498" y="5509"/>
                    <a:pt x="4451" y="5508"/>
                    <a:pt x="4403" y="5505"/>
                  </a:cubicBezTo>
                  <a:cubicBezTo>
                    <a:pt x="1835" y="5405"/>
                    <a:pt x="1235" y="1903"/>
                    <a:pt x="3603" y="935"/>
                  </a:cubicBezTo>
                  <a:cubicBezTo>
                    <a:pt x="4147" y="763"/>
                    <a:pt x="3929" y="0"/>
                    <a:pt x="34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50">
              <a:extLst>
                <a:ext uri="{FF2B5EF4-FFF2-40B4-BE49-F238E27FC236}">
                  <a16:creationId xmlns:a16="http://schemas.microsoft.com/office/drawing/2014/main" id="{E49544A4-0D21-4D99-A0C8-34622E304842}"/>
                </a:ext>
              </a:extLst>
            </p:cNvPr>
            <p:cNvSpPr/>
            <p:nvPr/>
          </p:nvSpPr>
          <p:spPr>
            <a:xfrm>
              <a:off x="3227475" y="1856575"/>
              <a:ext cx="23800" cy="94450"/>
            </a:xfrm>
            <a:custGeom>
              <a:avLst/>
              <a:gdLst/>
              <a:ahLst/>
              <a:cxnLst/>
              <a:rect l="l" t="t" r="r" b="b"/>
              <a:pathLst>
                <a:path w="952" h="3778" extrusionOk="0">
                  <a:moveTo>
                    <a:pt x="480" y="0"/>
                  </a:moveTo>
                  <a:cubicBezTo>
                    <a:pt x="242" y="0"/>
                    <a:pt x="1" y="158"/>
                    <a:pt x="1" y="475"/>
                  </a:cubicBezTo>
                  <a:lnTo>
                    <a:pt x="1" y="3311"/>
                  </a:lnTo>
                  <a:cubicBezTo>
                    <a:pt x="1" y="3578"/>
                    <a:pt x="201" y="3778"/>
                    <a:pt x="468" y="3778"/>
                  </a:cubicBezTo>
                  <a:cubicBezTo>
                    <a:pt x="734" y="3778"/>
                    <a:pt x="935" y="3544"/>
                    <a:pt x="935" y="3311"/>
                  </a:cubicBezTo>
                  <a:lnTo>
                    <a:pt x="935" y="475"/>
                  </a:lnTo>
                  <a:cubicBezTo>
                    <a:pt x="951" y="158"/>
                    <a:pt x="718" y="0"/>
                    <a:pt x="48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50">
              <a:extLst>
                <a:ext uri="{FF2B5EF4-FFF2-40B4-BE49-F238E27FC236}">
                  <a16:creationId xmlns:a16="http://schemas.microsoft.com/office/drawing/2014/main" id="{BEBAF083-DF96-029E-B4D3-E0662E134191}"/>
                </a:ext>
              </a:extLst>
            </p:cNvPr>
            <p:cNvSpPr/>
            <p:nvPr/>
          </p:nvSpPr>
          <p:spPr>
            <a:xfrm>
              <a:off x="3099875" y="2864700"/>
              <a:ext cx="336100" cy="294525"/>
            </a:xfrm>
            <a:custGeom>
              <a:avLst/>
              <a:gdLst/>
              <a:ahLst/>
              <a:cxnLst/>
              <a:rect l="l" t="t" r="r" b="b"/>
              <a:pathLst>
                <a:path w="13444" h="11781" extrusionOk="0">
                  <a:moveTo>
                    <a:pt x="6692" y="0"/>
                  </a:moveTo>
                  <a:cubicBezTo>
                    <a:pt x="5807" y="0"/>
                    <a:pt x="4911" y="197"/>
                    <a:pt x="4070" y="613"/>
                  </a:cubicBezTo>
                  <a:cubicBezTo>
                    <a:pt x="1168" y="2080"/>
                    <a:pt x="1" y="5616"/>
                    <a:pt x="1435" y="8518"/>
                  </a:cubicBezTo>
                  <a:cubicBezTo>
                    <a:pt x="2477" y="10578"/>
                    <a:pt x="4560" y="11781"/>
                    <a:pt x="6720" y="11781"/>
                  </a:cubicBezTo>
                  <a:cubicBezTo>
                    <a:pt x="7603" y="11781"/>
                    <a:pt x="8499" y="11580"/>
                    <a:pt x="9341" y="11154"/>
                  </a:cubicBezTo>
                  <a:cubicBezTo>
                    <a:pt x="12243" y="9719"/>
                    <a:pt x="13444" y="6150"/>
                    <a:pt x="11976" y="3248"/>
                  </a:cubicBezTo>
                  <a:cubicBezTo>
                    <a:pt x="10957" y="1186"/>
                    <a:pt x="8861" y="0"/>
                    <a:pt x="669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50">
              <a:extLst>
                <a:ext uri="{FF2B5EF4-FFF2-40B4-BE49-F238E27FC236}">
                  <a16:creationId xmlns:a16="http://schemas.microsoft.com/office/drawing/2014/main" id="{DEC630D9-7C3C-2338-476A-9671ACA7F5E2}"/>
                </a:ext>
              </a:extLst>
            </p:cNvPr>
            <p:cNvSpPr/>
            <p:nvPr/>
          </p:nvSpPr>
          <p:spPr>
            <a:xfrm>
              <a:off x="3186625" y="2904200"/>
              <a:ext cx="145125" cy="184300"/>
            </a:xfrm>
            <a:custGeom>
              <a:avLst/>
              <a:gdLst/>
              <a:ahLst/>
              <a:cxnLst/>
              <a:rect l="l" t="t" r="r" b="b"/>
              <a:pathLst>
                <a:path w="5805" h="7372" extrusionOk="0">
                  <a:moveTo>
                    <a:pt x="5170" y="3269"/>
                  </a:moveTo>
                  <a:cubicBezTo>
                    <a:pt x="5204" y="3269"/>
                    <a:pt x="5237" y="3302"/>
                    <a:pt x="5237" y="3336"/>
                  </a:cubicBezTo>
                  <a:lnTo>
                    <a:pt x="5237" y="6738"/>
                  </a:lnTo>
                  <a:cubicBezTo>
                    <a:pt x="5237" y="6805"/>
                    <a:pt x="5204" y="6838"/>
                    <a:pt x="5170" y="6838"/>
                  </a:cubicBezTo>
                  <a:lnTo>
                    <a:pt x="1768" y="6838"/>
                  </a:lnTo>
                  <a:cubicBezTo>
                    <a:pt x="1735" y="6838"/>
                    <a:pt x="1701" y="6805"/>
                    <a:pt x="1701" y="6738"/>
                  </a:cubicBezTo>
                  <a:lnTo>
                    <a:pt x="1701" y="3336"/>
                  </a:lnTo>
                  <a:cubicBezTo>
                    <a:pt x="1701" y="3302"/>
                    <a:pt x="1735" y="3269"/>
                    <a:pt x="1768" y="3269"/>
                  </a:cubicBezTo>
                  <a:close/>
                  <a:moveTo>
                    <a:pt x="1568" y="0"/>
                  </a:moveTo>
                  <a:cubicBezTo>
                    <a:pt x="701" y="0"/>
                    <a:pt x="0" y="701"/>
                    <a:pt x="0" y="1568"/>
                  </a:cubicBezTo>
                  <a:lnTo>
                    <a:pt x="0" y="3002"/>
                  </a:lnTo>
                  <a:cubicBezTo>
                    <a:pt x="0" y="3186"/>
                    <a:pt x="142" y="3277"/>
                    <a:pt x="284" y="3277"/>
                  </a:cubicBezTo>
                  <a:cubicBezTo>
                    <a:pt x="425" y="3277"/>
                    <a:pt x="567" y="3186"/>
                    <a:pt x="567" y="3002"/>
                  </a:cubicBezTo>
                  <a:lnTo>
                    <a:pt x="567" y="1568"/>
                  </a:lnTo>
                  <a:cubicBezTo>
                    <a:pt x="567" y="1001"/>
                    <a:pt x="1001" y="567"/>
                    <a:pt x="1568" y="567"/>
                  </a:cubicBezTo>
                  <a:lnTo>
                    <a:pt x="1668" y="567"/>
                  </a:lnTo>
                  <a:cubicBezTo>
                    <a:pt x="2202" y="567"/>
                    <a:pt x="2669" y="1034"/>
                    <a:pt x="2669" y="1568"/>
                  </a:cubicBezTo>
                  <a:lnTo>
                    <a:pt x="2669" y="2702"/>
                  </a:lnTo>
                  <a:lnTo>
                    <a:pt x="1768" y="2702"/>
                  </a:lnTo>
                  <a:cubicBezTo>
                    <a:pt x="1434" y="2702"/>
                    <a:pt x="1134" y="3002"/>
                    <a:pt x="1134" y="3336"/>
                  </a:cubicBezTo>
                  <a:lnTo>
                    <a:pt x="1134" y="6738"/>
                  </a:lnTo>
                  <a:cubicBezTo>
                    <a:pt x="1134" y="7105"/>
                    <a:pt x="1434" y="7372"/>
                    <a:pt x="1768" y="7372"/>
                  </a:cubicBezTo>
                  <a:lnTo>
                    <a:pt x="5170" y="7372"/>
                  </a:lnTo>
                  <a:cubicBezTo>
                    <a:pt x="5537" y="7372"/>
                    <a:pt x="5804" y="7105"/>
                    <a:pt x="5804" y="6738"/>
                  </a:cubicBezTo>
                  <a:lnTo>
                    <a:pt x="5804" y="3336"/>
                  </a:lnTo>
                  <a:cubicBezTo>
                    <a:pt x="5804" y="3002"/>
                    <a:pt x="5537" y="2702"/>
                    <a:pt x="5170" y="2702"/>
                  </a:cubicBezTo>
                  <a:lnTo>
                    <a:pt x="3236" y="2702"/>
                  </a:lnTo>
                  <a:lnTo>
                    <a:pt x="3236" y="1601"/>
                  </a:lnTo>
                  <a:cubicBezTo>
                    <a:pt x="3236" y="734"/>
                    <a:pt x="2535" y="0"/>
                    <a:pt x="16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50">
              <a:extLst>
                <a:ext uri="{FF2B5EF4-FFF2-40B4-BE49-F238E27FC236}">
                  <a16:creationId xmlns:a16="http://schemas.microsoft.com/office/drawing/2014/main" id="{A8849C7E-744A-9FF7-969D-D299D0FF51A6}"/>
                </a:ext>
              </a:extLst>
            </p:cNvPr>
            <p:cNvSpPr/>
            <p:nvPr/>
          </p:nvSpPr>
          <p:spPr>
            <a:xfrm>
              <a:off x="3257500" y="3010100"/>
              <a:ext cx="32550" cy="42550"/>
            </a:xfrm>
            <a:custGeom>
              <a:avLst/>
              <a:gdLst/>
              <a:ahLst/>
              <a:cxnLst/>
              <a:rect l="l" t="t" r="r" b="b"/>
              <a:pathLst>
                <a:path w="1302" h="1702" extrusionOk="0">
                  <a:moveTo>
                    <a:pt x="634" y="0"/>
                  </a:moveTo>
                  <a:cubicBezTo>
                    <a:pt x="134" y="0"/>
                    <a:pt x="0" y="701"/>
                    <a:pt x="467" y="901"/>
                  </a:cubicBezTo>
                  <a:lnTo>
                    <a:pt x="467" y="1702"/>
                  </a:lnTo>
                  <a:lnTo>
                    <a:pt x="834" y="1702"/>
                  </a:lnTo>
                  <a:lnTo>
                    <a:pt x="834" y="934"/>
                  </a:lnTo>
                  <a:cubicBezTo>
                    <a:pt x="1301" y="701"/>
                    <a:pt x="1168" y="0"/>
                    <a:pt x="6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50">
              <a:extLst>
                <a:ext uri="{FF2B5EF4-FFF2-40B4-BE49-F238E27FC236}">
                  <a16:creationId xmlns:a16="http://schemas.microsoft.com/office/drawing/2014/main" id="{3AD860B2-90B7-A0A7-6B3C-6C1427029D75}"/>
                </a:ext>
              </a:extLst>
            </p:cNvPr>
            <p:cNvSpPr/>
            <p:nvPr/>
          </p:nvSpPr>
          <p:spPr>
            <a:xfrm>
              <a:off x="2843025" y="2539250"/>
              <a:ext cx="330275" cy="294500"/>
            </a:xfrm>
            <a:custGeom>
              <a:avLst/>
              <a:gdLst/>
              <a:ahLst/>
              <a:cxnLst/>
              <a:rect l="l" t="t" r="r" b="b"/>
              <a:pathLst>
                <a:path w="13211" h="11780" extrusionOk="0">
                  <a:moveTo>
                    <a:pt x="6617" y="1"/>
                  </a:moveTo>
                  <a:cubicBezTo>
                    <a:pt x="6017" y="1"/>
                    <a:pt x="5407" y="93"/>
                    <a:pt x="4804" y="288"/>
                  </a:cubicBezTo>
                  <a:cubicBezTo>
                    <a:pt x="1702" y="1255"/>
                    <a:pt x="1" y="4591"/>
                    <a:pt x="1002" y="7693"/>
                  </a:cubicBezTo>
                  <a:cubicBezTo>
                    <a:pt x="1810" y="10171"/>
                    <a:pt x="4119" y="11780"/>
                    <a:pt x="6612" y="11780"/>
                  </a:cubicBezTo>
                  <a:cubicBezTo>
                    <a:pt x="7206" y="11780"/>
                    <a:pt x="7810" y="11688"/>
                    <a:pt x="8407" y="11496"/>
                  </a:cubicBezTo>
                  <a:cubicBezTo>
                    <a:pt x="11509" y="10495"/>
                    <a:pt x="13210" y="7193"/>
                    <a:pt x="12210" y="4090"/>
                  </a:cubicBezTo>
                  <a:cubicBezTo>
                    <a:pt x="11403" y="1591"/>
                    <a:pt x="9103" y="1"/>
                    <a:pt x="6617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50">
              <a:extLst>
                <a:ext uri="{FF2B5EF4-FFF2-40B4-BE49-F238E27FC236}">
                  <a16:creationId xmlns:a16="http://schemas.microsoft.com/office/drawing/2014/main" id="{BA826C20-92F4-6431-8D81-0D3D5C87C3EB}"/>
                </a:ext>
              </a:extLst>
            </p:cNvPr>
            <p:cNvSpPr/>
            <p:nvPr/>
          </p:nvSpPr>
          <p:spPr>
            <a:xfrm>
              <a:off x="2927525" y="2583125"/>
              <a:ext cx="139850" cy="198500"/>
            </a:xfrm>
            <a:custGeom>
              <a:avLst/>
              <a:gdLst/>
              <a:ahLst/>
              <a:cxnLst/>
              <a:rect l="l" t="t" r="r" b="b"/>
              <a:pathLst>
                <a:path w="5594" h="7940" extrusionOk="0">
                  <a:moveTo>
                    <a:pt x="2825" y="634"/>
                  </a:moveTo>
                  <a:cubicBezTo>
                    <a:pt x="3092" y="634"/>
                    <a:pt x="3326" y="868"/>
                    <a:pt x="3326" y="1135"/>
                  </a:cubicBezTo>
                  <a:lnTo>
                    <a:pt x="3292" y="4570"/>
                  </a:lnTo>
                  <a:lnTo>
                    <a:pt x="3459" y="4670"/>
                  </a:lnTo>
                  <a:cubicBezTo>
                    <a:pt x="4727" y="5371"/>
                    <a:pt x="4193" y="7272"/>
                    <a:pt x="2759" y="7272"/>
                  </a:cubicBezTo>
                  <a:cubicBezTo>
                    <a:pt x="1991" y="7239"/>
                    <a:pt x="1391" y="6605"/>
                    <a:pt x="1391" y="5871"/>
                  </a:cubicBezTo>
                  <a:cubicBezTo>
                    <a:pt x="1391" y="5371"/>
                    <a:pt x="1658" y="4904"/>
                    <a:pt x="2091" y="4670"/>
                  </a:cubicBezTo>
                  <a:lnTo>
                    <a:pt x="2258" y="4570"/>
                  </a:lnTo>
                  <a:lnTo>
                    <a:pt x="2325" y="1135"/>
                  </a:lnTo>
                  <a:cubicBezTo>
                    <a:pt x="2325" y="868"/>
                    <a:pt x="2558" y="634"/>
                    <a:pt x="2825" y="634"/>
                  </a:cubicBezTo>
                  <a:close/>
                  <a:moveTo>
                    <a:pt x="2815" y="0"/>
                  </a:moveTo>
                  <a:cubicBezTo>
                    <a:pt x="2246" y="0"/>
                    <a:pt x="1674" y="376"/>
                    <a:pt x="1658" y="1135"/>
                  </a:cubicBezTo>
                  <a:lnTo>
                    <a:pt x="1658" y="1368"/>
                  </a:lnTo>
                  <a:lnTo>
                    <a:pt x="957" y="1368"/>
                  </a:lnTo>
                  <a:cubicBezTo>
                    <a:pt x="791" y="1368"/>
                    <a:pt x="657" y="1502"/>
                    <a:pt x="624" y="1702"/>
                  </a:cubicBezTo>
                  <a:cubicBezTo>
                    <a:pt x="624" y="1868"/>
                    <a:pt x="791" y="2002"/>
                    <a:pt x="957" y="2035"/>
                  </a:cubicBezTo>
                  <a:lnTo>
                    <a:pt x="1658" y="2035"/>
                  </a:lnTo>
                  <a:lnTo>
                    <a:pt x="1658" y="2502"/>
                  </a:lnTo>
                  <a:lnTo>
                    <a:pt x="957" y="2502"/>
                  </a:lnTo>
                  <a:cubicBezTo>
                    <a:pt x="791" y="2502"/>
                    <a:pt x="624" y="2636"/>
                    <a:pt x="624" y="2802"/>
                  </a:cubicBezTo>
                  <a:cubicBezTo>
                    <a:pt x="624" y="3003"/>
                    <a:pt x="757" y="3136"/>
                    <a:pt x="957" y="3136"/>
                  </a:cubicBezTo>
                  <a:lnTo>
                    <a:pt x="1658" y="3136"/>
                  </a:lnTo>
                  <a:lnTo>
                    <a:pt x="1658" y="3603"/>
                  </a:lnTo>
                  <a:lnTo>
                    <a:pt x="957" y="3603"/>
                  </a:lnTo>
                  <a:cubicBezTo>
                    <a:pt x="557" y="3670"/>
                    <a:pt x="557" y="4237"/>
                    <a:pt x="957" y="4270"/>
                  </a:cubicBezTo>
                  <a:lnTo>
                    <a:pt x="1591" y="4270"/>
                  </a:lnTo>
                  <a:cubicBezTo>
                    <a:pt x="0" y="5430"/>
                    <a:pt x="846" y="7940"/>
                    <a:pt x="2787" y="7940"/>
                  </a:cubicBezTo>
                  <a:cubicBezTo>
                    <a:pt x="2800" y="7940"/>
                    <a:pt x="2812" y="7940"/>
                    <a:pt x="2825" y="7939"/>
                  </a:cubicBezTo>
                  <a:cubicBezTo>
                    <a:pt x="4827" y="7906"/>
                    <a:pt x="5594" y="5338"/>
                    <a:pt x="3959" y="4203"/>
                  </a:cubicBezTo>
                  <a:lnTo>
                    <a:pt x="3926" y="4203"/>
                  </a:lnTo>
                  <a:lnTo>
                    <a:pt x="3959" y="1168"/>
                  </a:lnTo>
                  <a:cubicBezTo>
                    <a:pt x="3976" y="392"/>
                    <a:pt x="3397" y="0"/>
                    <a:pt x="2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50">
              <a:extLst>
                <a:ext uri="{FF2B5EF4-FFF2-40B4-BE49-F238E27FC236}">
                  <a16:creationId xmlns:a16="http://schemas.microsoft.com/office/drawing/2014/main" id="{B6AF4094-4FC0-DEF6-36FD-B0AEB4455AC0}"/>
                </a:ext>
              </a:extLst>
            </p:cNvPr>
            <p:cNvSpPr/>
            <p:nvPr/>
          </p:nvSpPr>
          <p:spPr>
            <a:xfrm>
              <a:off x="3028400" y="2603125"/>
              <a:ext cx="75675" cy="64200"/>
            </a:xfrm>
            <a:custGeom>
              <a:avLst/>
              <a:gdLst/>
              <a:ahLst/>
              <a:cxnLst/>
              <a:rect l="l" t="t" r="r" b="b"/>
              <a:pathLst>
                <a:path w="3027" h="2568" extrusionOk="0">
                  <a:moveTo>
                    <a:pt x="1701" y="626"/>
                  </a:moveTo>
                  <a:cubicBezTo>
                    <a:pt x="2051" y="626"/>
                    <a:pt x="2383" y="907"/>
                    <a:pt x="2360" y="1302"/>
                  </a:cubicBezTo>
                  <a:cubicBezTo>
                    <a:pt x="2360" y="1636"/>
                    <a:pt x="2059" y="1936"/>
                    <a:pt x="1726" y="1936"/>
                  </a:cubicBezTo>
                  <a:cubicBezTo>
                    <a:pt x="1125" y="1936"/>
                    <a:pt x="858" y="1202"/>
                    <a:pt x="1259" y="802"/>
                  </a:cubicBezTo>
                  <a:cubicBezTo>
                    <a:pt x="1391" y="680"/>
                    <a:pt x="1547" y="626"/>
                    <a:pt x="1701" y="626"/>
                  </a:cubicBezTo>
                  <a:close/>
                  <a:moveTo>
                    <a:pt x="1686" y="0"/>
                  </a:moveTo>
                  <a:cubicBezTo>
                    <a:pt x="578" y="0"/>
                    <a:pt x="1" y="1378"/>
                    <a:pt x="792" y="2169"/>
                  </a:cubicBezTo>
                  <a:cubicBezTo>
                    <a:pt x="1056" y="2445"/>
                    <a:pt x="1386" y="2567"/>
                    <a:pt x="1710" y="2567"/>
                  </a:cubicBezTo>
                  <a:cubicBezTo>
                    <a:pt x="2368" y="2567"/>
                    <a:pt x="3004" y="2062"/>
                    <a:pt x="3027" y="1302"/>
                  </a:cubicBezTo>
                  <a:cubicBezTo>
                    <a:pt x="3027" y="601"/>
                    <a:pt x="2460" y="1"/>
                    <a:pt x="1726" y="1"/>
                  </a:cubicBezTo>
                  <a:cubicBezTo>
                    <a:pt x="1712" y="1"/>
                    <a:pt x="1699" y="0"/>
                    <a:pt x="16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50">
              <a:extLst>
                <a:ext uri="{FF2B5EF4-FFF2-40B4-BE49-F238E27FC236}">
                  <a16:creationId xmlns:a16="http://schemas.microsoft.com/office/drawing/2014/main" id="{65872FB8-A65C-8D3F-5D5F-E39AD54B2063}"/>
                </a:ext>
              </a:extLst>
            </p:cNvPr>
            <p:cNvSpPr/>
            <p:nvPr/>
          </p:nvSpPr>
          <p:spPr>
            <a:xfrm>
              <a:off x="3493500" y="1683775"/>
              <a:ext cx="326925" cy="294375"/>
            </a:xfrm>
            <a:custGeom>
              <a:avLst/>
              <a:gdLst/>
              <a:ahLst/>
              <a:cxnLst/>
              <a:rect l="l" t="t" r="r" b="b"/>
              <a:pathLst>
                <a:path w="13077" h="11775" extrusionOk="0">
                  <a:moveTo>
                    <a:pt x="6562" y="1"/>
                  </a:moveTo>
                  <a:cubicBezTo>
                    <a:pt x="3975" y="1"/>
                    <a:pt x="1590" y="1709"/>
                    <a:pt x="868" y="4318"/>
                  </a:cubicBezTo>
                  <a:cubicBezTo>
                    <a:pt x="0" y="7421"/>
                    <a:pt x="1802" y="10690"/>
                    <a:pt x="4937" y="11557"/>
                  </a:cubicBezTo>
                  <a:cubicBezTo>
                    <a:pt x="5469" y="11704"/>
                    <a:pt x="6004" y="11775"/>
                    <a:pt x="6530" y="11775"/>
                  </a:cubicBezTo>
                  <a:cubicBezTo>
                    <a:pt x="9104" y="11775"/>
                    <a:pt x="11461" y="10091"/>
                    <a:pt x="12209" y="7487"/>
                  </a:cubicBezTo>
                  <a:cubicBezTo>
                    <a:pt x="13076" y="4352"/>
                    <a:pt x="11242" y="1116"/>
                    <a:pt x="8140" y="216"/>
                  </a:cubicBezTo>
                  <a:cubicBezTo>
                    <a:pt x="7613" y="70"/>
                    <a:pt x="7084" y="1"/>
                    <a:pt x="65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50">
              <a:extLst>
                <a:ext uri="{FF2B5EF4-FFF2-40B4-BE49-F238E27FC236}">
                  <a16:creationId xmlns:a16="http://schemas.microsoft.com/office/drawing/2014/main" id="{B3BEFBBB-E7F2-924E-24EB-7839F256C09A}"/>
                </a:ext>
              </a:extLst>
            </p:cNvPr>
            <p:cNvSpPr/>
            <p:nvPr/>
          </p:nvSpPr>
          <p:spPr>
            <a:xfrm>
              <a:off x="3541875" y="1736675"/>
              <a:ext cx="186825" cy="161225"/>
            </a:xfrm>
            <a:custGeom>
              <a:avLst/>
              <a:gdLst/>
              <a:ahLst/>
              <a:cxnLst/>
              <a:rect l="l" t="t" r="r" b="b"/>
              <a:pathLst>
                <a:path w="7473" h="6449" extrusionOk="0">
                  <a:moveTo>
                    <a:pt x="3036" y="601"/>
                  </a:moveTo>
                  <a:lnTo>
                    <a:pt x="6805" y="635"/>
                  </a:lnTo>
                  <a:lnTo>
                    <a:pt x="6805" y="1535"/>
                  </a:lnTo>
                  <a:lnTo>
                    <a:pt x="3036" y="1502"/>
                  </a:lnTo>
                  <a:lnTo>
                    <a:pt x="3036" y="601"/>
                  </a:lnTo>
                  <a:close/>
                  <a:moveTo>
                    <a:pt x="1767" y="4304"/>
                  </a:moveTo>
                  <a:cubicBezTo>
                    <a:pt x="2160" y="4304"/>
                    <a:pt x="2526" y="4620"/>
                    <a:pt x="2502" y="5071"/>
                  </a:cubicBezTo>
                  <a:cubicBezTo>
                    <a:pt x="2471" y="5468"/>
                    <a:pt x="2107" y="5780"/>
                    <a:pt x="1713" y="5780"/>
                  </a:cubicBezTo>
                  <a:cubicBezTo>
                    <a:pt x="1676" y="5780"/>
                    <a:pt x="1639" y="5777"/>
                    <a:pt x="1601" y="5772"/>
                  </a:cubicBezTo>
                  <a:cubicBezTo>
                    <a:pt x="968" y="5638"/>
                    <a:pt x="801" y="4838"/>
                    <a:pt x="1301" y="4471"/>
                  </a:cubicBezTo>
                  <a:cubicBezTo>
                    <a:pt x="1445" y="4356"/>
                    <a:pt x="1609" y="4304"/>
                    <a:pt x="1767" y="4304"/>
                  </a:cubicBezTo>
                  <a:close/>
                  <a:moveTo>
                    <a:pt x="6127" y="4318"/>
                  </a:moveTo>
                  <a:cubicBezTo>
                    <a:pt x="6514" y="4318"/>
                    <a:pt x="6872" y="4618"/>
                    <a:pt x="6872" y="5071"/>
                  </a:cubicBezTo>
                  <a:cubicBezTo>
                    <a:pt x="6808" y="5515"/>
                    <a:pt x="6444" y="5808"/>
                    <a:pt x="6037" y="5808"/>
                  </a:cubicBezTo>
                  <a:cubicBezTo>
                    <a:pt x="6015" y="5808"/>
                    <a:pt x="5993" y="5807"/>
                    <a:pt x="5971" y="5805"/>
                  </a:cubicBezTo>
                  <a:cubicBezTo>
                    <a:pt x="5337" y="5672"/>
                    <a:pt x="5171" y="4871"/>
                    <a:pt x="5671" y="4471"/>
                  </a:cubicBezTo>
                  <a:cubicBezTo>
                    <a:pt x="5814" y="4366"/>
                    <a:pt x="5973" y="4318"/>
                    <a:pt x="6127" y="4318"/>
                  </a:cubicBezTo>
                  <a:close/>
                  <a:moveTo>
                    <a:pt x="3036" y="1"/>
                  </a:moveTo>
                  <a:cubicBezTo>
                    <a:pt x="2702" y="1"/>
                    <a:pt x="2435" y="301"/>
                    <a:pt x="2402" y="635"/>
                  </a:cubicBezTo>
                  <a:lnTo>
                    <a:pt x="2402" y="1535"/>
                  </a:lnTo>
                  <a:lnTo>
                    <a:pt x="2402" y="3937"/>
                  </a:lnTo>
                  <a:cubicBezTo>
                    <a:pt x="2168" y="3804"/>
                    <a:pt x="1902" y="3737"/>
                    <a:pt x="1601" y="3737"/>
                  </a:cubicBezTo>
                  <a:cubicBezTo>
                    <a:pt x="434" y="3870"/>
                    <a:pt x="0" y="5305"/>
                    <a:pt x="867" y="6072"/>
                  </a:cubicBezTo>
                  <a:cubicBezTo>
                    <a:pt x="1136" y="6319"/>
                    <a:pt x="1455" y="6430"/>
                    <a:pt x="1767" y="6430"/>
                  </a:cubicBezTo>
                  <a:cubicBezTo>
                    <a:pt x="2467" y="6430"/>
                    <a:pt x="3136" y="5878"/>
                    <a:pt x="3136" y="5071"/>
                  </a:cubicBezTo>
                  <a:cubicBezTo>
                    <a:pt x="3136" y="4904"/>
                    <a:pt x="3102" y="4738"/>
                    <a:pt x="3036" y="4604"/>
                  </a:cubicBezTo>
                  <a:lnTo>
                    <a:pt x="3036" y="2169"/>
                  </a:lnTo>
                  <a:lnTo>
                    <a:pt x="6738" y="2202"/>
                  </a:lnTo>
                  <a:lnTo>
                    <a:pt x="6738" y="3970"/>
                  </a:lnTo>
                  <a:cubicBezTo>
                    <a:pt x="6505" y="3837"/>
                    <a:pt x="6238" y="3770"/>
                    <a:pt x="5938" y="3770"/>
                  </a:cubicBezTo>
                  <a:cubicBezTo>
                    <a:pt x="4770" y="3904"/>
                    <a:pt x="4337" y="5338"/>
                    <a:pt x="5204" y="6105"/>
                  </a:cubicBezTo>
                  <a:cubicBezTo>
                    <a:pt x="5471" y="6342"/>
                    <a:pt x="5786" y="6448"/>
                    <a:pt x="6095" y="6448"/>
                  </a:cubicBezTo>
                  <a:cubicBezTo>
                    <a:pt x="6788" y="6448"/>
                    <a:pt x="7449" y="5912"/>
                    <a:pt x="7472" y="5105"/>
                  </a:cubicBezTo>
                  <a:cubicBezTo>
                    <a:pt x="7472" y="4938"/>
                    <a:pt x="7439" y="4771"/>
                    <a:pt x="7405" y="4604"/>
                  </a:cubicBezTo>
                  <a:lnTo>
                    <a:pt x="7405" y="902"/>
                  </a:lnTo>
                  <a:lnTo>
                    <a:pt x="7405" y="635"/>
                  </a:lnTo>
                  <a:cubicBezTo>
                    <a:pt x="7405" y="301"/>
                    <a:pt x="7105" y="1"/>
                    <a:pt x="67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50">
              <a:extLst>
                <a:ext uri="{FF2B5EF4-FFF2-40B4-BE49-F238E27FC236}">
                  <a16:creationId xmlns:a16="http://schemas.microsoft.com/office/drawing/2014/main" id="{1C90936B-96DC-337D-26AC-BB40EEFD8AF9}"/>
                </a:ext>
              </a:extLst>
            </p:cNvPr>
            <p:cNvSpPr/>
            <p:nvPr/>
          </p:nvSpPr>
          <p:spPr>
            <a:xfrm>
              <a:off x="4416650" y="2388825"/>
              <a:ext cx="294400" cy="911500"/>
            </a:xfrm>
            <a:custGeom>
              <a:avLst/>
              <a:gdLst/>
              <a:ahLst/>
              <a:cxnLst/>
              <a:rect l="l" t="t" r="r" b="b"/>
              <a:pathLst>
                <a:path w="11776" h="36460" extrusionOk="0">
                  <a:moveTo>
                    <a:pt x="1102" y="0"/>
                  </a:moveTo>
                  <a:lnTo>
                    <a:pt x="1" y="15111"/>
                  </a:lnTo>
                  <a:lnTo>
                    <a:pt x="1669" y="17446"/>
                  </a:lnTo>
                  <a:lnTo>
                    <a:pt x="4671" y="24685"/>
                  </a:lnTo>
                  <a:lnTo>
                    <a:pt x="2336" y="34458"/>
                  </a:lnTo>
                  <a:lnTo>
                    <a:pt x="4437" y="36460"/>
                  </a:lnTo>
                  <a:cubicBezTo>
                    <a:pt x="4437" y="36460"/>
                    <a:pt x="11776" y="24451"/>
                    <a:pt x="11542" y="23117"/>
                  </a:cubicBezTo>
                  <a:cubicBezTo>
                    <a:pt x="11342" y="21783"/>
                    <a:pt x="4671" y="4670"/>
                    <a:pt x="3904" y="2769"/>
                  </a:cubicBezTo>
                  <a:cubicBezTo>
                    <a:pt x="3103" y="868"/>
                    <a:pt x="1102" y="0"/>
                    <a:pt x="110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0">
              <a:extLst>
                <a:ext uri="{FF2B5EF4-FFF2-40B4-BE49-F238E27FC236}">
                  <a16:creationId xmlns:a16="http://schemas.microsoft.com/office/drawing/2014/main" id="{2471F450-6D02-743C-BA3A-D56E4B4EF655}"/>
                </a:ext>
              </a:extLst>
            </p:cNvPr>
            <p:cNvSpPr/>
            <p:nvPr/>
          </p:nvSpPr>
          <p:spPr>
            <a:xfrm>
              <a:off x="4416650" y="2388825"/>
              <a:ext cx="294400" cy="911500"/>
            </a:xfrm>
            <a:custGeom>
              <a:avLst/>
              <a:gdLst/>
              <a:ahLst/>
              <a:cxnLst/>
              <a:rect l="l" t="t" r="r" b="b"/>
              <a:pathLst>
                <a:path w="11776" h="36460" fill="none" extrusionOk="0">
                  <a:moveTo>
                    <a:pt x="1102" y="0"/>
                  </a:moveTo>
                  <a:cubicBezTo>
                    <a:pt x="1102" y="0"/>
                    <a:pt x="3103" y="868"/>
                    <a:pt x="3904" y="2769"/>
                  </a:cubicBezTo>
                  <a:cubicBezTo>
                    <a:pt x="4671" y="4670"/>
                    <a:pt x="11342" y="21783"/>
                    <a:pt x="11542" y="23117"/>
                  </a:cubicBezTo>
                  <a:cubicBezTo>
                    <a:pt x="11776" y="24451"/>
                    <a:pt x="4437" y="36460"/>
                    <a:pt x="4437" y="36460"/>
                  </a:cubicBezTo>
                  <a:lnTo>
                    <a:pt x="2336" y="34458"/>
                  </a:lnTo>
                  <a:lnTo>
                    <a:pt x="4671" y="24685"/>
                  </a:lnTo>
                  <a:lnTo>
                    <a:pt x="1669" y="17446"/>
                  </a:lnTo>
                  <a:lnTo>
                    <a:pt x="1" y="15111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50">
              <a:extLst>
                <a:ext uri="{FF2B5EF4-FFF2-40B4-BE49-F238E27FC236}">
                  <a16:creationId xmlns:a16="http://schemas.microsoft.com/office/drawing/2014/main" id="{0FFF84FC-5C12-31F8-36E6-0ADF344FE99D}"/>
                </a:ext>
              </a:extLst>
            </p:cNvPr>
            <p:cNvSpPr/>
            <p:nvPr/>
          </p:nvSpPr>
          <p:spPr>
            <a:xfrm>
              <a:off x="4475025" y="3049625"/>
              <a:ext cx="186825" cy="250700"/>
            </a:xfrm>
            <a:custGeom>
              <a:avLst/>
              <a:gdLst/>
              <a:ahLst/>
              <a:cxnLst/>
              <a:rect l="l" t="t" r="r" b="b"/>
              <a:pathLst>
                <a:path w="7473" h="10028" extrusionOk="0">
                  <a:moveTo>
                    <a:pt x="4164" y="1"/>
                  </a:moveTo>
                  <a:cubicBezTo>
                    <a:pt x="3023" y="1"/>
                    <a:pt x="2189" y="288"/>
                    <a:pt x="1802" y="454"/>
                  </a:cubicBezTo>
                  <a:lnTo>
                    <a:pt x="1" y="8026"/>
                  </a:lnTo>
                  <a:lnTo>
                    <a:pt x="2102" y="10028"/>
                  </a:lnTo>
                  <a:cubicBezTo>
                    <a:pt x="2102" y="10028"/>
                    <a:pt x="5338" y="4724"/>
                    <a:pt x="7473" y="788"/>
                  </a:cubicBezTo>
                  <a:cubicBezTo>
                    <a:pt x="6218" y="190"/>
                    <a:pt x="5090" y="1"/>
                    <a:pt x="4164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50">
              <a:extLst>
                <a:ext uri="{FF2B5EF4-FFF2-40B4-BE49-F238E27FC236}">
                  <a16:creationId xmlns:a16="http://schemas.microsoft.com/office/drawing/2014/main" id="{9F9AF4D8-0C1C-FE3E-D0CB-31204B1260B0}"/>
                </a:ext>
              </a:extLst>
            </p:cNvPr>
            <p:cNvSpPr/>
            <p:nvPr/>
          </p:nvSpPr>
          <p:spPr>
            <a:xfrm>
              <a:off x="3813725" y="3249425"/>
              <a:ext cx="712200" cy="1443575"/>
            </a:xfrm>
            <a:custGeom>
              <a:avLst/>
              <a:gdLst/>
              <a:ahLst/>
              <a:cxnLst/>
              <a:rect l="l" t="t" r="r" b="b"/>
              <a:pathLst>
                <a:path w="28488" h="57743" extrusionOk="0">
                  <a:moveTo>
                    <a:pt x="25586" y="1"/>
                  </a:moveTo>
                  <a:lnTo>
                    <a:pt x="1" y="1102"/>
                  </a:lnTo>
                  <a:lnTo>
                    <a:pt x="368" y="11209"/>
                  </a:lnTo>
                  <a:lnTo>
                    <a:pt x="2602" y="56608"/>
                  </a:lnTo>
                  <a:lnTo>
                    <a:pt x="9741" y="57742"/>
                  </a:lnTo>
                  <a:lnTo>
                    <a:pt x="12576" y="11342"/>
                  </a:lnTo>
                  <a:lnTo>
                    <a:pt x="14311" y="11109"/>
                  </a:lnTo>
                  <a:lnTo>
                    <a:pt x="20348" y="57242"/>
                  </a:lnTo>
                  <a:lnTo>
                    <a:pt x="26753" y="57008"/>
                  </a:lnTo>
                  <a:cubicBezTo>
                    <a:pt x="26753" y="57008"/>
                    <a:pt x="27754" y="10242"/>
                    <a:pt x="28121" y="8007"/>
                  </a:cubicBezTo>
                  <a:cubicBezTo>
                    <a:pt x="28488" y="5805"/>
                    <a:pt x="25586" y="1"/>
                    <a:pt x="25586" y="1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0">
              <a:extLst>
                <a:ext uri="{FF2B5EF4-FFF2-40B4-BE49-F238E27FC236}">
                  <a16:creationId xmlns:a16="http://schemas.microsoft.com/office/drawing/2014/main" id="{87EA4681-51E4-24AB-91E6-4C72443A4817}"/>
                </a:ext>
              </a:extLst>
            </p:cNvPr>
            <p:cNvSpPr/>
            <p:nvPr/>
          </p:nvSpPr>
          <p:spPr>
            <a:xfrm>
              <a:off x="3866275" y="4149300"/>
              <a:ext cx="214325" cy="132575"/>
            </a:xfrm>
            <a:custGeom>
              <a:avLst/>
              <a:gdLst/>
              <a:ahLst/>
              <a:cxnLst/>
              <a:rect l="l" t="t" r="r" b="b"/>
              <a:pathLst>
                <a:path w="8573" h="5303" extrusionOk="0">
                  <a:moveTo>
                    <a:pt x="1127" y="0"/>
                  </a:moveTo>
                  <a:cubicBezTo>
                    <a:pt x="1048" y="0"/>
                    <a:pt x="982" y="63"/>
                    <a:pt x="867" y="165"/>
                  </a:cubicBezTo>
                  <a:cubicBezTo>
                    <a:pt x="601" y="332"/>
                    <a:pt x="300" y="465"/>
                    <a:pt x="0" y="532"/>
                  </a:cubicBezTo>
                  <a:lnTo>
                    <a:pt x="8573" y="5302"/>
                  </a:lnTo>
                  <a:cubicBezTo>
                    <a:pt x="8373" y="5135"/>
                    <a:pt x="8239" y="4902"/>
                    <a:pt x="8139" y="4668"/>
                  </a:cubicBezTo>
                  <a:cubicBezTo>
                    <a:pt x="8006" y="4268"/>
                    <a:pt x="7872" y="4435"/>
                    <a:pt x="7606" y="4068"/>
                  </a:cubicBezTo>
                  <a:cubicBezTo>
                    <a:pt x="7305" y="3734"/>
                    <a:pt x="6938" y="3501"/>
                    <a:pt x="6505" y="3367"/>
                  </a:cubicBezTo>
                  <a:cubicBezTo>
                    <a:pt x="6138" y="3201"/>
                    <a:pt x="6271" y="3034"/>
                    <a:pt x="6271" y="2333"/>
                  </a:cubicBezTo>
                  <a:cubicBezTo>
                    <a:pt x="6271" y="1985"/>
                    <a:pt x="6235" y="1882"/>
                    <a:pt x="6082" y="1882"/>
                  </a:cubicBezTo>
                  <a:cubicBezTo>
                    <a:pt x="5942" y="1882"/>
                    <a:pt x="5703" y="1969"/>
                    <a:pt x="5304" y="2033"/>
                  </a:cubicBezTo>
                  <a:cubicBezTo>
                    <a:pt x="5161" y="2057"/>
                    <a:pt x="5047" y="2069"/>
                    <a:pt x="4954" y="2069"/>
                  </a:cubicBezTo>
                  <a:cubicBezTo>
                    <a:pt x="4528" y="2069"/>
                    <a:pt x="4529" y="1814"/>
                    <a:pt x="4036" y="1266"/>
                  </a:cubicBezTo>
                  <a:cubicBezTo>
                    <a:pt x="3753" y="936"/>
                    <a:pt x="3641" y="806"/>
                    <a:pt x="3538" y="806"/>
                  </a:cubicBezTo>
                  <a:cubicBezTo>
                    <a:pt x="3423" y="806"/>
                    <a:pt x="3320" y="970"/>
                    <a:pt x="3002" y="1199"/>
                  </a:cubicBezTo>
                  <a:cubicBezTo>
                    <a:pt x="2812" y="1347"/>
                    <a:pt x="2702" y="1415"/>
                    <a:pt x="2618" y="1415"/>
                  </a:cubicBezTo>
                  <a:cubicBezTo>
                    <a:pt x="2435" y="1415"/>
                    <a:pt x="2370" y="1100"/>
                    <a:pt x="1868" y="599"/>
                  </a:cubicBezTo>
                  <a:cubicBezTo>
                    <a:pt x="1414" y="166"/>
                    <a:pt x="1254" y="0"/>
                    <a:pt x="1127" y="0"/>
                  </a:cubicBezTo>
                  <a:close/>
                </a:path>
              </a:pathLst>
            </a:custGeom>
            <a:solidFill>
              <a:srgbClr val="5E5E5E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50">
              <a:extLst>
                <a:ext uri="{FF2B5EF4-FFF2-40B4-BE49-F238E27FC236}">
                  <a16:creationId xmlns:a16="http://schemas.microsoft.com/office/drawing/2014/main" id="{15BC03F6-CE30-71E9-7E69-1AA1E3CB7AD8}"/>
                </a:ext>
              </a:extLst>
            </p:cNvPr>
            <p:cNvSpPr/>
            <p:nvPr/>
          </p:nvSpPr>
          <p:spPr>
            <a:xfrm>
              <a:off x="3867100" y="4165925"/>
              <a:ext cx="215175" cy="149575"/>
            </a:xfrm>
            <a:custGeom>
              <a:avLst/>
              <a:gdLst/>
              <a:ahLst/>
              <a:cxnLst/>
              <a:rect l="l" t="t" r="r" b="b"/>
              <a:pathLst>
                <a:path w="8607" h="5983" extrusionOk="0">
                  <a:moveTo>
                    <a:pt x="0" y="0"/>
                  </a:moveTo>
                  <a:lnTo>
                    <a:pt x="0" y="0"/>
                  </a:lnTo>
                  <a:cubicBezTo>
                    <a:pt x="334" y="501"/>
                    <a:pt x="568" y="1035"/>
                    <a:pt x="668" y="1635"/>
                  </a:cubicBezTo>
                  <a:cubicBezTo>
                    <a:pt x="834" y="2502"/>
                    <a:pt x="534" y="3203"/>
                    <a:pt x="1001" y="3603"/>
                  </a:cubicBezTo>
                  <a:cubicBezTo>
                    <a:pt x="1468" y="4003"/>
                    <a:pt x="1735" y="3837"/>
                    <a:pt x="1835" y="4203"/>
                  </a:cubicBezTo>
                  <a:cubicBezTo>
                    <a:pt x="1935" y="4537"/>
                    <a:pt x="1702" y="4904"/>
                    <a:pt x="1935" y="5071"/>
                  </a:cubicBezTo>
                  <a:cubicBezTo>
                    <a:pt x="1959" y="5084"/>
                    <a:pt x="1990" y="5090"/>
                    <a:pt x="2026" y="5090"/>
                  </a:cubicBezTo>
                  <a:cubicBezTo>
                    <a:pt x="2278" y="5090"/>
                    <a:pt x="2787" y="4801"/>
                    <a:pt x="2986" y="4801"/>
                  </a:cubicBezTo>
                  <a:cubicBezTo>
                    <a:pt x="3038" y="4801"/>
                    <a:pt x="3069" y="4821"/>
                    <a:pt x="3069" y="4871"/>
                  </a:cubicBezTo>
                  <a:cubicBezTo>
                    <a:pt x="3069" y="5064"/>
                    <a:pt x="3017" y="5204"/>
                    <a:pt x="3127" y="5204"/>
                  </a:cubicBezTo>
                  <a:cubicBezTo>
                    <a:pt x="3169" y="5204"/>
                    <a:pt x="3235" y="5184"/>
                    <a:pt x="3336" y="5137"/>
                  </a:cubicBezTo>
                  <a:cubicBezTo>
                    <a:pt x="3586" y="5046"/>
                    <a:pt x="3666" y="4816"/>
                    <a:pt x="3765" y="4816"/>
                  </a:cubicBezTo>
                  <a:cubicBezTo>
                    <a:pt x="3812" y="4816"/>
                    <a:pt x="3862" y="4866"/>
                    <a:pt x="3937" y="5004"/>
                  </a:cubicBezTo>
                  <a:cubicBezTo>
                    <a:pt x="4153" y="5436"/>
                    <a:pt x="4312" y="5982"/>
                    <a:pt x="4440" y="5982"/>
                  </a:cubicBezTo>
                  <a:cubicBezTo>
                    <a:pt x="4450" y="5982"/>
                    <a:pt x="4460" y="5979"/>
                    <a:pt x="4470" y="5971"/>
                  </a:cubicBezTo>
                  <a:cubicBezTo>
                    <a:pt x="4904" y="5671"/>
                    <a:pt x="5371" y="5471"/>
                    <a:pt x="5905" y="5404"/>
                  </a:cubicBezTo>
                  <a:cubicBezTo>
                    <a:pt x="6205" y="5404"/>
                    <a:pt x="6472" y="5471"/>
                    <a:pt x="6772" y="5604"/>
                  </a:cubicBezTo>
                  <a:cubicBezTo>
                    <a:pt x="6862" y="5627"/>
                    <a:pt x="6982" y="5740"/>
                    <a:pt x="7102" y="5740"/>
                  </a:cubicBezTo>
                  <a:cubicBezTo>
                    <a:pt x="7160" y="5740"/>
                    <a:pt x="7218" y="5714"/>
                    <a:pt x="7272" y="5638"/>
                  </a:cubicBezTo>
                  <a:cubicBezTo>
                    <a:pt x="7406" y="5404"/>
                    <a:pt x="8607" y="4804"/>
                    <a:pt x="8607" y="4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E5E5E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50">
              <a:extLst>
                <a:ext uri="{FF2B5EF4-FFF2-40B4-BE49-F238E27FC236}">
                  <a16:creationId xmlns:a16="http://schemas.microsoft.com/office/drawing/2014/main" id="{97ED1523-5409-3C36-1F0E-778A89512AC2}"/>
                </a:ext>
              </a:extLst>
            </p:cNvPr>
            <p:cNvSpPr/>
            <p:nvPr/>
          </p:nvSpPr>
          <p:spPr>
            <a:xfrm>
              <a:off x="3866275" y="4162600"/>
              <a:ext cx="216000" cy="123575"/>
            </a:xfrm>
            <a:custGeom>
              <a:avLst/>
              <a:gdLst/>
              <a:ahLst/>
              <a:cxnLst/>
              <a:rect l="l" t="t" r="r" b="b"/>
              <a:pathLst>
                <a:path w="8640" h="4943" extrusionOk="0">
                  <a:moveTo>
                    <a:pt x="0" y="0"/>
                  </a:moveTo>
                  <a:cubicBezTo>
                    <a:pt x="2051" y="4659"/>
                    <a:pt x="7166" y="4942"/>
                    <a:pt x="8379" y="4942"/>
                  </a:cubicBezTo>
                  <a:cubicBezTo>
                    <a:pt x="8546" y="4942"/>
                    <a:pt x="8640" y="4937"/>
                    <a:pt x="8640" y="49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50">
              <a:extLst>
                <a:ext uri="{FF2B5EF4-FFF2-40B4-BE49-F238E27FC236}">
                  <a16:creationId xmlns:a16="http://schemas.microsoft.com/office/drawing/2014/main" id="{2975EB21-1520-71EE-684C-34D70B4C9D4C}"/>
                </a:ext>
              </a:extLst>
            </p:cNvPr>
            <p:cNvSpPr/>
            <p:nvPr/>
          </p:nvSpPr>
          <p:spPr>
            <a:xfrm>
              <a:off x="4269050" y="3845700"/>
              <a:ext cx="204350" cy="138450"/>
            </a:xfrm>
            <a:custGeom>
              <a:avLst/>
              <a:gdLst/>
              <a:ahLst/>
              <a:cxnLst/>
              <a:rect l="l" t="t" r="r" b="b"/>
              <a:pathLst>
                <a:path w="8174" h="5538" extrusionOk="0">
                  <a:moveTo>
                    <a:pt x="8173" y="0"/>
                  </a:moveTo>
                  <a:lnTo>
                    <a:pt x="8173" y="0"/>
                  </a:lnTo>
                  <a:cubicBezTo>
                    <a:pt x="8002" y="49"/>
                    <a:pt x="7813" y="80"/>
                    <a:pt x="7620" y="80"/>
                  </a:cubicBezTo>
                  <a:cubicBezTo>
                    <a:pt x="7549" y="80"/>
                    <a:pt x="7477" y="76"/>
                    <a:pt x="7406" y="67"/>
                  </a:cubicBezTo>
                  <a:cubicBezTo>
                    <a:pt x="7353" y="59"/>
                    <a:pt x="7307" y="55"/>
                    <a:pt x="7268" y="55"/>
                  </a:cubicBezTo>
                  <a:cubicBezTo>
                    <a:pt x="6989" y="55"/>
                    <a:pt x="7019" y="242"/>
                    <a:pt x="6639" y="301"/>
                  </a:cubicBezTo>
                  <a:cubicBezTo>
                    <a:pt x="6205" y="401"/>
                    <a:pt x="5805" y="634"/>
                    <a:pt x="5505" y="968"/>
                  </a:cubicBezTo>
                  <a:cubicBezTo>
                    <a:pt x="5408" y="1043"/>
                    <a:pt x="5332" y="1077"/>
                    <a:pt x="5253" y="1077"/>
                  </a:cubicBezTo>
                  <a:cubicBezTo>
                    <a:pt x="5088" y="1077"/>
                    <a:pt x="4911" y="927"/>
                    <a:pt x="4504" y="701"/>
                  </a:cubicBezTo>
                  <a:cubicBezTo>
                    <a:pt x="4327" y="617"/>
                    <a:pt x="4213" y="575"/>
                    <a:pt x="4134" y="575"/>
                  </a:cubicBezTo>
                  <a:cubicBezTo>
                    <a:pt x="3932" y="575"/>
                    <a:pt x="3972" y="857"/>
                    <a:pt x="3803" y="1435"/>
                  </a:cubicBezTo>
                  <a:cubicBezTo>
                    <a:pt x="3570" y="2235"/>
                    <a:pt x="3403" y="2002"/>
                    <a:pt x="2536" y="2235"/>
                  </a:cubicBezTo>
                  <a:cubicBezTo>
                    <a:pt x="1668" y="2435"/>
                    <a:pt x="1869" y="2402"/>
                    <a:pt x="2035" y="3136"/>
                  </a:cubicBezTo>
                  <a:cubicBezTo>
                    <a:pt x="2169" y="3870"/>
                    <a:pt x="1969" y="3570"/>
                    <a:pt x="1001" y="3903"/>
                  </a:cubicBezTo>
                  <a:cubicBezTo>
                    <a:pt x="1" y="4237"/>
                    <a:pt x="34" y="4170"/>
                    <a:pt x="134" y="4604"/>
                  </a:cubicBezTo>
                  <a:cubicBezTo>
                    <a:pt x="201" y="4904"/>
                    <a:pt x="167" y="5237"/>
                    <a:pt x="67" y="5538"/>
                  </a:cubicBezTo>
                  <a:lnTo>
                    <a:pt x="8173" y="0"/>
                  </a:lnTo>
                  <a:close/>
                </a:path>
              </a:pathLst>
            </a:custGeom>
            <a:solidFill>
              <a:srgbClr val="5E5E5E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50">
              <a:extLst>
                <a:ext uri="{FF2B5EF4-FFF2-40B4-BE49-F238E27FC236}">
                  <a16:creationId xmlns:a16="http://schemas.microsoft.com/office/drawing/2014/main" id="{2E80A997-1C44-D341-FD00-DEDB3709B455}"/>
                </a:ext>
              </a:extLst>
            </p:cNvPr>
            <p:cNvSpPr/>
            <p:nvPr/>
          </p:nvSpPr>
          <p:spPr>
            <a:xfrm>
              <a:off x="4274900" y="3845700"/>
              <a:ext cx="211000" cy="157400"/>
            </a:xfrm>
            <a:custGeom>
              <a:avLst/>
              <a:gdLst/>
              <a:ahLst/>
              <a:cxnLst/>
              <a:rect l="l" t="t" r="r" b="b"/>
              <a:pathLst>
                <a:path w="8440" h="6296" extrusionOk="0">
                  <a:moveTo>
                    <a:pt x="8106" y="0"/>
                  </a:moveTo>
                  <a:lnTo>
                    <a:pt x="0" y="5571"/>
                  </a:lnTo>
                  <a:cubicBezTo>
                    <a:pt x="213" y="5533"/>
                    <a:pt x="430" y="5515"/>
                    <a:pt x="650" y="5515"/>
                  </a:cubicBezTo>
                  <a:cubicBezTo>
                    <a:pt x="1018" y="5515"/>
                    <a:pt x="1393" y="5567"/>
                    <a:pt x="1768" y="5671"/>
                  </a:cubicBezTo>
                  <a:cubicBezTo>
                    <a:pt x="2458" y="5892"/>
                    <a:pt x="2920" y="6296"/>
                    <a:pt x="3380" y="6296"/>
                  </a:cubicBezTo>
                  <a:cubicBezTo>
                    <a:pt x="3476" y="6296"/>
                    <a:pt x="3572" y="6278"/>
                    <a:pt x="3669" y="6238"/>
                  </a:cubicBezTo>
                  <a:cubicBezTo>
                    <a:pt x="4186" y="6056"/>
                    <a:pt x="4177" y="5762"/>
                    <a:pt x="4449" y="5762"/>
                  </a:cubicBezTo>
                  <a:cubicBezTo>
                    <a:pt x="4475" y="5762"/>
                    <a:pt x="4504" y="5765"/>
                    <a:pt x="4537" y="5771"/>
                  </a:cubicBezTo>
                  <a:cubicBezTo>
                    <a:pt x="4837" y="5853"/>
                    <a:pt x="5048" y="6114"/>
                    <a:pt x="5243" y="6114"/>
                  </a:cubicBezTo>
                  <a:cubicBezTo>
                    <a:pt x="5286" y="6114"/>
                    <a:pt x="5328" y="6101"/>
                    <a:pt x="5371" y="6071"/>
                  </a:cubicBezTo>
                  <a:cubicBezTo>
                    <a:pt x="5622" y="5946"/>
                    <a:pt x="5489" y="4992"/>
                    <a:pt x="5695" y="4992"/>
                  </a:cubicBezTo>
                  <a:cubicBezTo>
                    <a:pt x="5708" y="4992"/>
                    <a:pt x="5722" y="4996"/>
                    <a:pt x="5738" y="5004"/>
                  </a:cubicBezTo>
                  <a:cubicBezTo>
                    <a:pt x="5854" y="5054"/>
                    <a:pt x="5938" y="5112"/>
                    <a:pt x="5996" y="5112"/>
                  </a:cubicBezTo>
                  <a:cubicBezTo>
                    <a:pt x="6054" y="5112"/>
                    <a:pt x="6088" y="5054"/>
                    <a:pt x="6104" y="4870"/>
                  </a:cubicBezTo>
                  <a:cubicBezTo>
                    <a:pt x="6138" y="4470"/>
                    <a:pt x="5738" y="4270"/>
                    <a:pt x="6238" y="4270"/>
                  </a:cubicBezTo>
                  <a:cubicBezTo>
                    <a:pt x="6511" y="4270"/>
                    <a:pt x="6823" y="4300"/>
                    <a:pt x="7046" y="4300"/>
                  </a:cubicBezTo>
                  <a:cubicBezTo>
                    <a:pt x="7231" y="4300"/>
                    <a:pt x="7354" y="4279"/>
                    <a:pt x="7339" y="4203"/>
                  </a:cubicBezTo>
                  <a:cubicBezTo>
                    <a:pt x="7239" y="3703"/>
                    <a:pt x="7305" y="3169"/>
                    <a:pt x="7472" y="2702"/>
                  </a:cubicBezTo>
                  <a:cubicBezTo>
                    <a:pt x="7606" y="2435"/>
                    <a:pt x="7772" y="2169"/>
                    <a:pt x="8039" y="2002"/>
                  </a:cubicBezTo>
                  <a:cubicBezTo>
                    <a:pt x="8139" y="1902"/>
                    <a:pt x="8439" y="1802"/>
                    <a:pt x="8273" y="1601"/>
                  </a:cubicBezTo>
                  <a:cubicBezTo>
                    <a:pt x="8139" y="1368"/>
                    <a:pt x="8106" y="0"/>
                    <a:pt x="8106" y="0"/>
                  </a:cubicBezTo>
                  <a:close/>
                </a:path>
              </a:pathLst>
            </a:custGeom>
            <a:solidFill>
              <a:srgbClr val="5E5E5E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50">
              <a:extLst>
                <a:ext uri="{FF2B5EF4-FFF2-40B4-BE49-F238E27FC236}">
                  <a16:creationId xmlns:a16="http://schemas.microsoft.com/office/drawing/2014/main" id="{CDBF9F5B-B23A-6C24-E8FE-752F4B6D7710}"/>
                </a:ext>
              </a:extLst>
            </p:cNvPr>
            <p:cNvSpPr/>
            <p:nvPr/>
          </p:nvSpPr>
          <p:spPr>
            <a:xfrm>
              <a:off x="4270725" y="3844850"/>
              <a:ext cx="206825" cy="139525"/>
            </a:xfrm>
            <a:custGeom>
              <a:avLst/>
              <a:gdLst/>
              <a:ahLst/>
              <a:cxnLst/>
              <a:rect l="l" t="t" r="r" b="b"/>
              <a:pathLst>
                <a:path w="8273" h="5581" extrusionOk="0">
                  <a:moveTo>
                    <a:pt x="8273" y="1"/>
                  </a:moveTo>
                  <a:lnTo>
                    <a:pt x="0" y="5572"/>
                  </a:lnTo>
                  <a:cubicBezTo>
                    <a:pt x="130" y="5578"/>
                    <a:pt x="258" y="5580"/>
                    <a:pt x="384" y="5580"/>
                  </a:cubicBezTo>
                  <a:cubicBezTo>
                    <a:pt x="5913" y="5580"/>
                    <a:pt x="8273" y="1"/>
                    <a:pt x="8273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50">
              <a:extLst>
                <a:ext uri="{FF2B5EF4-FFF2-40B4-BE49-F238E27FC236}">
                  <a16:creationId xmlns:a16="http://schemas.microsoft.com/office/drawing/2014/main" id="{FC81148E-C9F4-BA84-33B4-70888DF465C4}"/>
                </a:ext>
              </a:extLst>
            </p:cNvPr>
            <p:cNvSpPr/>
            <p:nvPr/>
          </p:nvSpPr>
          <p:spPr>
            <a:xfrm>
              <a:off x="3737000" y="4633700"/>
              <a:ext cx="338600" cy="382850"/>
            </a:xfrm>
            <a:custGeom>
              <a:avLst/>
              <a:gdLst/>
              <a:ahLst/>
              <a:cxnLst/>
              <a:rect l="l" t="t" r="r" b="b"/>
              <a:pathLst>
                <a:path w="13544" h="15314" extrusionOk="0">
                  <a:moveTo>
                    <a:pt x="8557" y="0"/>
                  </a:moveTo>
                  <a:cubicBezTo>
                    <a:pt x="7722" y="0"/>
                    <a:pt x="6826" y="141"/>
                    <a:pt x="5905" y="503"/>
                  </a:cubicBezTo>
                  <a:cubicBezTo>
                    <a:pt x="5905" y="503"/>
                    <a:pt x="4070" y="1137"/>
                    <a:pt x="4070" y="1871"/>
                  </a:cubicBezTo>
                  <a:cubicBezTo>
                    <a:pt x="4070" y="2605"/>
                    <a:pt x="4904" y="8776"/>
                    <a:pt x="4904" y="8776"/>
                  </a:cubicBezTo>
                  <a:cubicBezTo>
                    <a:pt x="4904" y="8776"/>
                    <a:pt x="735" y="11111"/>
                    <a:pt x="368" y="11745"/>
                  </a:cubicBezTo>
                  <a:cubicBezTo>
                    <a:pt x="1" y="12345"/>
                    <a:pt x="234" y="15314"/>
                    <a:pt x="234" y="15314"/>
                  </a:cubicBezTo>
                  <a:lnTo>
                    <a:pt x="12810" y="15314"/>
                  </a:lnTo>
                  <a:cubicBezTo>
                    <a:pt x="12810" y="15314"/>
                    <a:pt x="13177" y="12245"/>
                    <a:pt x="13177" y="11111"/>
                  </a:cubicBezTo>
                  <a:cubicBezTo>
                    <a:pt x="13143" y="10043"/>
                    <a:pt x="13010" y="8976"/>
                    <a:pt x="12810" y="7909"/>
                  </a:cubicBezTo>
                  <a:lnTo>
                    <a:pt x="13544" y="1637"/>
                  </a:lnTo>
                  <a:cubicBezTo>
                    <a:pt x="13544" y="1637"/>
                    <a:pt x="11408" y="0"/>
                    <a:pt x="8557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50">
              <a:extLst>
                <a:ext uri="{FF2B5EF4-FFF2-40B4-BE49-F238E27FC236}">
                  <a16:creationId xmlns:a16="http://schemas.microsoft.com/office/drawing/2014/main" id="{0F1B9D75-B0A2-2C42-92F3-49A0361CE7D9}"/>
                </a:ext>
              </a:extLst>
            </p:cNvPr>
            <p:cNvSpPr/>
            <p:nvPr/>
          </p:nvSpPr>
          <p:spPr>
            <a:xfrm>
              <a:off x="3741175" y="4979850"/>
              <a:ext cx="320250" cy="36700"/>
            </a:xfrm>
            <a:custGeom>
              <a:avLst/>
              <a:gdLst/>
              <a:ahLst/>
              <a:cxnLst/>
              <a:rect l="l" t="t" r="r" b="b"/>
              <a:pathLst>
                <a:path w="12810" h="1468" extrusionOk="0">
                  <a:moveTo>
                    <a:pt x="1" y="0"/>
                  </a:moveTo>
                  <a:cubicBezTo>
                    <a:pt x="1" y="767"/>
                    <a:pt x="67" y="1468"/>
                    <a:pt x="67" y="1468"/>
                  </a:cubicBezTo>
                  <a:lnTo>
                    <a:pt x="12643" y="1468"/>
                  </a:lnTo>
                  <a:cubicBezTo>
                    <a:pt x="12643" y="1468"/>
                    <a:pt x="12743" y="801"/>
                    <a:pt x="12810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50">
              <a:extLst>
                <a:ext uri="{FF2B5EF4-FFF2-40B4-BE49-F238E27FC236}">
                  <a16:creationId xmlns:a16="http://schemas.microsoft.com/office/drawing/2014/main" id="{04178DEE-5EDC-4CF2-7754-69040040B68D}"/>
                </a:ext>
              </a:extLst>
            </p:cNvPr>
            <p:cNvSpPr/>
            <p:nvPr/>
          </p:nvSpPr>
          <p:spPr>
            <a:xfrm>
              <a:off x="3850425" y="4597075"/>
              <a:ext cx="163475" cy="185150"/>
            </a:xfrm>
            <a:custGeom>
              <a:avLst/>
              <a:gdLst/>
              <a:ahLst/>
              <a:cxnLst/>
              <a:rect l="l" t="t" r="r" b="b"/>
              <a:pathLst>
                <a:path w="6539" h="7406" extrusionOk="0">
                  <a:moveTo>
                    <a:pt x="2969" y="0"/>
                  </a:moveTo>
                  <a:cubicBezTo>
                    <a:pt x="901" y="0"/>
                    <a:pt x="0" y="1268"/>
                    <a:pt x="0" y="1268"/>
                  </a:cubicBezTo>
                  <a:lnTo>
                    <a:pt x="1268" y="7405"/>
                  </a:lnTo>
                  <a:lnTo>
                    <a:pt x="4604" y="7405"/>
                  </a:lnTo>
                  <a:lnTo>
                    <a:pt x="6538" y="1468"/>
                  </a:lnTo>
                  <a:cubicBezTo>
                    <a:pt x="5571" y="567"/>
                    <a:pt x="4303" y="34"/>
                    <a:pt x="2969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50">
              <a:extLst>
                <a:ext uri="{FF2B5EF4-FFF2-40B4-BE49-F238E27FC236}">
                  <a16:creationId xmlns:a16="http://schemas.microsoft.com/office/drawing/2014/main" id="{6561F894-B3B3-E6CF-9B95-56B9F0F6CA26}"/>
                </a:ext>
              </a:extLst>
            </p:cNvPr>
            <p:cNvSpPr/>
            <p:nvPr/>
          </p:nvSpPr>
          <p:spPr>
            <a:xfrm>
              <a:off x="3862100" y="4778875"/>
              <a:ext cx="123450" cy="17525"/>
            </a:xfrm>
            <a:custGeom>
              <a:avLst/>
              <a:gdLst/>
              <a:ahLst/>
              <a:cxnLst/>
              <a:rect l="l" t="t" r="r" b="b"/>
              <a:pathLst>
                <a:path w="4938" h="701" extrusionOk="0">
                  <a:moveTo>
                    <a:pt x="334" y="0"/>
                  </a:moveTo>
                  <a:cubicBezTo>
                    <a:pt x="167" y="0"/>
                    <a:pt x="0" y="167"/>
                    <a:pt x="0" y="367"/>
                  </a:cubicBezTo>
                  <a:cubicBezTo>
                    <a:pt x="0" y="534"/>
                    <a:pt x="167" y="701"/>
                    <a:pt x="334" y="701"/>
                  </a:cubicBezTo>
                  <a:lnTo>
                    <a:pt x="4604" y="701"/>
                  </a:lnTo>
                  <a:cubicBezTo>
                    <a:pt x="4804" y="701"/>
                    <a:pt x="4937" y="534"/>
                    <a:pt x="4937" y="367"/>
                  </a:cubicBezTo>
                  <a:cubicBezTo>
                    <a:pt x="4937" y="167"/>
                    <a:pt x="4804" y="0"/>
                    <a:pt x="4604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50">
              <a:extLst>
                <a:ext uri="{FF2B5EF4-FFF2-40B4-BE49-F238E27FC236}">
                  <a16:creationId xmlns:a16="http://schemas.microsoft.com/office/drawing/2014/main" id="{2674E1E5-E95B-4566-717F-FDCB195B3C51}"/>
                </a:ext>
              </a:extLst>
            </p:cNvPr>
            <p:cNvSpPr/>
            <p:nvPr/>
          </p:nvSpPr>
          <p:spPr>
            <a:xfrm>
              <a:off x="3862100" y="4800550"/>
              <a:ext cx="123450" cy="17525"/>
            </a:xfrm>
            <a:custGeom>
              <a:avLst/>
              <a:gdLst/>
              <a:ahLst/>
              <a:cxnLst/>
              <a:rect l="l" t="t" r="r" b="b"/>
              <a:pathLst>
                <a:path w="4938" h="701" extrusionOk="0">
                  <a:moveTo>
                    <a:pt x="334" y="0"/>
                  </a:moveTo>
                  <a:cubicBezTo>
                    <a:pt x="167" y="0"/>
                    <a:pt x="0" y="134"/>
                    <a:pt x="0" y="334"/>
                  </a:cubicBezTo>
                  <a:cubicBezTo>
                    <a:pt x="0" y="534"/>
                    <a:pt x="167" y="701"/>
                    <a:pt x="334" y="701"/>
                  </a:cubicBezTo>
                  <a:lnTo>
                    <a:pt x="4604" y="701"/>
                  </a:lnTo>
                  <a:cubicBezTo>
                    <a:pt x="4804" y="701"/>
                    <a:pt x="4937" y="534"/>
                    <a:pt x="4937" y="334"/>
                  </a:cubicBezTo>
                  <a:cubicBezTo>
                    <a:pt x="4937" y="134"/>
                    <a:pt x="4804" y="0"/>
                    <a:pt x="4604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50">
              <a:extLst>
                <a:ext uri="{FF2B5EF4-FFF2-40B4-BE49-F238E27FC236}">
                  <a16:creationId xmlns:a16="http://schemas.microsoft.com/office/drawing/2014/main" id="{C841BA6F-EC76-7118-41DE-59909D399A9B}"/>
                </a:ext>
              </a:extLst>
            </p:cNvPr>
            <p:cNvSpPr/>
            <p:nvPr/>
          </p:nvSpPr>
          <p:spPr>
            <a:xfrm>
              <a:off x="3862100" y="4821400"/>
              <a:ext cx="123450" cy="17525"/>
            </a:xfrm>
            <a:custGeom>
              <a:avLst/>
              <a:gdLst/>
              <a:ahLst/>
              <a:cxnLst/>
              <a:rect l="l" t="t" r="r" b="b"/>
              <a:pathLst>
                <a:path w="4938" h="701" extrusionOk="0">
                  <a:moveTo>
                    <a:pt x="334" y="0"/>
                  </a:moveTo>
                  <a:cubicBezTo>
                    <a:pt x="167" y="0"/>
                    <a:pt x="0" y="167"/>
                    <a:pt x="0" y="367"/>
                  </a:cubicBezTo>
                  <a:cubicBezTo>
                    <a:pt x="0" y="534"/>
                    <a:pt x="167" y="701"/>
                    <a:pt x="334" y="701"/>
                  </a:cubicBezTo>
                  <a:lnTo>
                    <a:pt x="4604" y="701"/>
                  </a:lnTo>
                  <a:cubicBezTo>
                    <a:pt x="4804" y="701"/>
                    <a:pt x="4937" y="534"/>
                    <a:pt x="4937" y="367"/>
                  </a:cubicBezTo>
                  <a:cubicBezTo>
                    <a:pt x="4937" y="167"/>
                    <a:pt x="4804" y="0"/>
                    <a:pt x="4604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50">
              <a:extLst>
                <a:ext uri="{FF2B5EF4-FFF2-40B4-BE49-F238E27FC236}">
                  <a16:creationId xmlns:a16="http://schemas.microsoft.com/office/drawing/2014/main" id="{6FDBE44A-008B-49D8-4954-F6CE84E6CA78}"/>
                </a:ext>
              </a:extLst>
            </p:cNvPr>
            <p:cNvSpPr/>
            <p:nvPr/>
          </p:nvSpPr>
          <p:spPr>
            <a:xfrm>
              <a:off x="3862100" y="4843075"/>
              <a:ext cx="123450" cy="17550"/>
            </a:xfrm>
            <a:custGeom>
              <a:avLst/>
              <a:gdLst/>
              <a:ahLst/>
              <a:cxnLst/>
              <a:rect l="l" t="t" r="r" b="b"/>
              <a:pathLst>
                <a:path w="4938" h="702" extrusionOk="0">
                  <a:moveTo>
                    <a:pt x="334" y="1"/>
                  </a:moveTo>
                  <a:cubicBezTo>
                    <a:pt x="167" y="1"/>
                    <a:pt x="0" y="134"/>
                    <a:pt x="0" y="334"/>
                  </a:cubicBezTo>
                  <a:cubicBezTo>
                    <a:pt x="0" y="534"/>
                    <a:pt x="167" y="701"/>
                    <a:pt x="334" y="701"/>
                  </a:cubicBezTo>
                  <a:lnTo>
                    <a:pt x="4604" y="701"/>
                  </a:lnTo>
                  <a:cubicBezTo>
                    <a:pt x="4804" y="701"/>
                    <a:pt x="4937" y="534"/>
                    <a:pt x="4937" y="334"/>
                  </a:cubicBezTo>
                  <a:cubicBezTo>
                    <a:pt x="4937" y="134"/>
                    <a:pt x="4804" y="1"/>
                    <a:pt x="4604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50">
              <a:extLst>
                <a:ext uri="{FF2B5EF4-FFF2-40B4-BE49-F238E27FC236}">
                  <a16:creationId xmlns:a16="http://schemas.microsoft.com/office/drawing/2014/main" id="{D1BA4957-5ED6-5411-18D1-7BB2C0A853CC}"/>
                </a:ext>
              </a:extLst>
            </p:cNvPr>
            <p:cNvSpPr/>
            <p:nvPr/>
          </p:nvSpPr>
          <p:spPr>
            <a:xfrm>
              <a:off x="4299075" y="4633700"/>
              <a:ext cx="339425" cy="382850"/>
            </a:xfrm>
            <a:custGeom>
              <a:avLst/>
              <a:gdLst/>
              <a:ahLst/>
              <a:cxnLst/>
              <a:rect l="l" t="t" r="r" b="b"/>
              <a:pathLst>
                <a:path w="13577" h="15314" extrusionOk="0">
                  <a:moveTo>
                    <a:pt x="4988" y="0"/>
                  </a:moveTo>
                  <a:cubicBezTo>
                    <a:pt x="2136" y="0"/>
                    <a:pt x="0" y="1637"/>
                    <a:pt x="0" y="1637"/>
                  </a:cubicBezTo>
                  <a:lnTo>
                    <a:pt x="734" y="7909"/>
                  </a:lnTo>
                  <a:cubicBezTo>
                    <a:pt x="534" y="8976"/>
                    <a:pt x="434" y="10043"/>
                    <a:pt x="367" y="11111"/>
                  </a:cubicBezTo>
                  <a:cubicBezTo>
                    <a:pt x="367" y="12245"/>
                    <a:pt x="734" y="15314"/>
                    <a:pt x="734" y="15314"/>
                  </a:cubicBezTo>
                  <a:lnTo>
                    <a:pt x="13310" y="15314"/>
                  </a:lnTo>
                  <a:cubicBezTo>
                    <a:pt x="13310" y="15314"/>
                    <a:pt x="13577" y="12345"/>
                    <a:pt x="13210" y="11745"/>
                  </a:cubicBezTo>
                  <a:cubicBezTo>
                    <a:pt x="12843" y="11111"/>
                    <a:pt x="8640" y="8776"/>
                    <a:pt x="8640" y="8776"/>
                  </a:cubicBezTo>
                  <a:cubicBezTo>
                    <a:pt x="8640" y="8776"/>
                    <a:pt x="9507" y="2605"/>
                    <a:pt x="9507" y="1871"/>
                  </a:cubicBezTo>
                  <a:cubicBezTo>
                    <a:pt x="9507" y="1137"/>
                    <a:pt x="7639" y="503"/>
                    <a:pt x="7639" y="503"/>
                  </a:cubicBezTo>
                  <a:cubicBezTo>
                    <a:pt x="6718" y="141"/>
                    <a:pt x="5822" y="0"/>
                    <a:pt x="4988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50">
              <a:extLst>
                <a:ext uri="{FF2B5EF4-FFF2-40B4-BE49-F238E27FC236}">
                  <a16:creationId xmlns:a16="http://schemas.microsoft.com/office/drawing/2014/main" id="{B79E016F-D065-D58A-64EC-184ED58B76B6}"/>
                </a:ext>
              </a:extLst>
            </p:cNvPr>
            <p:cNvSpPr/>
            <p:nvPr/>
          </p:nvSpPr>
          <p:spPr>
            <a:xfrm>
              <a:off x="4313250" y="4979850"/>
              <a:ext cx="321100" cy="36700"/>
            </a:xfrm>
            <a:custGeom>
              <a:avLst/>
              <a:gdLst/>
              <a:ahLst/>
              <a:cxnLst/>
              <a:rect l="l" t="t" r="r" b="b"/>
              <a:pathLst>
                <a:path w="12844" h="1468" extrusionOk="0">
                  <a:moveTo>
                    <a:pt x="1" y="0"/>
                  </a:moveTo>
                  <a:cubicBezTo>
                    <a:pt x="101" y="801"/>
                    <a:pt x="167" y="1468"/>
                    <a:pt x="167" y="1468"/>
                  </a:cubicBezTo>
                  <a:lnTo>
                    <a:pt x="12743" y="1468"/>
                  </a:lnTo>
                  <a:cubicBezTo>
                    <a:pt x="12743" y="1468"/>
                    <a:pt x="12810" y="767"/>
                    <a:pt x="12843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50">
              <a:extLst>
                <a:ext uri="{FF2B5EF4-FFF2-40B4-BE49-F238E27FC236}">
                  <a16:creationId xmlns:a16="http://schemas.microsoft.com/office/drawing/2014/main" id="{FF77D1EB-7B29-E649-84E1-5168486DF9A3}"/>
                </a:ext>
              </a:extLst>
            </p:cNvPr>
            <p:cNvSpPr/>
            <p:nvPr/>
          </p:nvSpPr>
          <p:spPr>
            <a:xfrm>
              <a:off x="4360775" y="4597075"/>
              <a:ext cx="163475" cy="185150"/>
            </a:xfrm>
            <a:custGeom>
              <a:avLst/>
              <a:gdLst/>
              <a:ahLst/>
              <a:cxnLst/>
              <a:rect l="l" t="t" r="r" b="b"/>
              <a:pathLst>
                <a:path w="6539" h="7406" extrusionOk="0">
                  <a:moveTo>
                    <a:pt x="3570" y="0"/>
                  </a:moveTo>
                  <a:cubicBezTo>
                    <a:pt x="2236" y="34"/>
                    <a:pt x="968" y="567"/>
                    <a:pt x="1" y="1468"/>
                  </a:cubicBezTo>
                  <a:lnTo>
                    <a:pt x="1936" y="7405"/>
                  </a:lnTo>
                  <a:lnTo>
                    <a:pt x="5271" y="7405"/>
                  </a:lnTo>
                  <a:lnTo>
                    <a:pt x="6539" y="1268"/>
                  </a:lnTo>
                  <a:cubicBezTo>
                    <a:pt x="6539" y="1268"/>
                    <a:pt x="5672" y="0"/>
                    <a:pt x="3570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50">
              <a:extLst>
                <a:ext uri="{FF2B5EF4-FFF2-40B4-BE49-F238E27FC236}">
                  <a16:creationId xmlns:a16="http://schemas.microsoft.com/office/drawing/2014/main" id="{FCC9C39F-4DC7-69F7-812B-56C57C8406B4}"/>
                </a:ext>
              </a:extLst>
            </p:cNvPr>
            <p:cNvSpPr/>
            <p:nvPr/>
          </p:nvSpPr>
          <p:spPr>
            <a:xfrm>
              <a:off x="4387475" y="4778875"/>
              <a:ext cx="124275" cy="17525"/>
            </a:xfrm>
            <a:custGeom>
              <a:avLst/>
              <a:gdLst/>
              <a:ahLst/>
              <a:cxnLst/>
              <a:rect l="l" t="t" r="r" b="b"/>
              <a:pathLst>
                <a:path w="4971" h="701" extrusionOk="0">
                  <a:moveTo>
                    <a:pt x="367" y="0"/>
                  </a:moveTo>
                  <a:cubicBezTo>
                    <a:pt x="167" y="0"/>
                    <a:pt x="0" y="167"/>
                    <a:pt x="0" y="367"/>
                  </a:cubicBezTo>
                  <a:cubicBezTo>
                    <a:pt x="0" y="534"/>
                    <a:pt x="167" y="701"/>
                    <a:pt x="367" y="701"/>
                  </a:cubicBezTo>
                  <a:lnTo>
                    <a:pt x="4604" y="701"/>
                  </a:lnTo>
                  <a:cubicBezTo>
                    <a:pt x="4804" y="701"/>
                    <a:pt x="4971" y="534"/>
                    <a:pt x="4971" y="367"/>
                  </a:cubicBezTo>
                  <a:cubicBezTo>
                    <a:pt x="4971" y="167"/>
                    <a:pt x="4804" y="0"/>
                    <a:pt x="4604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50">
              <a:extLst>
                <a:ext uri="{FF2B5EF4-FFF2-40B4-BE49-F238E27FC236}">
                  <a16:creationId xmlns:a16="http://schemas.microsoft.com/office/drawing/2014/main" id="{8C54CDA0-77CD-79F3-0250-764037F7D78D}"/>
                </a:ext>
              </a:extLst>
            </p:cNvPr>
            <p:cNvSpPr/>
            <p:nvPr/>
          </p:nvSpPr>
          <p:spPr>
            <a:xfrm>
              <a:off x="4387475" y="4800550"/>
              <a:ext cx="124275" cy="17525"/>
            </a:xfrm>
            <a:custGeom>
              <a:avLst/>
              <a:gdLst/>
              <a:ahLst/>
              <a:cxnLst/>
              <a:rect l="l" t="t" r="r" b="b"/>
              <a:pathLst>
                <a:path w="4971" h="701" extrusionOk="0">
                  <a:moveTo>
                    <a:pt x="367" y="0"/>
                  </a:moveTo>
                  <a:cubicBezTo>
                    <a:pt x="167" y="0"/>
                    <a:pt x="0" y="134"/>
                    <a:pt x="0" y="334"/>
                  </a:cubicBezTo>
                  <a:cubicBezTo>
                    <a:pt x="0" y="534"/>
                    <a:pt x="167" y="701"/>
                    <a:pt x="367" y="701"/>
                  </a:cubicBezTo>
                  <a:lnTo>
                    <a:pt x="4604" y="701"/>
                  </a:lnTo>
                  <a:cubicBezTo>
                    <a:pt x="4804" y="701"/>
                    <a:pt x="4971" y="534"/>
                    <a:pt x="4971" y="334"/>
                  </a:cubicBezTo>
                  <a:cubicBezTo>
                    <a:pt x="4971" y="134"/>
                    <a:pt x="4804" y="0"/>
                    <a:pt x="4604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50">
              <a:extLst>
                <a:ext uri="{FF2B5EF4-FFF2-40B4-BE49-F238E27FC236}">
                  <a16:creationId xmlns:a16="http://schemas.microsoft.com/office/drawing/2014/main" id="{5CCFF841-A359-8E0C-EDE1-5AB46E647D7E}"/>
                </a:ext>
              </a:extLst>
            </p:cNvPr>
            <p:cNvSpPr/>
            <p:nvPr/>
          </p:nvSpPr>
          <p:spPr>
            <a:xfrm>
              <a:off x="4387475" y="4821400"/>
              <a:ext cx="124275" cy="17525"/>
            </a:xfrm>
            <a:custGeom>
              <a:avLst/>
              <a:gdLst/>
              <a:ahLst/>
              <a:cxnLst/>
              <a:rect l="l" t="t" r="r" b="b"/>
              <a:pathLst>
                <a:path w="4971" h="701" extrusionOk="0">
                  <a:moveTo>
                    <a:pt x="367" y="0"/>
                  </a:moveTo>
                  <a:cubicBezTo>
                    <a:pt x="167" y="0"/>
                    <a:pt x="0" y="167"/>
                    <a:pt x="0" y="367"/>
                  </a:cubicBezTo>
                  <a:cubicBezTo>
                    <a:pt x="0" y="534"/>
                    <a:pt x="167" y="701"/>
                    <a:pt x="367" y="701"/>
                  </a:cubicBezTo>
                  <a:lnTo>
                    <a:pt x="4604" y="701"/>
                  </a:lnTo>
                  <a:cubicBezTo>
                    <a:pt x="4804" y="701"/>
                    <a:pt x="4971" y="534"/>
                    <a:pt x="4971" y="367"/>
                  </a:cubicBezTo>
                  <a:cubicBezTo>
                    <a:pt x="4971" y="167"/>
                    <a:pt x="4804" y="0"/>
                    <a:pt x="4604" y="0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50">
              <a:extLst>
                <a:ext uri="{FF2B5EF4-FFF2-40B4-BE49-F238E27FC236}">
                  <a16:creationId xmlns:a16="http://schemas.microsoft.com/office/drawing/2014/main" id="{B2B71262-920E-BC0D-E2BD-2E884226ABA4}"/>
                </a:ext>
              </a:extLst>
            </p:cNvPr>
            <p:cNvSpPr/>
            <p:nvPr/>
          </p:nvSpPr>
          <p:spPr>
            <a:xfrm>
              <a:off x="4387475" y="4843075"/>
              <a:ext cx="124275" cy="17550"/>
            </a:xfrm>
            <a:custGeom>
              <a:avLst/>
              <a:gdLst/>
              <a:ahLst/>
              <a:cxnLst/>
              <a:rect l="l" t="t" r="r" b="b"/>
              <a:pathLst>
                <a:path w="4971" h="702" extrusionOk="0">
                  <a:moveTo>
                    <a:pt x="367" y="1"/>
                  </a:moveTo>
                  <a:cubicBezTo>
                    <a:pt x="167" y="1"/>
                    <a:pt x="0" y="134"/>
                    <a:pt x="0" y="334"/>
                  </a:cubicBezTo>
                  <a:cubicBezTo>
                    <a:pt x="0" y="534"/>
                    <a:pt x="167" y="701"/>
                    <a:pt x="367" y="701"/>
                  </a:cubicBezTo>
                  <a:lnTo>
                    <a:pt x="4604" y="701"/>
                  </a:lnTo>
                  <a:cubicBezTo>
                    <a:pt x="4804" y="701"/>
                    <a:pt x="4971" y="534"/>
                    <a:pt x="4971" y="334"/>
                  </a:cubicBezTo>
                  <a:cubicBezTo>
                    <a:pt x="4971" y="134"/>
                    <a:pt x="4804" y="1"/>
                    <a:pt x="4604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50">
              <a:extLst>
                <a:ext uri="{FF2B5EF4-FFF2-40B4-BE49-F238E27FC236}">
                  <a16:creationId xmlns:a16="http://schemas.microsoft.com/office/drawing/2014/main" id="{90E8AE31-D038-7F20-3E79-5701F5D5C125}"/>
                </a:ext>
              </a:extLst>
            </p:cNvPr>
            <p:cNvSpPr/>
            <p:nvPr/>
          </p:nvSpPr>
          <p:spPr>
            <a:xfrm>
              <a:off x="3762850" y="2089450"/>
              <a:ext cx="719725" cy="1479400"/>
            </a:xfrm>
            <a:custGeom>
              <a:avLst/>
              <a:gdLst/>
              <a:ahLst/>
              <a:cxnLst/>
              <a:rect l="l" t="t" r="r" b="b"/>
              <a:pathLst>
                <a:path w="28789" h="59176" extrusionOk="0">
                  <a:moveTo>
                    <a:pt x="11642" y="0"/>
                  </a:moveTo>
                  <a:lnTo>
                    <a:pt x="11309" y="400"/>
                  </a:lnTo>
                  <a:cubicBezTo>
                    <a:pt x="11309" y="400"/>
                    <a:pt x="10975" y="6038"/>
                    <a:pt x="10875" y="6905"/>
                  </a:cubicBezTo>
                  <a:cubicBezTo>
                    <a:pt x="10809" y="7772"/>
                    <a:pt x="7640" y="9407"/>
                    <a:pt x="4938" y="10674"/>
                  </a:cubicBezTo>
                  <a:cubicBezTo>
                    <a:pt x="2269" y="11975"/>
                    <a:pt x="1" y="12509"/>
                    <a:pt x="101" y="13710"/>
                  </a:cubicBezTo>
                  <a:cubicBezTo>
                    <a:pt x="201" y="14911"/>
                    <a:pt x="1835" y="59176"/>
                    <a:pt x="1835" y="59176"/>
                  </a:cubicBezTo>
                  <a:cubicBezTo>
                    <a:pt x="1835" y="59176"/>
                    <a:pt x="5471" y="59042"/>
                    <a:pt x="10875" y="57007"/>
                  </a:cubicBezTo>
                  <a:cubicBezTo>
                    <a:pt x="16279" y="54939"/>
                    <a:pt x="19515" y="52371"/>
                    <a:pt x="22217" y="50103"/>
                  </a:cubicBezTo>
                  <a:cubicBezTo>
                    <a:pt x="23851" y="48735"/>
                    <a:pt x="25652" y="47601"/>
                    <a:pt x="27621" y="46767"/>
                  </a:cubicBezTo>
                  <a:cubicBezTo>
                    <a:pt x="27621" y="46767"/>
                    <a:pt x="28021" y="25818"/>
                    <a:pt x="28021" y="22149"/>
                  </a:cubicBezTo>
                  <a:cubicBezTo>
                    <a:pt x="28021" y="18513"/>
                    <a:pt x="28788" y="14711"/>
                    <a:pt x="28588" y="13209"/>
                  </a:cubicBezTo>
                  <a:cubicBezTo>
                    <a:pt x="28354" y="11708"/>
                    <a:pt x="21883" y="9874"/>
                    <a:pt x="20249" y="9107"/>
                  </a:cubicBezTo>
                  <a:lnTo>
                    <a:pt x="18647" y="8339"/>
                  </a:lnTo>
                  <a:cubicBezTo>
                    <a:pt x="18647" y="8339"/>
                    <a:pt x="18647" y="6271"/>
                    <a:pt x="19281" y="4937"/>
                  </a:cubicBezTo>
                  <a:lnTo>
                    <a:pt x="19948" y="3669"/>
                  </a:lnTo>
                  <a:lnTo>
                    <a:pt x="11642" y="0"/>
                  </a:lnTo>
                  <a:close/>
                </a:path>
              </a:pathLst>
            </a:custGeom>
            <a:solidFill>
              <a:srgbClr val="6453C2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50">
              <a:extLst>
                <a:ext uri="{FF2B5EF4-FFF2-40B4-BE49-F238E27FC236}">
                  <a16:creationId xmlns:a16="http://schemas.microsoft.com/office/drawing/2014/main" id="{8E589427-CF9F-F33F-576A-B5565311B89B}"/>
                </a:ext>
              </a:extLst>
            </p:cNvPr>
            <p:cNvSpPr/>
            <p:nvPr/>
          </p:nvSpPr>
          <p:spPr>
            <a:xfrm>
              <a:off x="3802050" y="3249425"/>
              <a:ext cx="651325" cy="318600"/>
            </a:xfrm>
            <a:custGeom>
              <a:avLst/>
              <a:gdLst/>
              <a:ahLst/>
              <a:cxnLst/>
              <a:rect l="l" t="t" r="r" b="b"/>
              <a:pathLst>
                <a:path w="26053" h="12744" extrusionOk="0">
                  <a:moveTo>
                    <a:pt x="26053" y="1"/>
                  </a:moveTo>
                  <a:cubicBezTo>
                    <a:pt x="24385" y="68"/>
                    <a:pt x="22817" y="935"/>
                    <a:pt x="15912" y="3270"/>
                  </a:cubicBezTo>
                  <a:cubicBezTo>
                    <a:pt x="10742" y="4938"/>
                    <a:pt x="5404" y="6072"/>
                    <a:pt x="1" y="6639"/>
                  </a:cubicBezTo>
                  <a:cubicBezTo>
                    <a:pt x="134" y="10342"/>
                    <a:pt x="234" y="12743"/>
                    <a:pt x="234" y="12743"/>
                  </a:cubicBezTo>
                  <a:cubicBezTo>
                    <a:pt x="234" y="12743"/>
                    <a:pt x="3903" y="12643"/>
                    <a:pt x="9307" y="10608"/>
                  </a:cubicBezTo>
                  <a:cubicBezTo>
                    <a:pt x="14711" y="8540"/>
                    <a:pt x="17947" y="5938"/>
                    <a:pt x="20649" y="3670"/>
                  </a:cubicBezTo>
                  <a:cubicBezTo>
                    <a:pt x="22283" y="2303"/>
                    <a:pt x="24084" y="1202"/>
                    <a:pt x="26053" y="334"/>
                  </a:cubicBezTo>
                  <a:lnTo>
                    <a:pt x="26053" y="1"/>
                  </a:ln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50">
              <a:extLst>
                <a:ext uri="{FF2B5EF4-FFF2-40B4-BE49-F238E27FC236}">
                  <a16:creationId xmlns:a16="http://schemas.microsoft.com/office/drawing/2014/main" id="{5295AAA7-D78D-EA58-70FF-154D55C86082}"/>
                </a:ext>
              </a:extLst>
            </p:cNvPr>
            <p:cNvSpPr/>
            <p:nvPr/>
          </p:nvSpPr>
          <p:spPr>
            <a:xfrm>
              <a:off x="3799550" y="3216900"/>
              <a:ext cx="653000" cy="121800"/>
            </a:xfrm>
            <a:custGeom>
              <a:avLst/>
              <a:gdLst/>
              <a:ahLst/>
              <a:cxnLst/>
              <a:rect l="l" t="t" r="r" b="b"/>
              <a:pathLst>
                <a:path w="26120" h="4872" fill="none" extrusionOk="0">
                  <a:moveTo>
                    <a:pt x="1" y="4871"/>
                  </a:moveTo>
                  <a:cubicBezTo>
                    <a:pt x="1" y="4871"/>
                    <a:pt x="19248" y="2203"/>
                    <a:pt x="26119" y="1"/>
                  </a:cubicBez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50">
              <a:extLst>
                <a:ext uri="{FF2B5EF4-FFF2-40B4-BE49-F238E27FC236}">
                  <a16:creationId xmlns:a16="http://schemas.microsoft.com/office/drawing/2014/main" id="{448141B6-D5FF-D951-79F7-D2A03C5C084E}"/>
                </a:ext>
              </a:extLst>
            </p:cNvPr>
            <p:cNvSpPr/>
            <p:nvPr/>
          </p:nvSpPr>
          <p:spPr>
            <a:xfrm>
              <a:off x="3957175" y="2088600"/>
              <a:ext cx="328575" cy="347775"/>
            </a:xfrm>
            <a:custGeom>
              <a:avLst/>
              <a:gdLst/>
              <a:ahLst/>
              <a:cxnLst/>
              <a:rect l="l" t="t" r="r" b="b"/>
              <a:pathLst>
                <a:path w="13143" h="13911" extrusionOk="0">
                  <a:moveTo>
                    <a:pt x="3869" y="1"/>
                  </a:moveTo>
                  <a:lnTo>
                    <a:pt x="3536" y="401"/>
                  </a:lnTo>
                  <a:cubicBezTo>
                    <a:pt x="3536" y="401"/>
                    <a:pt x="3202" y="6072"/>
                    <a:pt x="3102" y="6939"/>
                  </a:cubicBezTo>
                  <a:cubicBezTo>
                    <a:pt x="3036" y="7506"/>
                    <a:pt x="1701" y="8373"/>
                    <a:pt x="0" y="9274"/>
                  </a:cubicBezTo>
                  <a:cubicBezTo>
                    <a:pt x="1034" y="10441"/>
                    <a:pt x="3803" y="13177"/>
                    <a:pt x="7005" y="13844"/>
                  </a:cubicBezTo>
                  <a:cubicBezTo>
                    <a:pt x="7221" y="13889"/>
                    <a:pt x="7435" y="13910"/>
                    <a:pt x="7647" y="13910"/>
                  </a:cubicBezTo>
                  <a:cubicBezTo>
                    <a:pt x="9949" y="13910"/>
                    <a:pt x="11951" y="11390"/>
                    <a:pt x="13143" y="9374"/>
                  </a:cubicBezTo>
                  <a:cubicBezTo>
                    <a:pt x="12876" y="9274"/>
                    <a:pt x="12676" y="9174"/>
                    <a:pt x="12476" y="9107"/>
                  </a:cubicBezTo>
                  <a:lnTo>
                    <a:pt x="10874" y="8340"/>
                  </a:lnTo>
                  <a:cubicBezTo>
                    <a:pt x="10874" y="8340"/>
                    <a:pt x="10874" y="6272"/>
                    <a:pt x="11508" y="4938"/>
                  </a:cubicBezTo>
                  <a:lnTo>
                    <a:pt x="12175" y="3670"/>
                  </a:lnTo>
                  <a:lnTo>
                    <a:pt x="3869" y="1"/>
                  </a:ln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50">
              <a:extLst>
                <a:ext uri="{FF2B5EF4-FFF2-40B4-BE49-F238E27FC236}">
                  <a16:creationId xmlns:a16="http://schemas.microsoft.com/office/drawing/2014/main" id="{63813B4E-6315-4817-2AA9-A7642FC5011F}"/>
                </a:ext>
              </a:extLst>
            </p:cNvPr>
            <p:cNvSpPr/>
            <p:nvPr/>
          </p:nvSpPr>
          <p:spPr>
            <a:xfrm>
              <a:off x="4079750" y="2431275"/>
              <a:ext cx="87600" cy="128525"/>
            </a:xfrm>
            <a:custGeom>
              <a:avLst/>
              <a:gdLst/>
              <a:ahLst/>
              <a:cxnLst/>
              <a:rect l="l" t="t" r="r" b="b"/>
              <a:pathLst>
                <a:path w="3504" h="5141" extrusionOk="0">
                  <a:moveTo>
                    <a:pt x="3129" y="0"/>
                  </a:moveTo>
                  <a:cubicBezTo>
                    <a:pt x="2619" y="0"/>
                    <a:pt x="1129" y="68"/>
                    <a:pt x="634" y="837"/>
                  </a:cubicBezTo>
                  <a:cubicBezTo>
                    <a:pt x="1" y="1771"/>
                    <a:pt x="301" y="3539"/>
                    <a:pt x="468" y="4106"/>
                  </a:cubicBezTo>
                  <a:cubicBezTo>
                    <a:pt x="734" y="4974"/>
                    <a:pt x="3303" y="5140"/>
                    <a:pt x="3303" y="5140"/>
                  </a:cubicBezTo>
                  <a:lnTo>
                    <a:pt x="3370" y="4273"/>
                  </a:lnTo>
                  <a:cubicBezTo>
                    <a:pt x="3503" y="3139"/>
                    <a:pt x="3503" y="2005"/>
                    <a:pt x="3370" y="904"/>
                  </a:cubicBezTo>
                  <a:lnTo>
                    <a:pt x="3303" y="3"/>
                  </a:lnTo>
                  <a:cubicBezTo>
                    <a:pt x="3303" y="3"/>
                    <a:pt x="3238" y="0"/>
                    <a:pt x="3129" y="0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50">
              <a:extLst>
                <a:ext uri="{FF2B5EF4-FFF2-40B4-BE49-F238E27FC236}">
                  <a16:creationId xmlns:a16="http://schemas.microsoft.com/office/drawing/2014/main" id="{D24BA2B5-2DC4-ACDB-F035-0BE7C2C2765C}"/>
                </a:ext>
              </a:extLst>
            </p:cNvPr>
            <p:cNvSpPr/>
            <p:nvPr/>
          </p:nvSpPr>
          <p:spPr>
            <a:xfrm>
              <a:off x="4079750" y="2587225"/>
              <a:ext cx="87600" cy="127675"/>
            </a:xfrm>
            <a:custGeom>
              <a:avLst/>
              <a:gdLst/>
              <a:ahLst/>
              <a:cxnLst/>
              <a:rect l="l" t="t" r="r" b="b"/>
              <a:pathLst>
                <a:path w="3504" h="5107" extrusionOk="0">
                  <a:moveTo>
                    <a:pt x="3129" y="0"/>
                  </a:moveTo>
                  <a:cubicBezTo>
                    <a:pt x="2619" y="0"/>
                    <a:pt x="1129" y="68"/>
                    <a:pt x="634" y="837"/>
                  </a:cubicBezTo>
                  <a:cubicBezTo>
                    <a:pt x="1" y="1771"/>
                    <a:pt x="301" y="3539"/>
                    <a:pt x="468" y="4073"/>
                  </a:cubicBezTo>
                  <a:cubicBezTo>
                    <a:pt x="734" y="4973"/>
                    <a:pt x="3303" y="5107"/>
                    <a:pt x="3303" y="5107"/>
                  </a:cubicBezTo>
                  <a:lnTo>
                    <a:pt x="3370" y="4240"/>
                  </a:lnTo>
                  <a:cubicBezTo>
                    <a:pt x="3503" y="3139"/>
                    <a:pt x="3503" y="2005"/>
                    <a:pt x="3370" y="871"/>
                  </a:cubicBezTo>
                  <a:lnTo>
                    <a:pt x="3303" y="3"/>
                  </a:lnTo>
                  <a:cubicBezTo>
                    <a:pt x="3303" y="3"/>
                    <a:pt x="3238" y="0"/>
                    <a:pt x="3129" y="0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50">
              <a:extLst>
                <a:ext uri="{FF2B5EF4-FFF2-40B4-BE49-F238E27FC236}">
                  <a16:creationId xmlns:a16="http://schemas.microsoft.com/office/drawing/2014/main" id="{62A083B5-E58F-4184-39A6-6AB7677E4CD9}"/>
                </a:ext>
              </a:extLst>
            </p:cNvPr>
            <p:cNvSpPr/>
            <p:nvPr/>
          </p:nvSpPr>
          <p:spPr>
            <a:xfrm>
              <a:off x="4161475" y="2559775"/>
              <a:ext cx="25" cy="27550"/>
            </a:xfrm>
            <a:custGeom>
              <a:avLst/>
              <a:gdLst/>
              <a:ahLst/>
              <a:cxnLst/>
              <a:rect l="l" t="t" r="r" b="b"/>
              <a:pathLst>
                <a:path w="1" h="1102" fill="none" extrusionOk="0">
                  <a:moveTo>
                    <a:pt x="1" y="0"/>
                  </a:moveTo>
                  <a:lnTo>
                    <a:pt x="1" y="1101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50">
              <a:extLst>
                <a:ext uri="{FF2B5EF4-FFF2-40B4-BE49-F238E27FC236}">
                  <a16:creationId xmlns:a16="http://schemas.microsoft.com/office/drawing/2014/main" id="{53EE25B8-DEA9-9EAD-6586-B40AE39EA28B}"/>
                </a:ext>
              </a:extLst>
            </p:cNvPr>
            <p:cNvSpPr/>
            <p:nvPr/>
          </p:nvSpPr>
          <p:spPr>
            <a:xfrm>
              <a:off x="4146475" y="2559775"/>
              <a:ext cx="25" cy="25050"/>
            </a:xfrm>
            <a:custGeom>
              <a:avLst/>
              <a:gdLst/>
              <a:ahLst/>
              <a:cxnLst/>
              <a:rect l="l" t="t" r="r" b="b"/>
              <a:pathLst>
                <a:path w="1" h="1002" fill="none" extrusionOk="0">
                  <a:moveTo>
                    <a:pt x="0" y="0"/>
                  </a:moveTo>
                  <a:lnTo>
                    <a:pt x="0" y="1001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50">
              <a:extLst>
                <a:ext uri="{FF2B5EF4-FFF2-40B4-BE49-F238E27FC236}">
                  <a16:creationId xmlns:a16="http://schemas.microsoft.com/office/drawing/2014/main" id="{AF7AB5C7-9261-EE8E-0C88-525C0940CAF9}"/>
                </a:ext>
              </a:extLst>
            </p:cNvPr>
            <p:cNvSpPr/>
            <p:nvPr/>
          </p:nvSpPr>
          <p:spPr>
            <a:xfrm>
              <a:off x="4045550" y="2088600"/>
              <a:ext cx="216025" cy="171825"/>
            </a:xfrm>
            <a:custGeom>
              <a:avLst/>
              <a:gdLst/>
              <a:ahLst/>
              <a:cxnLst/>
              <a:rect l="l" t="t" r="r" b="b"/>
              <a:pathLst>
                <a:path w="8641" h="6873" extrusionOk="0">
                  <a:moveTo>
                    <a:pt x="334" y="1"/>
                  </a:moveTo>
                  <a:lnTo>
                    <a:pt x="1" y="401"/>
                  </a:lnTo>
                  <a:lnTo>
                    <a:pt x="701" y="1669"/>
                  </a:lnTo>
                  <a:cubicBezTo>
                    <a:pt x="701" y="1669"/>
                    <a:pt x="2870" y="5705"/>
                    <a:pt x="7506" y="6872"/>
                  </a:cubicBezTo>
                  <a:cubicBezTo>
                    <a:pt x="7573" y="6205"/>
                    <a:pt x="7740" y="5571"/>
                    <a:pt x="7973" y="4971"/>
                  </a:cubicBezTo>
                  <a:lnTo>
                    <a:pt x="8640" y="3670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50">
              <a:extLst>
                <a:ext uri="{FF2B5EF4-FFF2-40B4-BE49-F238E27FC236}">
                  <a16:creationId xmlns:a16="http://schemas.microsoft.com/office/drawing/2014/main" id="{210B35D9-E83B-C9F4-F9E0-B97AEEB92872}"/>
                </a:ext>
              </a:extLst>
            </p:cNvPr>
            <p:cNvSpPr/>
            <p:nvPr/>
          </p:nvSpPr>
          <p:spPr>
            <a:xfrm>
              <a:off x="4028875" y="1830975"/>
              <a:ext cx="324425" cy="379925"/>
            </a:xfrm>
            <a:custGeom>
              <a:avLst/>
              <a:gdLst/>
              <a:ahLst/>
              <a:cxnLst/>
              <a:rect l="l" t="t" r="r" b="b"/>
              <a:pathLst>
                <a:path w="12977" h="15197" extrusionOk="0">
                  <a:moveTo>
                    <a:pt x="6066" y="1"/>
                  </a:moveTo>
                  <a:cubicBezTo>
                    <a:pt x="5678" y="1"/>
                    <a:pt x="5277" y="50"/>
                    <a:pt x="4871" y="165"/>
                  </a:cubicBezTo>
                  <a:cubicBezTo>
                    <a:pt x="2169" y="932"/>
                    <a:pt x="1" y="6203"/>
                    <a:pt x="134" y="8037"/>
                  </a:cubicBezTo>
                  <a:cubicBezTo>
                    <a:pt x="234" y="9872"/>
                    <a:pt x="3036" y="12874"/>
                    <a:pt x="3036" y="12874"/>
                  </a:cubicBezTo>
                  <a:cubicBezTo>
                    <a:pt x="4404" y="14142"/>
                    <a:pt x="6138" y="14942"/>
                    <a:pt x="8006" y="15142"/>
                  </a:cubicBezTo>
                  <a:cubicBezTo>
                    <a:pt x="8344" y="15180"/>
                    <a:pt x="8662" y="15196"/>
                    <a:pt x="8962" y="15196"/>
                  </a:cubicBezTo>
                  <a:cubicBezTo>
                    <a:pt x="11357" y="15196"/>
                    <a:pt x="12543" y="14116"/>
                    <a:pt x="12543" y="13641"/>
                  </a:cubicBezTo>
                  <a:cubicBezTo>
                    <a:pt x="12543" y="13108"/>
                    <a:pt x="11776" y="9105"/>
                    <a:pt x="11776" y="9105"/>
                  </a:cubicBezTo>
                  <a:cubicBezTo>
                    <a:pt x="11776" y="9105"/>
                    <a:pt x="12743" y="8571"/>
                    <a:pt x="12877" y="8137"/>
                  </a:cubicBezTo>
                  <a:cubicBezTo>
                    <a:pt x="12977" y="7704"/>
                    <a:pt x="11042" y="5869"/>
                    <a:pt x="11042" y="5869"/>
                  </a:cubicBezTo>
                  <a:cubicBezTo>
                    <a:pt x="11209" y="5602"/>
                    <a:pt x="11309" y="5302"/>
                    <a:pt x="11342" y="5002"/>
                  </a:cubicBezTo>
                  <a:cubicBezTo>
                    <a:pt x="11342" y="4568"/>
                    <a:pt x="10041" y="1566"/>
                    <a:pt x="10041" y="1566"/>
                  </a:cubicBezTo>
                  <a:cubicBezTo>
                    <a:pt x="10041" y="1566"/>
                    <a:pt x="8259" y="1"/>
                    <a:pt x="6066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50">
              <a:extLst>
                <a:ext uri="{FF2B5EF4-FFF2-40B4-BE49-F238E27FC236}">
                  <a16:creationId xmlns:a16="http://schemas.microsoft.com/office/drawing/2014/main" id="{97D95FAC-96B5-A512-9601-A0C15F77A96C}"/>
                </a:ext>
              </a:extLst>
            </p:cNvPr>
            <p:cNvSpPr/>
            <p:nvPr/>
          </p:nvSpPr>
          <p:spPr>
            <a:xfrm>
              <a:off x="4250700" y="1969350"/>
              <a:ext cx="18375" cy="35050"/>
            </a:xfrm>
            <a:custGeom>
              <a:avLst/>
              <a:gdLst/>
              <a:ahLst/>
              <a:cxnLst/>
              <a:rect l="l" t="t" r="r" b="b"/>
              <a:pathLst>
                <a:path w="735" h="1402" extrusionOk="0">
                  <a:moveTo>
                    <a:pt x="368" y="1"/>
                  </a:moveTo>
                  <a:cubicBezTo>
                    <a:pt x="168" y="1"/>
                    <a:pt x="1" y="334"/>
                    <a:pt x="1" y="701"/>
                  </a:cubicBezTo>
                  <a:cubicBezTo>
                    <a:pt x="1" y="1101"/>
                    <a:pt x="168" y="1402"/>
                    <a:pt x="368" y="1402"/>
                  </a:cubicBezTo>
                  <a:cubicBezTo>
                    <a:pt x="568" y="1402"/>
                    <a:pt x="735" y="1101"/>
                    <a:pt x="735" y="701"/>
                  </a:cubicBezTo>
                  <a:cubicBezTo>
                    <a:pt x="735" y="334"/>
                    <a:pt x="568" y="1"/>
                    <a:pt x="3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50">
              <a:extLst>
                <a:ext uri="{FF2B5EF4-FFF2-40B4-BE49-F238E27FC236}">
                  <a16:creationId xmlns:a16="http://schemas.microsoft.com/office/drawing/2014/main" id="{B686C3CD-DFC3-4F56-44F7-34BF371BD16C}"/>
                </a:ext>
              </a:extLst>
            </p:cNvPr>
            <p:cNvSpPr/>
            <p:nvPr/>
          </p:nvSpPr>
          <p:spPr>
            <a:xfrm>
              <a:off x="4229025" y="1929325"/>
              <a:ext cx="59225" cy="35050"/>
            </a:xfrm>
            <a:custGeom>
              <a:avLst/>
              <a:gdLst/>
              <a:ahLst/>
              <a:cxnLst/>
              <a:rect l="l" t="t" r="r" b="b"/>
              <a:pathLst>
                <a:path w="2369" h="1402" fill="none" extrusionOk="0">
                  <a:moveTo>
                    <a:pt x="0" y="1401"/>
                  </a:moveTo>
                  <a:cubicBezTo>
                    <a:pt x="0" y="1401"/>
                    <a:pt x="1068" y="0"/>
                    <a:pt x="2369" y="768"/>
                  </a:cubicBez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50">
              <a:extLst>
                <a:ext uri="{FF2B5EF4-FFF2-40B4-BE49-F238E27FC236}">
                  <a16:creationId xmlns:a16="http://schemas.microsoft.com/office/drawing/2014/main" id="{C04DBD31-FF18-D426-4389-3364621472C2}"/>
                </a:ext>
              </a:extLst>
            </p:cNvPr>
            <p:cNvSpPr/>
            <p:nvPr/>
          </p:nvSpPr>
          <p:spPr>
            <a:xfrm>
              <a:off x="4224025" y="2069425"/>
              <a:ext cx="72575" cy="26700"/>
            </a:xfrm>
            <a:custGeom>
              <a:avLst/>
              <a:gdLst/>
              <a:ahLst/>
              <a:cxnLst/>
              <a:rect l="l" t="t" r="r" b="b"/>
              <a:pathLst>
                <a:path w="2903" h="1068" fill="none" extrusionOk="0">
                  <a:moveTo>
                    <a:pt x="0" y="0"/>
                  </a:moveTo>
                  <a:cubicBezTo>
                    <a:pt x="0" y="0"/>
                    <a:pt x="634" y="1068"/>
                    <a:pt x="2902" y="668"/>
                  </a:cubicBez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50">
              <a:extLst>
                <a:ext uri="{FF2B5EF4-FFF2-40B4-BE49-F238E27FC236}">
                  <a16:creationId xmlns:a16="http://schemas.microsoft.com/office/drawing/2014/main" id="{2B779160-6441-071A-4391-CCE0B8053AA2}"/>
                </a:ext>
              </a:extLst>
            </p:cNvPr>
            <p:cNvSpPr/>
            <p:nvPr/>
          </p:nvSpPr>
          <p:spPr>
            <a:xfrm>
              <a:off x="3927150" y="1703450"/>
              <a:ext cx="406975" cy="380675"/>
            </a:xfrm>
            <a:custGeom>
              <a:avLst/>
              <a:gdLst/>
              <a:ahLst/>
              <a:cxnLst/>
              <a:rect l="l" t="t" r="r" b="b"/>
              <a:pathLst>
                <a:path w="16279" h="15227" extrusionOk="0">
                  <a:moveTo>
                    <a:pt x="11270" y="0"/>
                  </a:moveTo>
                  <a:cubicBezTo>
                    <a:pt x="9200" y="0"/>
                    <a:pt x="7080" y="1224"/>
                    <a:pt x="7005" y="1797"/>
                  </a:cubicBezTo>
                  <a:cubicBezTo>
                    <a:pt x="6905" y="2564"/>
                    <a:pt x="7639" y="3531"/>
                    <a:pt x="7005" y="3632"/>
                  </a:cubicBezTo>
                  <a:cubicBezTo>
                    <a:pt x="6927" y="3644"/>
                    <a:pt x="6837" y="3648"/>
                    <a:pt x="6740" y="3648"/>
                  </a:cubicBezTo>
                  <a:cubicBezTo>
                    <a:pt x="6526" y="3648"/>
                    <a:pt x="6273" y="3628"/>
                    <a:pt x="6020" y="3628"/>
                  </a:cubicBezTo>
                  <a:cubicBezTo>
                    <a:pt x="5451" y="3628"/>
                    <a:pt x="4879" y="3731"/>
                    <a:pt x="4737" y="4399"/>
                  </a:cubicBezTo>
                  <a:cubicBezTo>
                    <a:pt x="4603" y="5066"/>
                    <a:pt x="4370" y="5700"/>
                    <a:pt x="4103" y="6333"/>
                  </a:cubicBezTo>
                  <a:cubicBezTo>
                    <a:pt x="4103" y="6333"/>
                    <a:pt x="634" y="7634"/>
                    <a:pt x="300" y="9669"/>
                  </a:cubicBezTo>
                  <a:cubicBezTo>
                    <a:pt x="0" y="11704"/>
                    <a:pt x="2902" y="14539"/>
                    <a:pt x="3336" y="14940"/>
                  </a:cubicBezTo>
                  <a:cubicBezTo>
                    <a:pt x="3518" y="15121"/>
                    <a:pt x="4056" y="15227"/>
                    <a:pt x="4670" y="15227"/>
                  </a:cubicBezTo>
                  <a:cubicBezTo>
                    <a:pt x="5522" y="15227"/>
                    <a:pt x="6517" y="15024"/>
                    <a:pt x="6905" y="14539"/>
                  </a:cubicBezTo>
                  <a:cubicBezTo>
                    <a:pt x="7539" y="13705"/>
                    <a:pt x="6572" y="12271"/>
                    <a:pt x="7205" y="11737"/>
                  </a:cubicBezTo>
                  <a:cubicBezTo>
                    <a:pt x="7872" y="11204"/>
                    <a:pt x="8740" y="11404"/>
                    <a:pt x="8940" y="9803"/>
                  </a:cubicBezTo>
                  <a:cubicBezTo>
                    <a:pt x="9173" y="8168"/>
                    <a:pt x="8406" y="7534"/>
                    <a:pt x="9474" y="6967"/>
                  </a:cubicBezTo>
                  <a:cubicBezTo>
                    <a:pt x="9691" y="6862"/>
                    <a:pt x="9921" y="6824"/>
                    <a:pt x="10166" y="6824"/>
                  </a:cubicBezTo>
                  <a:cubicBezTo>
                    <a:pt x="10776" y="6824"/>
                    <a:pt x="11479" y="7058"/>
                    <a:pt x="12329" y="7058"/>
                  </a:cubicBezTo>
                  <a:cubicBezTo>
                    <a:pt x="12861" y="7058"/>
                    <a:pt x="13451" y="6966"/>
                    <a:pt x="14110" y="6667"/>
                  </a:cubicBezTo>
                  <a:cubicBezTo>
                    <a:pt x="16278" y="5700"/>
                    <a:pt x="15645" y="1897"/>
                    <a:pt x="13276" y="496"/>
                  </a:cubicBezTo>
                  <a:cubicBezTo>
                    <a:pt x="12668" y="141"/>
                    <a:pt x="11972" y="0"/>
                    <a:pt x="11270" y="0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50">
              <a:extLst>
                <a:ext uri="{FF2B5EF4-FFF2-40B4-BE49-F238E27FC236}">
                  <a16:creationId xmlns:a16="http://schemas.microsoft.com/office/drawing/2014/main" id="{7E0697B6-095E-E9EE-2EE9-528CA08C2939}"/>
                </a:ext>
              </a:extLst>
            </p:cNvPr>
            <p:cNvSpPr/>
            <p:nvPr/>
          </p:nvSpPr>
          <p:spPr>
            <a:xfrm>
              <a:off x="3991350" y="2031500"/>
              <a:ext cx="110950" cy="118900"/>
            </a:xfrm>
            <a:custGeom>
              <a:avLst/>
              <a:gdLst/>
              <a:ahLst/>
              <a:cxnLst/>
              <a:rect l="l" t="t" r="r" b="b"/>
              <a:pathLst>
                <a:path w="4438" h="4756" extrusionOk="0">
                  <a:moveTo>
                    <a:pt x="1855" y="0"/>
                  </a:moveTo>
                  <a:cubicBezTo>
                    <a:pt x="1783" y="0"/>
                    <a:pt x="1709" y="6"/>
                    <a:pt x="1635" y="16"/>
                  </a:cubicBezTo>
                  <a:cubicBezTo>
                    <a:pt x="1" y="217"/>
                    <a:pt x="434" y="3786"/>
                    <a:pt x="1635" y="4553"/>
                  </a:cubicBezTo>
                  <a:cubicBezTo>
                    <a:pt x="1865" y="4697"/>
                    <a:pt x="2112" y="4755"/>
                    <a:pt x="2361" y="4755"/>
                  </a:cubicBezTo>
                  <a:cubicBezTo>
                    <a:pt x="3382" y="4755"/>
                    <a:pt x="4437" y="3786"/>
                    <a:pt x="4437" y="3786"/>
                  </a:cubicBezTo>
                  <a:lnTo>
                    <a:pt x="4437" y="2185"/>
                  </a:lnTo>
                  <a:cubicBezTo>
                    <a:pt x="4437" y="2185"/>
                    <a:pt x="3345" y="0"/>
                    <a:pt x="18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50">
              <a:extLst>
                <a:ext uri="{FF2B5EF4-FFF2-40B4-BE49-F238E27FC236}">
                  <a16:creationId xmlns:a16="http://schemas.microsoft.com/office/drawing/2014/main" id="{E25B5B4B-2F97-9845-0F57-8151D5BA97B4}"/>
                </a:ext>
              </a:extLst>
            </p:cNvPr>
            <p:cNvSpPr/>
            <p:nvPr/>
          </p:nvSpPr>
          <p:spPr>
            <a:xfrm>
              <a:off x="3991350" y="2026050"/>
              <a:ext cx="110950" cy="137625"/>
            </a:xfrm>
            <a:custGeom>
              <a:avLst/>
              <a:gdLst/>
              <a:ahLst/>
              <a:cxnLst/>
              <a:rect l="l" t="t" r="r" b="b"/>
              <a:pathLst>
                <a:path w="4438" h="5505" fill="none" extrusionOk="0">
                  <a:moveTo>
                    <a:pt x="4437" y="2403"/>
                  </a:moveTo>
                  <a:cubicBezTo>
                    <a:pt x="4437" y="2403"/>
                    <a:pt x="3236" y="1"/>
                    <a:pt x="1635" y="234"/>
                  </a:cubicBezTo>
                  <a:cubicBezTo>
                    <a:pt x="1" y="435"/>
                    <a:pt x="434" y="4004"/>
                    <a:pt x="1635" y="4771"/>
                  </a:cubicBezTo>
                  <a:cubicBezTo>
                    <a:pt x="2803" y="5505"/>
                    <a:pt x="4437" y="4004"/>
                    <a:pt x="4437" y="4004"/>
                  </a:cubicBez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50">
              <a:extLst>
                <a:ext uri="{FF2B5EF4-FFF2-40B4-BE49-F238E27FC236}">
                  <a16:creationId xmlns:a16="http://schemas.microsoft.com/office/drawing/2014/main" id="{657AF1F6-DB3B-7E00-3406-06C9EB431E20}"/>
                </a:ext>
              </a:extLst>
            </p:cNvPr>
            <p:cNvSpPr/>
            <p:nvPr/>
          </p:nvSpPr>
          <p:spPr>
            <a:xfrm>
              <a:off x="3493500" y="2397150"/>
              <a:ext cx="305250" cy="648925"/>
            </a:xfrm>
            <a:custGeom>
              <a:avLst/>
              <a:gdLst/>
              <a:ahLst/>
              <a:cxnLst/>
              <a:rect l="l" t="t" r="r" b="b"/>
              <a:pathLst>
                <a:path w="12210" h="25957" extrusionOk="0">
                  <a:moveTo>
                    <a:pt x="12209" y="1"/>
                  </a:moveTo>
                  <a:cubicBezTo>
                    <a:pt x="12209" y="1"/>
                    <a:pt x="9074" y="1302"/>
                    <a:pt x="8540" y="3036"/>
                  </a:cubicBezTo>
                  <a:cubicBezTo>
                    <a:pt x="8006" y="4738"/>
                    <a:pt x="1301" y="20516"/>
                    <a:pt x="668" y="21783"/>
                  </a:cubicBezTo>
                  <a:cubicBezTo>
                    <a:pt x="0" y="23051"/>
                    <a:pt x="768" y="25352"/>
                    <a:pt x="1935" y="25786"/>
                  </a:cubicBezTo>
                  <a:cubicBezTo>
                    <a:pt x="2257" y="25902"/>
                    <a:pt x="2538" y="25956"/>
                    <a:pt x="2800" y="25956"/>
                  </a:cubicBezTo>
                  <a:cubicBezTo>
                    <a:pt x="3516" y="25956"/>
                    <a:pt x="4092" y="25554"/>
                    <a:pt x="4971" y="24919"/>
                  </a:cubicBezTo>
                  <a:cubicBezTo>
                    <a:pt x="6138" y="24051"/>
                    <a:pt x="12209" y="13911"/>
                    <a:pt x="12209" y="1391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50">
              <a:extLst>
                <a:ext uri="{FF2B5EF4-FFF2-40B4-BE49-F238E27FC236}">
                  <a16:creationId xmlns:a16="http://schemas.microsoft.com/office/drawing/2014/main" id="{E3B73A37-C66F-E5A1-6C4A-439119D68149}"/>
                </a:ext>
              </a:extLst>
            </p:cNvPr>
            <p:cNvSpPr/>
            <p:nvPr/>
          </p:nvSpPr>
          <p:spPr>
            <a:xfrm>
              <a:off x="3493500" y="2397150"/>
              <a:ext cx="305250" cy="655500"/>
            </a:xfrm>
            <a:custGeom>
              <a:avLst/>
              <a:gdLst/>
              <a:ahLst/>
              <a:cxnLst/>
              <a:rect l="l" t="t" r="r" b="b"/>
              <a:pathLst>
                <a:path w="12210" h="26220" fill="none" extrusionOk="0">
                  <a:moveTo>
                    <a:pt x="12209" y="1"/>
                  </a:moveTo>
                  <a:cubicBezTo>
                    <a:pt x="12209" y="1"/>
                    <a:pt x="9074" y="1302"/>
                    <a:pt x="8540" y="3036"/>
                  </a:cubicBezTo>
                  <a:cubicBezTo>
                    <a:pt x="8006" y="4738"/>
                    <a:pt x="1301" y="20516"/>
                    <a:pt x="668" y="21783"/>
                  </a:cubicBezTo>
                  <a:cubicBezTo>
                    <a:pt x="0" y="23051"/>
                    <a:pt x="768" y="25352"/>
                    <a:pt x="1935" y="25786"/>
                  </a:cubicBezTo>
                  <a:cubicBezTo>
                    <a:pt x="3136" y="26220"/>
                    <a:pt x="3770" y="25786"/>
                    <a:pt x="4971" y="24919"/>
                  </a:cubicBezTo>
                  <a:cubicBezTo>
                    <a:pt x="6138" y="24051"/>
                    <a:pt x="12209" y="13911"/>
                    <a:pt x="12209" y="13911"/>
                  </a:cubicBez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50">
              <a:extLst>
                <a:ext uri="{FF2B5EF4-FFF2-40B4-BE49-F238E27FC236}">
                  <a16:creationId xmlns:a16="http://schemas.microsoft.com/office/drawing/2014/main" id="{7241FA40-D505-B70A-EDCE-B6BA91F6C020}"/>
                </a:ext>
              </a:extLst>
            </p:cNvPr>
            <p:cNvSpPr/>
            <p:nvPr/>
          </p:nvSpPr>
          <p:spPr>
            <a:xfrm>
              <a:off x="3584400" y="2402150"/>
              <a:ext cx="139300" cy="300250"/>
            </a:xfrm>
            <a:custGeom>
              <a:avLst/>
              <a:gdLst/>
              <a:ahLst/>
              <a:cxnLst/>
              <a:rect l="l" t="t" r="r" b="b"/>
              <a:pathLst>
                <a:path w="5572" h="12010" extrusionOk="0">
                  <a:moveTo>
                    <a:pt x="4570" y="1"/>
                  </a:moveTo>
                  <a:lnTo>
                    <a:pt x="768" y="68"/>
                  </a:lnTo>
                  <a:cubicBezTo>
                    <a:pt x="334" y="68"/>
                    <a:pt x="0" y="435"/>
                    <a:pt x="0" y="868"/>
                  </a:cubicBezTo>
                  <a:lnTo>
                    <a:pt x="201" y="11242"/>
                  </a:lnTo>
                  <a:cubicBezTo>
                    <a:pt x="201" y="11676"/>
                    <a:pt x="567" y="12010"/>
                    <a:pt x="1001" y="12010"/>
                  </a:cubicBezTo>
                  <a:lnTo>
                    <a:pt x="4804" y="11943"/>
                  </a:lnTo>
                  <a:cubicBezTo>
                    <a:pt x="5204" y="11943"/>
                    <a:pt x="5571" y="11576"/>
                    <a:pt x="5571" y="11142"/>
                  </a:cubicBezTo>
                  <a:lnTo>
                    <a:pt x="5371" y="768"/>
                  </a:lnTo>
                  <a:cubicBezTo>
                    <a:pt x="5371" y="335"/>
                    <a:pt x="5004" y="1"/>
                    <a:pt x="4570" y="1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50">
              <a:extLst>
                <a:ext uri="{FF2B5EF4-FFF2-40B4-BE49-F238E27FC236}">
                  <a16:creationId xmlns:a16="http://schemas.microsoft.com/office/drawing/2014/main" id="{366E2FE8-0B34-EB5F-96AB-5661F706FA4F}"/>
                </a:ext>
              </a:extLst>
            </p:cNvPr>
            <p:cNvSpPr/>
            <p:nvPr/>
          </p:nvSpPr>
          <p:spPr>
            <a:xfrm>
              <a:off x="3470150" y="2489350"/>
              <a:ext cx="279725" cy="571500"/>
            </a:xfrm>
            <a:custGeom>
              <a:avLst/>
              <a:gdLst/>
              <a:ahLst/>
              <a:cxnLst/>
              <a:rect l="l" t="t" r="r" b="b"/>
              <a:pathLst>
                <a:path w="11189" h="22860" extrusionOk="0">
                  <a:moveTo>
                    <a:pt x="8956" y="1"/>
                  </a:moveTo>
                  <a:cubicBezTo>
                    <a:pt x="8384" y="1"/>
                    <a:pt x="5900" y="1175"/>
                    <a:pt x="5304" y="1583"/>
                  </a:cubicBezTo>
                  <a:cubicBezTo>
                    <a:pt x="4637" y="2017"/>
                    <a:pt x="3570" y="2918"/>
                    <a:pt x="3636" y="3785"/>
                  </a:cubicBezTo>
                  <a:cubicBezTo>
                    <a:pt x="3670" y="4685"/>
                    <a:pt x="3703" y="10923"/>
                    <a:pt x="3703" y="10923"/>
                  </a:cubicBezTo>
                  <a:cubicBezTo>
                    <a:pt x="3703" y="10923"/>
                    <a:pt x="3036" y="13592"/>
                    <a:pt x="1902" y="15093"/>
                  </a:cubicBezTo>
                  <a:cubicBezTo>
                    <a:pt x="734" y="16627"/>
                    <a:pt x="0" y="19396"/>
                    <a:pt x="1168" y="21664"/>
                  </a:cubicBezTo>
                  <a:cubicBezTo>
                    <a:pt x="1606" y="22516"/>
                    <a:pt x="2289" y="22860"/>
                    <a:pt x="3021" y="22860"/>
                  </a:cubicBezTo>
                  <a:cubicBezTo>
                    <a:pt x="4238" y="22860"/>
                    <a:pt x="5588" y="21909"/>
                    <a:pt x="6172" y="20764"/>
                  </a:cubicBezTo>
                  <a:cubicBezTo>
                    <a:pt x="7106" y="18929"/>
                    <a:pt x="5838" y="12091"/>
                    <a:pt x="5838" y="12091"/>
                  </a:cubicBezTo>
                  <a:cubicBezTo>
                    <a:pt x="6438" y="11690"/>
                    <a:pt x="6939" y="11090"/>
                    <a:pt x="7172" y="10390"/>
                  </a:cubicBezTo>
                  <a:cubicBezTo>
                    <a:pt x="7439" y="9689"/>
                    <a:pt x="7673" y="8955"/>
                    <a:pt x="7806" y="8221"/>
                  </a:cubicBezTo>
                  <a:cubicBezTo>
                    <a:pt x="8773" y="7921"/>
                    <a:pt x="9707" y="7588"/>
                    <a:pt x="10608" y="7154"/>
                  </a:cubicBezTo>
                  <a:cubicBezTo>
                    <a:pt x="11188" y="6832"/>
                    <a:pt x="10959" y="6385"/>
                    <a:pt x="10762" y="6385"/>
                  </a:cubicBezTo>
                  <a:cubicBezTo>
                    <a:pt x="10755" y="6385"/>
                    <a:pt x="10748" y="6386"/>
                    <a:pt x="10741" y="6387"/>
                  </a:cubicBezTo>
                  <a:cubicBezTo>
                    <a:pt x="10541" y="6453"/>
                    <a:pt x="7506" y="7187"/>
                    <a:pt x="7506" y="7187"/>
                  </a:cubicBezTo>
                  <a:cubicBezTo>
                    <a:pt x="7839" y="6854"/>
                    <a:pt x="8173" y="6520"/>
                    <a:pt x="8540" y="6220"/>
                  </a:cubicBezTo>
                  <a:cubicBezTo>
                    <a:pt x="9040" y="5820"/>
                    <a:pt x="10641" y="4252"/>
                    <a:pt x="10708" y="3885"/>
                  </a:cubicBezTo>
                  <a:cubicBezTo>
                    <a:pt x="10741" y="3585"/>
                    <a:pt x="10641" y="3318"/>
                    <a:pt x="10475" y="3118"/>
                  </a:cubicBezTo>
                  <a:cubicBezTo>
                    <a:pt x="10541" y="2884"/>
                    <a:pt x="10475" y="2651"/>
                    <a:pt x="10341" y="2484"/>
                  </a:cubicBezTo>
                  <a:cubicBezTo>
                    <a:pt x="10266" y="2426"/>
                    <a:pt x="10164" y="2401"/>
                    <a:pt x="10043" y="2401"/>
                  </a:cubicBezTo>
                  <a:cubicBezTo>
                    <a:pt x="9678" y="2401"/>
                    <a:pt x="9140" y="2626"/>
                    <a:pt x="8640" y="2851"/>
                  </a:cubicBezTo>
                  <a:cubicBezTo>
                    <a:pt x="7939" y="3151"/>
                    <a:pt x="5671" y="4252"/>
                    <a:pt x="5671" y="4252"/>
                  </a:cubicBezTo>
                  <a:cubicBezTo>
                    <a:pt x="5671" y="4252"/>
                    <a:pt x="5638" y="3051"/>
                    <a:pt x="6005" y="2751"/>
                  </a:cubicBezTo>
                  <a:cubicBezTo>
                    <a:pt x="6372" y="2451"/>
                    <a:pt x="8373" y="1350"/>
                    <a:pt x="8807" y="1016"/>
                  </a:cubicBezTo>
                  <a:cubicBezTo>
                    <a:pt x="9274" y="716"/>
                    <a:pt x="9374" y="149"/>
                    <a:pt x="9040" y="15"/>
                  </a:cubicBezTo>
                  <a:cubicBezTo>
                    <a:pt x="9020" y="6"/>
                    <a:pt x="8992" y="1"/>
                    <a:pt x="8956" y="1"/>
                  </a:cubicBezTo>
                  <a:close/>
                </a:path>
              </a:pathLst>
            </a:custGeom>
            <a:solidFill>
              <a:srgbClr val="FFFFFF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50">
              <a:extLst>
                <a:ext uri="{FF2B5EF4-FFF2-40B4-BE49-F238E27FC236}">
                  <a16:creationId xmlns:a16="http://schemas.microsoft.com/office/drawing/2014/main" id="{DA2426B1-90E2-0500-897A-050902C3C8D4}"/>
                </a:ext>
              </a:extLst>
            </p:cNvPr>
            <p:cNvSpPr/>
            <p:nvPr/>
          </p:nvSpPr>
          <p:spPr>
            <a:xfrm>
              <a:off x="3475150" y="2889175"/>
              <a:ext cx="159300" cy="171900"/>
            </a:xfrm>
            <a:custGeom>
              <a:avLst/>
              <a:gdLst/>
              <a:ahLst/>
              <a:cxnLst/>
              <a:rect l="l" t="t" r="r" b="b"/>
              <a:pathLst>
                <a:path w="6372" h="6876" extrusionOk="0">
                  <a:moveTo>
                    <a:pt x="1135" y="1"/>
                  </a:moveTo>
                  <a:cubicBezTo>
                    <a:pt x="334" y="1568"/>
                    <a:pt x="1" y="3770"/>
                    <a:pt x="968" y="5671"/>
                  </a:cubicBezTo>
                  <a:cubicBezTo>
                    <a:pt x="1409" y="6528"/>
                    <a:pt x="2098" y="6876"/>
                    <a:pt x="2834" y="6876"/>
                  </a:cubicBezTo>
                  <a:cubicBezTo>
                    <a:pt x="4047" y="6876"/>
                    <a:pt x="5390" y="5933"/>
                    <a:pt x="5972" y="4771"/>
                  </a:cubicBezTo>
                  <a:cubicBezTo>
                    <a:pt x="6338" y="4037"/>
                    <a:pt x="6372" y="2436"/>
                    <a:pt x="6238" y="835"/>
                  </a:cubicBezTo>
                  <a:lnTo>
                    <a:pt x="6238" y="835"/>
                  </a:lnTo>
                  <a:cubicBezTo>
                    <a:pt x="5456" y="1170"/>
                    <a:pt x="4758" y="1304"/>
                    <a:pt x="4140" y="1304"/>
                  </a:cubicBezTo>
                  <a:cubicBezTo>
                    <a:pt x="2728" y="1304"/>
                    <a:pt x="1738" y="604"/>
                    <a:pt x="1135" y="1"/>
                  </a:cubicBezTo>
                  <a:close/>
                </a:path>
              </a:pathLst>
            </a:custGeom>
            <a:solidFill>
              <a:srgbClr val="6453C2"/>
            </a:solidFill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50">
              <a:extLst>
                <a:ext uri="{FF2B5EF4-FFF2-40B4-BE49-F238E27FC236}">
                  <a16:creationId xmlns:a16="http://schemas.microsoft.com/office/drawing/2014/main" id="{3DCAED34-242C-634D-746C-587D7826BBC3}"/>
                </a:ext>
              </a:extLst>
            </p:cNvPr>
            <p:cNvSpPr/>
            <p:nvPr/>
          </p:nvSpPr>
          <p:spPr>
            <a:xfrm>
              <a:off x="3626925" y="2567275"/>
              <a:ext cx="104275" cy="65900"/>
            </a:xfrm>
            <a:custGeom>
              <a:avLst/>
              <a:gdLst/>
              <a:ahLst/>
              <a:cxnLst/>
              <a:rect l="l" t="t" r="r" b="b"/>
              <a:pathLst>
                <a:path w="4171" h="2636" fill="none" extrusionOk="0">
                  <a:moveTo>
                    <a:pt x="4170" y="1"/>
                  </a:moveTo>
                  <a:lnTo>
                    <a:pt x="1" y="2636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50">
              <a:extLst>
                <a:ext uri="{FF2B5EF4-FFF2-40B4-BE49-F238E27FC236}">
                  <a16:creationId xmlns:a16="http://schemas.microsoft.com/office/drawing/2014/main" id="{54E5E0C2-3356-AE00-B8F9-9B3F310CFAA7}"/>
                </a:ext>
              </a:extLst>
            </p:cNvPr>
            <p:cNvSpPr/>
            <p:nvPr/>
          </p:nvSpPr>
          <p:spPr>
            <a:xfrm>
              <a:off x="3626925" y="2567275"/>
              <a:ext cx="104275" cy="65900"/>
            </a:xfrm>
            <a:custGeom>
              <a:avLst/>
              <a:gdLst/>
              <a:ahLst/>
              <a:cxnLst/>
              <a:rect l="l" t="t" r="r" b="b"/>
              <a:pathLst>
                <a:path w="4171" h="2636" fill="none" extrusionOk="0">
                  <a:moveTo>
                    <a:pt x="4170" y="1"/>
                  </a:moveTo>
                  <a:lnTo>
                    <a:pt x="1" y="2636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50">
              <a:extLst>
                <a:ext uri="{FF2B5EF4-FFF2-40B4-BE49-F238E27FC236}">
                  <a16:creationId xmlns:a16="http://schemas.microsoft.com/office/drawing/2014/main" id="{91DCD2EC-2893-1287-65E9-E69A28CBAB49}"/>
                </a:ext>
              </a:extLst>
            </p:cNvPr>
            <p:cNvSpPr/>
            <p:nvPr/>
          </p:nvSpPr>
          <p:spPr>
            <a:xfrm>
              <a:off x="4325750" y="3207750"/>
              <a:ext cx="232700" cy="192650"/>
            </a:xfrm>
            <a:custGeom>
              <a:avLst/>
              <a:gdLst/>
              <a:ahLst/>
              <a:cxnLst/>
              <a:rect l="l" t="t" r="r" b="b"/>
              <a:pathLst>
                <a:path w="9308" h="7706" extrusionOk="0">
                  <a:moveTo>
                    <a:pt x="6939" y="0"/>
                  </a:moveTo>
                  <a:lnTo>
                    <a:pt x="3470" y="734"/>
                  </a:lnTo>
                  <a:cubicBezTo>
                    <a:pt x="3103" y="801"/>
                    <a:pt x="568" y="3169"/>
                    <a:pt x="268" y="3636"/>
                  </a:cubicBezTo>
                  <a:cubicBezTo>
                    <a:pt x="1" y="4070"/>
                    <a:pt x="801" y="4370"/>
                    <a:pt x="1168" y="4370"/>
                  </a:cubicBezTo>
                  <a:cubicBezTo>
                    <a:pt x="1535" y="4370"/>
                    <a:pt x="3537" y="2902"/>
                    <a:pt x="3537" y="2902"/>
                  </a:cubicBezTo>
                  <a:lnTo>
                    <a:pt x="3537" y="2902"/>
                  </a:lnTo>
                  <a:lnTo>
                    <a:pt x="3003" y="4236"/>
                  </a:lnTo>
                  <a:lnTo>
                    <a:pt x="7006" y="7706"/>
                  </a:lnTo>
                  <a:cubicBezTo>
                    <a:pt x="7006" y="7706"/>
                    <a:pt x="8073" y="5771"/>
                    <a:pt x="8574" y="4503"/>
                  </a:cubicBezTo>
                  <a:cubicBezTo>
                    <a:pt x="8941" y="3503"/>
                    <a:pt x="9207" y="2435"/>
                    <a:pt x="9308" y="1334"/>
                  </a:cubicBezTo>
                  <a:lnTo>
                    <a:pt x="6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0">
              <a:extLst>
                <a:ext uri="{FF2B5EF4-FFF2-40B4-BE49-F238E27FC236}">
                  <a16:creationId xmlns:a16="http://schemas.microsoft.com/office/drawing/2014/main" id="{B3EEEA3C-6D75-B636-2D43-A9C6C69A9CBD}"/>
                </a:ext>
              </a:extLst>
            </p:cNvPr>
            <p:cNvSpPr/>
            <p:nvPr/>
          </p:nvSpPr>
          <p:spPr>
            <a:xfrm>
              <a:off x="4325750" y="3207750"/>
              <a:ext cx="232700" cy="192650"/>
            </a:xfrm>
            <a:custGeom>
              <a:avLst/>
              <a:gdLst/>
              <a:ahLst/>
              <a:cxnLst/>
              <a:rect l="l" t="t" r="r" b="b"/>
              <a:pathLst>
                <a:path w="9308" h="7706" fill="none" extrusionOk="0">
                  <a:moveTo>
                    <a:pt x="6939" y="0"/>
                  </a:moveTo>
                  <a:lnTo>
                    <a:pt x="3470" y="734"/>
                  </a:lnTo>
                  <a:cubicBezTo>
                    <a:pt x="3103" y="801"/>
                    <a:pt x="568" y="3169"/>
                    <a:pt x="268" y="3636"/>
                  </a:cubicBezTo>
                  <a:cubicBezTo>
                    <a:pt x="1" y="4070"/>
                    <a:pt x="801" y="4370"/>
                    <a:pt x="1168" y="4370"/>
                  </a:cubicBezTo>
                  <a:cubicBezTo>
                    <a:pt x="1535" y="4370"/>
                    <a:pt x="3537" y="2902"/>
                    <a:pt x="3537" y="2902"/>
                  </a:cubicBezTo>
                  <a:lnTo>
                    <a:pt x="3003" y="4236"/>
                  </a:lnTo>
                  <a:lnTo>
                    <a:pt x="7006" y="7706"/>
                  </a:lnTo>
                  <a:cubicBezTo>
                    <a:pt x="7006" y="7706"/>
                    <a:pt x="8073" y="5771"/>
                    <a:pt x="8574" y="4503"/>
                  </a:cubicBezTo>
                  <a:cubicBezTo>
                    <a:pt x="8941" y="3503"/>
                    <a:pt x="9207" y="2435"/>
                    <a:pt x="9308" y="1334"/>
                  </a:cubicBez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9B850A5-9741-88A1-082F-939FF6B2A4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7</a:t>
            </a:fld>
            <a:endParaRPr lang="es-E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3EAB399-2E44-EE79-84AF-1809DF93C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336" y="145143"/>
            <a:ext cx="1458686" cy="145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mEditor - EmEditor text editor logo with text | Facebook">
            <a:extLst>
              <a:ext uri="{FF2B5EF4-FFF2-40B4-BE49-F238E27FC236}">
                <a16:creationId xmlns:a16="http://schemas.microsoft.com/office/drawing/2014/main" id="{67BB2E8A-6BF0-40B0-A8E3-383983369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510" y="1861501"/>
            <a:ext cx="3204029" cy="119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222F308-1C7D-566B-E2A4-7D5263E75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336" y="3311978"/>
            <a:ext cx="1686379" cy="168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4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49B23622-CF83-CC84-AC5F-FA1CD71D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>
            <a:extLst>
              <a:ext uri="{FF2B5EF4-FFF2-40B4-BE49-F238E27FC236}">
                <a16:creationId xmlns:a16="http://schemas.microsoft.com/office/drawing/2014/main" id="{0B3CDC85-F22B-ED32-EDA5-C5A1BA56EA32}"/>
              </a:ext>
            </a:extLst>
          </p:cNvPr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>
              <a:extLst>
                <a:ext uri="{FF2B5EF4-FFF2-40B4-BE49-F238E27FC236}">
                  <a16:creationId xmlns:a16="http://schemas.microsoft.com/office/drawing/2014/main" id="{AF596262-F7F0-9602-314F-2D8DDFF0DDBE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>
              <a:extLst>
                <a:ext uri="{FF2B5EF4-FFF2-40B4-BE49-F238E27FC236}">
                  <a16:creationId xmlns:a16="http://schemas.microsoft.com/office/drawing/2014/main" id="{F6C10E02-851D-07F5-5ED3-5B8C7D2C94DA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>
              <a:extLst>
                <a:ext uri="{FF2B5EF4-FFF2-40B4-BE49-F238E27FC236}">
                  <a16:creationId xmlns:a16="http://schemas.microsoft.com/office/drawing/2014/main" id="{3BEA4D58-343D-EED1-B6CF-B31E5D7ADF70}"/>
                </a:ext>
              </a:extLst>
            </p:cNvPr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>
              <a:extLst>
                <a:ext uri="{FF2B5EF4-FFF2-40B4-BE49-F238E27FC236}">
                  <a16:creationId xmlns:a16="http://schemas.microsoft.com/office/drawing/2014/main" id="{56463A8A-2CF6-E8E0-D754-0CB81ECA438A}"/>
                </a:ext>
              </a:extLst>
            </p:cNvPr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>
              <a:extLst>
                <a:ext uri="{FF2B5EF4-FFF2-40B4-BE49-F238E27FC236}">
                  <a16:creationId xmlns:a16="http://schemas.microsoft.com/office/drawing/2014/main" id="{3106BEDF-CABC-67CD-DD7D-0B013DFA28A8}"/>
                </a:ext>
              </a:extLst>
            </p:cNvPr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>
              <a:extLst>
                <a:ext uri="{FF2B5EF4-FFF2-40B4-BE49-F238E27FC236}">
                  <a16:creationId xmlns:a16="http://schemas.microsoft.com/office/drawing/2014/main" id="{62939FF6-206A-B23E-BB71-9F469123FECC}"/>
                </a:ext>
              </a:extLst>
            </p:cNvPr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>
              <a:extLst>
                <a:ext uri="{FF2B5EF4-FFF2-40B4-BE49-F238E27FC236}">
                  <a16:creationId xmlns:a16="http://schemas.microsoft.com/office/drawing/2014/main" id="{E0E1A87C-9ABC-549B-ACE2-377701E67510}"/>
                </a:ext>
              </a:extLst>
            </p:cNvPr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>
              <a:extLst>
                <a:ext uri="{FF2B5EF4-FFF2-40B4-BE49-F238E27FC236}">
                  <a16:creationId xmlns:a16="http://schemas.microsoft.com/office/drawing/2014/main" id="{30BB0B09-6BAD-7BA3-D85D-E529D759FD62}"/>
                </a:ext>
              </a:extLst>
            </p:cNvPr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>
              <a:extLst>
                <a:ext uri="{FF2B5EF4-FFF2-40B4-BE49-F238E27FC236}">
                  <a16:creationId xmlns:a16="http://schemas.microsoft.com/office/drawing/2014/main" id="{1A707B1B-0340-2222-B21A-1F68EC3F0C73}"/>
                </a:ext>
              </a:extLst>
            </p:cNvPr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>
              <a:extLst>
                <a:ext uri="{FF2B5EF4-FFF2-40B4-BE49-F238E27FC236}">
                  <a16:creationId xmlns:a16="http://schemas.microsoft.com/office/drawing/2014/main" id="{D7DC9090-4E9C-01F7-BBE7-748083D1AEC7}"/>
                </a:ext>
              </a:extLst>
            </p:cNvPr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>
              <a:extLst>
                <a:ext uri="{FF2B5EF4-FFF2-40B4-BE49-F238E27FC236}">
                  <a16:creationId xmlns:a16="http://schemas.microsoft.com/office/drawing/2014/main" id="{9016D60D-258D-72B3-5E3E-F799EA719369}"/>
                </a:ext>
              </a:extLst>
            </p:cNvPr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>
              <a:extLst>
                <a:ext uri="{FF2B5EF4-FFF2-40B4-BE49-F238E27FC236}">
                  <a16:creationId xmlns:a16="http://schemas.microsoft.com/office/drawing/2014/main" id="{1B1AF9F9-2253-6B1C-1ADA-C94DA4AC053C}"/>
                </a:ext>
              </a:extLst>
            </p:cNvPr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>
              <a:extLst>
                <a:ext uri="{FF2B5EF4-FFF2-40B4-BE49-F238E27FC236}">
                  <a16:creationId xmlns:a16="http://schemas.microsoft.com/office/drawing/2014/main" id="{194D5EB1-C5A0-1E1F-A52C-C7C34360C313}"/>
                </a:ext>
              </a:extLst>
            </p:cNvPr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>
              <a:extLst>
                <a:ext uri="{FF2B5EF4-FFF2-40B4-BE49-F238E27FC236}">
                  <a16:creationId xmlns:a16="http://schemas.microsoft.com/office/drawing/2014/main" id="{EB44A110-FCC3-46CE-E842-CA96DFAFD8E0}"/>
                </a:ext>
              </a:extLst>
            </p:cNvPr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>
              <a:extLst>
                <a:ext uri="{FF2B5EF4-FFF2-40B4-BE49-F238E27FC236}">
                  <a16:creationId xmlns:a16="http://schemas.microsoft.com/office/drawing/2014/main" id="{0B9C461C-73DD-599E-9C15-21CE5FD77EBA}"/>
                </a:ext>
              </a:extLst>
            </p:cNvPr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>
              <a:extLst>
                <a:ext uri="{FF2B5EF4-FFF2-40B4-BE49-F238E27FC236}">
                  <a16:creationId xmlns:a16="http://schemas.microsoft.com/office/drawing/2014/main" id="{628D929F-15CB-F803-6323-4FD03F3B045F}"/>
                </a:ext>
              </a:extLst>
            </p:cNvPr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>
              <a:extLst>
                <a:ext uri="{FF2B5EF4-FFF2-40B4-BE49-F238E27FC236}">
                  <a16:creationId xmlns:a16="http://schemas.microsoft.com/office/drawing/2014/main" id="{29301182-0353-9376-3850-3DC5F82ACBDE}"/>
                </a:ext>
              </a:extLst>
            </p:cNvPr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>
              <a:extLst>
                <a:ext uri="{FF2B5EF4-FFF2-40B4-BE49-F238E27FC236}">
                  <a16:creationId xmlns:a16="http://schemas.microsoft.com/office/drawing/2014/main" id="{A438D194-4796-5D16-6421-BD225884128C}"/>
                </a:ext>
              </a:extLst>
            </p:cNvPr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>
              <a:extLst>
                <a:ext uri="{FF2B5EF4-FFF2-40B4-BE49-F238E27FC236}">
                  <a16:creationId xmlns:a16="http://schemas.microsoft.com/office/drawing/2014/main" id="{9EF68FBD-5A7C-495B-893E-4C80878A1A19}"/>
                </a:ext>
              </a:extLst>
            </p:cNvPr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>
              <a:extLst>
                <a:ext uri="{FF2B5EF4-FFF2-40B4-BE49-F238E27FC236}">
                  <a16:creationId xmlns:a16="http://schemas.microsoft.com/office/drawing/2014/main" id="{8BEF71A4-2724-B233-5918-70AE549E8215}"/>
                </a:ext>
              </a:extLst>
            </p:cNvPr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>
              <a:extLst>
                <a:ext uri="{FF2B5EF4-FFF2-40B4-BE49-F238E27FC236}">
                  <a16:creationId xmlns:a16="http://schemas.microsoft.com/office/drawing/2014/main" id="{C717047D-3A3D-8C12-ACF2-56DEB64DA61A}"/>
                </a:ext>
              </a:extLst>
            </p:cNvPr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>
              <a:extLst>
                <a:ext uri="{FF2B5EF4-FFF2-40B4-BE49-F238E27FC236}">
                  <a16:creationId xmlns:a16="http://schemas.microsoft.com/office/drawing/2014/main" id="{BA884BD9-56B4-63A7-0E1A-D59A72C2A409}"/>
                </a:ext>
              </a:extLst>
            </p:cNvPr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>
              <a:extLst>
                <a:ext uri="{FF2B5EF4-FFF2-40B4-BE49-F238E27FC236}">
                  <a16:creationId xmlns:a16="http://schemas.microsoft.com/office/drawing/2014/main" id="{B7E390AA-D50A-EA67-0A70-A15413C4C694}"/>
                </a:ext>
              </a:extLst>
            </p:cNvPr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>
              <a:extLst>
                <a:ext uri="{FF2B5EF4-FFF2-40B4-BE49-F238E27FC236}">
                  <a16:creationId xmlns:a16="http://schemas.microsoft.com/office/drawing/2014/main" id="{A24190B9-10AE-9A97-2D9E-2D33897DBBB3}"/>
                </a:ext>
              </a:extLst>
            </p:cNvPr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>
              <a:extLst>
                <a:ext uri="{FF2B5EF4-FFF2-40B4-BE49-F238E27FC236}">
                  <a16:creationId xmlns:a16="http://schemas.microsoft.com/office/drawing/2014/main" id="{84D9DA58-F6D8-282F-9A9F-842073443215}"/>
                </a:ext>
              </a:extLst>
            </p:cNvPr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>
              <a:extLst>
                <a:ext uri="{FF2B5EF4-FFF2-40B4-BE49-F238E27FC236}">
                  <a16:creationId xmlns:a16="http://schemas.microsoft.com/office/drawing/2014/main" id="{912EA60F-9E91-3F36-9FBB-C0D0E0FF03BA}"/>
                </a:ext>
              </a:extLst>
            </p:cNvPr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>
              <a:extLst>
                <a:ext uri="{FF2B5EF4-FFF2-40B4-BE49-F238E27FC236}">
                  <a16:creationId xmlns:a16="http://schemas.microsoft.com/office/drawing/2014/main" id="{1A7833CB-57C7-44BA-F613-59558CD4D507}"/>
                </a:ext>
              </a:extLst>
            </p:cNvPr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>
              <a:extLst>
                <a:ext uri="{FF2B5EF4-FFF2-40B4-BE49-F238E27FC236}">
                  <a16:creationId xmlns:a16="http://schemas.microsoft.com/office/drawing/2014/main" id="{C906CA29-A12A-DCE1-A49E-902DCE11084A}"/>
                </a:ext>
              </a:extLst>
            </p:cNvPr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>
              <a:extLst>
                <a:ext uri="{FF2B5EF4-FFF2-40B4-BE49-F238E27FC236}">
                  <a16:creationId xmlns:a16="http://schemas.microsoft.com/office/drawing/2014/main" id="{6D17A260-9CAA-BE03-CE9B-0E8DABD281C3}"/>
                </a:ext>
              </a:extLst>
            </p:cNvPr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>
              <a:extLst>
                <a:ext uri="{FF2B5EF4-FFF2-40B4-BE49-F238E27FC236}">
                  <a16:creationId xmlns:a16="http://schemas.microsoft.com/office/drawing/2014/main" id="{75D2673F-38BA-55BD-A42F-4E4F21BFB9F7}"/>
                </a:ext>
              </a:extLst>
            </p:cNvPr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>
              <a:extLst>
                <a:ext uri="{FF2B5EF4-FFF2-40B4-BE49-F238E27FC236}">
                  <a16:creationId xmlns:a16="http://schemas.microsoft.com/office/drawing/2014/main" id="{18D03F2D-5BCC-5562-B182-D1AFB104CC91}"/>
                </a:ext>
              </a:extLst>
            </p:cNvPr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>
              <a:extLst>
                <a:ext uri="{FF2B5EF4-FFF2-40B4-BE49-F238E27FC236}">
                  <a16:creationId xmlns:a16="http://schemas.microsoft.com/office/drawing/2014/main" id="{E9E84F55-DF6B-E72D-0FBA-3CC809F21DA3}"/>
                </a:ext>
              </a:extLst>
            </p:cNvPr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>
              <a:extLst>
                <a:ext uri="{FF2B5EF4-FFF2-40B4-BE49-F238E27FC236}">
                  <a16:creationId xmlns:a16="http://schemas.microsoft.com/office/drawing/2014/main" id="{3376A6AF-199E-1754-5AD8-10E4E1E33F2F}"/>
                </a:ext>
              </a:extLst>
            </p:cNvPr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>
              <a:extLst>
                <a:ext uri="{FF2B5EF4-FFF2-40B4-BE49-F238E27FC236}">
                  <a16:creationId xmlns:a16="http://schemas.microsoft.com/office/drawing/2014/main" id="{838F7EF2-6523-F41B-7B1E-F929CC398EE9}"/>
                </a:ext>
              </a:extLst>
            </p:cNvPr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>
              <a:extLst>
                <a:ext uri="{FF2B5EF4-FFF2-40B4-BE49-F238E27FC236}">
                  <a16:creationId xmlns:a16="http://schemas.microsoft.com/office/drawing/2014/main" id="{C120AC8C-7D1F-5EEA-E469-EB91D3F9FD83}"/>
                </a:ext>
              </a:extLst>
            </p:cNvPr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>
              <a:extLst>
                <a:ext uri="{FF2B5EF4-FFF2-40B4-BE49-F238E27FC236}">
                  <a16:creationId xmlns:a16="http://schemas.microsoft.com/office/drawing/2014/main" id="{E2AD0233-02AA-E497-3563-8BDDEBB5C925}"/>
                </a:ext>
              </a:extLst>
            </p:cNvPr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>
              <a:extLst>
                <a:ext uri="{FF2B5EF4-FFF2-40B4-BE49-F238E27FC236}">
                  <a16:creationId xmlns:a16="http://schemas.microsoft.com/office/drawing/2014/main" id="{85D86B5E-E687-BC3C-A2E0-B483F3CFE17B}"/>
                </a:ext>
              </a:extLst>
            </p:cNvPr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>
              <a:extLst>
                <a:ext uri="{FF2B5EF4-FFF2-40B4-BE49-F238E27FC236}">
                  <a16:creationId xmlns:a16="http://schemas.microsoft.com/office/drawing/2014/main" id="{8DCAE85F-9E8A-653C-0C79-3C87CCF7469F}"/>
                </a:ext>
              </a:extLst>
            </p:cNvPr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>
              <a:extLst>
                <a:ext uri="{FF2B5EF4-FFF2-40B4-BE49-F238E27FC236}">
                  <a16:creationId xmlns:a16="http://schemas.microsoft.com/office/drawing/2014/main" id="{994AD91A-E926-6A18-EC92-A61A8343465D}"/>
                </a:ext>
              </a:extLst>
            </p:cNvPr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>
              <a:extLst>
                <a:ext uri="{FF2B5EF4-FFF2-40B4-BE49-F238E27FC236}">
                  <a16:creationId xmlns:a16="http://schemas.microsoft.com/office/drawing/2014/main" id="{703D1BC5-E48A-4D60-CB47-9CCB8434A847}"/>
                </a:ext>
              </a:extLst>
            </p:cNvPr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>
              <a:extLst>
                <a:ext uri="{FF2B5EF4-FFF2-40B4-BE49-F238E27FC236}">
                  <a16:creationId xmlns:a16="http://schemas.microsoft.com/office/drawing/2014/main" id="{6C389C57-01FD-9C25-8D07-8C490922A73C}"/>
                </a:ext>
              </a:extLst>
            </p:cNvPr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>
              <a:extLst>
                <a:ext uri="{FF2B5EF4-FFF2-40B4-BE49-F238E27FC236}">
                  <a16:creationId xmlns:a16="http://schemas.microsoft.com/office/drawing/2014/main" id="{F2B16291-FC1D-6685-E2E7-B83CC7671537}"/>
                </a:ext>
              </a:extLst>
            </p:cNvPr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>
              <a:extLst>
                <a:ext uri="{FF2B5EF4-FFF2-40B4-BE49-F238E27FC236}">
                  <a16:creationId xmlns:a16="http://schemas.microsoft.com/office/drawing/2014/main" id="{105DF6B8-B087-E093-7E67-6B1BCBCEF817}"/>
                </a:ext>
              </a:extLst>
            </p:cNvPr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>
              <a:extLst>
                <a:ext uri="{FF2B5EF4-FFF2-40B4-BE49-F238E27FC236}">
                  <a16:creationId xmlns:a16="http://schemas.microsoft.com/office/drawing/2014/main" id="{A4CC2042-71D0-ED60-EE7E-A526F9DFA292}"/>
                </a:ext>
              </a:extLst>
            </p:cNvPr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>
              <a:extLst>
                <a:ext uri="{FF2B5EF4-FFF2-40B4-BE49-F238E27FC236}">
                  <a16:creationId xmlns:a16="http://schemas.microsoft.com/office/drawing/2014/main" id="{C98C3D36-8207-3A50-E392-89D98E415CBA}"/>
                </a:ext>
              </a:extLst>
            </p:cNvPr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>
              <a:extLst>
                <a:ext uri="{FF2B5EF4-FFF2-40B4-BE49-F238E27FC236}">
                  <a16:creationId xmlns:a16="http://schemas.microsoft.com/office/drawing/2014/main" id="{66299ADE-3E1E-B3FE-D926-07E6E05BAB27}"/>
                </a:ext>
              </a:extLst>
            </p:cNvPr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>
              <a:extLst>
                <a:ext uri="{FF2B5EF4-FFF2-40B4-BE49-F238E27FC236}">
                  <a16:creationId xmlns:a16="http://schemas.microsoft.com/office/drawing/2014/main" id="{62177F04-8BE4-EEB7-0A81-8169A7CF2F79}"/>
                </a:ext>
              </a:extLst>
            </p:cNvPr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>
              <a:extLst>
                <a:ext uri="{FF2B5EF4-FFF2-40B4-BE49-F238E27FC236}">
                  <a16:creationId xmlns:a16="http://schemas.microsoft.com/office/drawing/2014/main" id="{90154F1D-7875-3934-0B97-6B8890C8F66C}"/>
                </a:ext>
              </a:extLst>
            </p:cNvPr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>
              <a:extLst>
                <a:ext uri="{FF2B5EF4-FFF2-40B4-BE49-F238E27FC236}">
                  <a16:creationId xmlns:a16="http://schemas.microsoft.com/office/drawing/2014/main" id="{E5D86665-603D-A838-6F52-3B0AE47D0BF8}"/>
                </a:ext>
              </a:extLst>
            </p:cNvPr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>
              <a:extLst>
                <a:ext uri="{FF2B5EF4-FFF2-40B4-BE49-F238E27FC236}">
                  <a16:creationId xmlns:a16="http://schemas.microsoft.com/office/drawing/2014/main" id="{3A744236-DEF1-4CB1-1426-282D8D1125E2}"/>
                </a:ext>
              </a:extLst>
            </p:cNvPr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>
              <a:extLst>
                <a:ext uri="{FF2B5EF4-FFF2-40B4-BE49-F238E27FC236}">
                  <a16:creationId xmlns:a16="http://schemas.microsoft.com/office/drawing/2014/main" id="{B7B0F087-62BC-E0E3-EAD9-2150F24CE2F5}"/>
                </a:ext>
              </a:extLst>
            </p:cNvPr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>
              <a:extLst>
                <a:ext uri="{FF2B5EF4-FFF2-40B4-BE49-F238E27FC236}">
                  <a16:creationId xmlns:a16="http://schemas.microsoft.com/office/drawing/2014/main" id="{B76B34EB-9255-112A-1548-01399B62552E}"/>
                </a:ext>
              </a:extLst>
            </p:cNvPr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>
              <a:extLst>
                <a:ext uri="{FF2B5EF4-FFF2-40B4-BE49-F238E27FC236}">
                  <a16:creationId xmlns:a16="http://schemas.microsoft.com/office/drawing/2014/main" id="{99FF769E-2D70-D573-50DB-013A481FAC62}"/>
                </a:ext>
              </a:extLst>
            </p:cNvPr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>
              <a:extLst>
                <a:ext uri="{FF2B5EF4-FFF2-40B4-BE49-F238E27FC236}">
                  <a16:creationId xmlns:a16="http://schemas.microsoft.com/office/drawing/2014/main" id="{A7799D14-7793-7BE9-A9C7-BD814DF870F7}"/>
                </a:ext>
              </a:extLst>
            </p:cNvPr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>
              <a:extLst>
                <a:ext uri="{FF2B5EF4-FFF2-40B4-BE49-F238E27FC236}">
                  <a16:creationId xmlns:a16="http://schemas.microsoft.com/office/drawing/2014/main" id="{BCF40AA3-C541-3A18-74D3-56592C8F55D3}"/>
                </a:ext>
              </a:extLst>
            </p:cNvPr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>
              <a:extLst>
                <a:ext uri="{FF2B5EF4-FFF2-40B4-BE49-F238E27FC236}">
                  <a16:creationId xmlns:a16="http://schemas.microsoft.com/office/drawing/2014/main" id="{03E5AAE3-AD2E-9FED-FD42-1D4491765388}"/>
                </a:ext>
              </a:extLst>
            </p:cNvPr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>
              <a:extLst>
                <a:ext uri="{FF2B5EF4-FFF2-40B4-BE49-F238E27FC236}">
                  <a16:creationId xmlns:a16="http://schemas.microsoft.com/office/drawing/2014/main" id="{A75E7A50-9F82-5A7E-EE57-0C768F78DFE4}"/>
                </a:ext>
              </a:extLst>
            </p:cNvPr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>
              <a:extLst>
                <a:ext uri="{FF2B5EF4-FFF2-40B4-BE49-F238E27FC236}">
                  <a16:creationId xmlns:a16="http://schemas.microsoft.com/office/drawing/2014/main" id="{02459F31-13D0-4EF3-C4F1-AF647FF8E04D}"/>
                </a:ext>
              </a:extLst>
            </p:cNvPr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>
              <a:extLst>
                <a:ext uri="{FF2B5EF4-FFF2-40B4-BE49-F238E27FC236}">
                  <a16:creationId xmlns:a16="http://schemas.microsoft.com/office/drawing/2014/main" id="{8D989BE8-6489-A5E6-5898-95D71A03759D}"/>
                </a:ext>
              </a:extLst>
            </p:cNvPr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>
              <a:extLst>
                <a:ext uri="{FF2B5EF4-FFF2-40B4-BE49-F238E27FC236}">
                  <a16:creationId xmlns:a16="http://schemas.microsoft.com/office/drawing/2014/main" id="{5C076A7E-0AFB-1D77-8053-3649B984A9CE}"/>
                </a:ext>
              </a:extLst>
            </p:cNvPr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>
              <a:extLst>
                <a:ext uri="{FF2B5EF4-FFF2-40B4-BE49-F238E27FC236}">
                  <a16:creationId xmlns:a16="http://schemas.microsoft.com/office/drawing/2014/main" id="{4C794B87-2340-5A71-0996-98C3B744983F}"/>
                </a:ext>
              </a:extLst>
            </p:cNvPr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>
              <a:extLst>
                <a:ext uri="{FF2B5EF4-FFF2-40B4-BE49-F238E27FC236}">
                  <a16:creationId xmlns:a16="http://schemas.microsoft.com/office/drawing/2014/main" id="{AA7FF7EC-811A-B1F3-746D-C09CAC858C8B}"/>
                </a:ext>
              </a:extLst>
            </p:cNvPr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>
              <a:extLst>
                <a:ext uri="{FF2B5EF4-FFF2-40B4-BE49-F238E27FC236}">
                  <a16:creationId xmlns:a16="http://schemas.microsoft.com/office/drawing/2014/main" id="{3D9167A8-0D49-9D52-1E5C-5EBD1EBA0D55}"/>
                </a:ext>
              </a:extLst>
            </p:cNvPr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E86A856A-0D10-72A7-11D5-3EAE483C0CC7}"/>
                </a:ext>
              </a:extLst>
            </p:cNvPr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>
              <a:extLst>
                <a:ext uri="{FF2B5EF4-FFF2-40B4-BE49-F238E27FC236}">
                  <a16:creationId xmlns:a16="http://schemas.microsoft.com/office/drawing/2014/main" id="{6D46FB91-999E-388B-CF5E-8A58E3728116}"/>
                </a:ext>
              </a:extLst>
            </p:cNvPr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>
              <a:extLst>
                <a:ext uri="{FF2B5EF4-FFF2-40B4-BE49-F238E27FC236}">
                  <a16:creationId xmlns:a16="http://schemas.microsoft.com/office/drawing/2014/main" id="{C81195F2-1E1F-4A2F-BEE6-45482786E557}"/>
                </a:ext>
              </a:extLst>
            </p:cNvPr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>
              <a:extLst>
                <a:ext uri="{FF2B5EF4-FFF2-40B4-BE49-F238E27FC236}">
                  <a16:creationId xmlns:a16="http://schemas.microsoft.com/office/drawing/2014/main" id="{205CFDDA-A4E0-56F4-2997-A097B06D781E}"/>
                </a:ext>
              </a:extLst>
            </p:cNvPr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>
              <a:extLst>
                <a:ext uri="{FF2B5EF4-FFF2-40B4-BE49-F238E27FC236}">
                  <a16:creationId xmlns:a16="http://schemas.microsoft.com/office/drawing/2014/main" id="{AC63C0F0-D7A2-7B43-8A22-AC592E3AF41F}"/>
                </a:ext>
              </a:extLst>
            </p:cNvPr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>
              <a:extLst>
                <a:ext uri="{FF2B5EF4-FFF2-40B4-BE49-F238E27FC236}">
                  <a16:creationId xmlns:a16="http://schemas.microsoft.com/office/drawing/2014/main" id="{46A60549-1A7F-B358-0D79-9B1F2090A540}"/>
                </a:ext>
              </a:extLst>
            </p:cNvPr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>
              <a:extLst>
                <a:ext uri="{FF2B5EF4-FFF2-40B4-BE49-F238E27FC236}">
                  <a16:creationId xmlns:a16="http://schemas.microsoft.com/office/drawing/2014/main" id="{4C095F7B-8178-3C45-79C0-E18DD5247285}"/>
                </a:ext>
              </a:extLst>
            </p:cNvPr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>
              <a:extLst>
                <a:ext uri="{FF2B5EF4-FFF2-40B4-BE49-F238E27FC236}">
                  <a16:creationId xmlns:a16="http://schemas.microsoft.com/office/drawing/2014/main" id="{CBBD4E4D-74E4-EB71-A762-ACB0A21BB772}"/>
                </a:ext>
              </a:extLst>
            </p:cNvPr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>
              <a:extLst>
                <a:ext uri="{FF2B5EF4-FFF2-40B4-BE49-F238E27FC236}">
                  <a16:creationId xmlns:a16="http://schemas.microsoft.com/office/drawing/2014/main" id="{733DD8E4-F1FE-4016-4C27-8C33DCF68EB6}"/>
                </a:ext>
              </a:extLst>
            </p:cNvPr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>
              <a:extLst>
                <a:ext uri="{FF2B5EF4-FFF2-40B4-BE49-F238E27FC236}">
                  <a16:creationId xmlns:a16="http://schemas.microsoft.com/office/drawing/2014/main" id="{8FB96613-3F2D-0D0F-8400-1ADB2C289E17}"/>
                </a:ext>
              </a:extLst>
            </p:cNvPr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>
              <a:extLst>
                <a:ext uri="{FF2B5EF4-FFF2-40B4-BE49-F238E27FC236}">
                  <a16:creationId xmlns:a16="http://schemas.microsoft.com/office/drawing/2014/main" id="{0BA45516-FBAA-AC1F-8A2F-33A63BCD0C65}"/>
                </a:ext>
              </a:extLst>
            </p:cNvPr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>
              <a:extLst>
                <a:ext uri="{FF2B5EF4-FFF2-40B4-BE49-F238E27FC236}">
                  <a16:creationId xmlns:a16="http://schemas.microsoft.com/office/drawing/2014/main" id="{1EDE3FB5-5C5F-8467-2EDA-3DDF11D82534}"/>
                </a:ext>
              </a:extLst>
            </p:cNvPr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93E611EC-45D2-E6B9-DDBA-5414C6B7E20A}"/>
                </a:ext>
              </a:extLst>
            </p:cNvPr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>
              <a:extLst>
                <a:ext uri="{FF2B5EF4-FFF2-40B4-BE49-F238E27FC236}">
                  <a16:creationId xmlns:a16="http://schemas.microsoft.com/office/drawing/2014/main" id="{2C2F2FCD-2EF1-BAAC-E934-8C1661B84CF4}"/>
                </a:ext>
              </a:extLst>
            </p:cNvPr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>
              <a:extLst>
                <a:ext uri="{FF2B5EF4-FFF2-40B4-BE49-F238E27FC236}">
                  <a16:creationId xmlns:a16="http://schemas.microsoft.com/office/drawing/2014/main" id="{0857CC7B-455F-6C0F-A45D-9C83848CDE8E}"/>
                </a:ext>
              </a:extLst>
            </p:cNvPr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74809550-FA4B-2B1B-5304-52420132D263}"/>
                </a:ext>
              </a:extLst>
            </p:cNvPr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9BED1394-8105-64C5-B1B7-E5173989D6B9}"/>
                </a:ext>
              </a:extLst>
            </p:cNvPr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8BCB9097-374F-68CF-355C-AEAF368229B9}"/>
                </a:ext>
              </a:extLst>
            </p:cNvPr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C7D94216-1509-4313-394F-7CE8C9EB4AA6}"/>
                </a:ext>
              </a:extLst>
            </p:cNvPr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97CD7288-301D-8970-F084-CCF8B9926685}"/>
                </a:ext>
              </a:extLst>
            </p:cNvPr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6191D43D-9DC5-72F6-DDD3-AFDB92DFE4CF}"/>
                </a:ext>
              </a:extLst>
            </p:cNvPr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EA9CDB97-E3D5-93E5-F174-72E288C51466}"/>
                </a:ext>
              </a:extLst>
            </p:cNvPr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24E70BB9-11E6-B874-BAB9-C3A4B5B46F17}"/>
                </a:ext>
              </a:extLst>
            </p:cNvPr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B9F6B432-3F9D-03FE-FB0A-1320CBBB6117}"/>
                </a:ext>
              </a:extLst>
            </p:cNvPr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10BD71BF-1D62-3AE6-DD2D-66AC587FF144}"/>
                </a:ext>
              </a:extLst>
            </p:cNvPr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>
              <a:extLst>
                <a:ext uri="{FF2B5EF4-FFF2-40B4-BE49-F238E27FC236}">
                  <a16:creationId xmlns:a16="http://schemas.microsoft.com/office/drawing/2014/main" id="{4CF975CD-B6FF-EF9C-C40C-2FC50B8A10F7}"/>
                </a:ext>
              </a:extLst>
            </p:cNvPr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4CE59555-85F5-841F-3500-261F8FFD57AA}"/>
                </a:ext>
              </a:extLst>
            </p:cNvPr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E78D3091-08C0-529E-FF6A-C35957971EC7}"/>
                </a:ext>
              </a:extLst>
            </p:cNvPr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BD93D5EE-E997-6EA9-9303-C7893A107418}"/>
                </a:ext>
              </a:extLst>
            </p:cNvPr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D0A27200-B8B2-6DFC-AB81-E9FE7A15AC27}"/>
                </a:ext>
              </a:extLst>
            </p:cNvPr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41A7432E-5A87-43B1-14C2-8C3E16FCFBBE}"/>
                </a:ext>
              </a:extLst>
            </p:cNvPr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BA1458CB-B4C6-69DC-95D8-895D083E443E}"/>
                </a:ext>
              </a:extLst>
            </p:cNvPr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65A2EFB4-6CE5-7953-680E-D46BD3E4BBE5}"/>
                </a:ext>
              </a:extLst>
            </p:cNvPr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E5D3C456-1AA1-60CF-5BE0-B02EFFB214AC}"/>
                </a:ext>
              </a:extLst>
            </p:cNvPr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AABB6E00-3D8C-6B42-4732-F69826EBD2A8}"/>
                </a:ext>
              </a:extLst>
            </p:cNvPr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>
              <a:extLst>
                <a:ext uri="{FF2B5EF4-FFF2-40B4-BE49-F238E27FC236}">
                  <a16:creationId xmlns:a16="http://schemas.microsoft.com/office/drawing/2014/main" id="{1DC7F792-BDF0-ABC4-2954-57D98CF10CF6}"/>
                </a:ext>
              </a:extLst>
            </p:cNvPr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B06873AB-4C7A-E94C-1B73-D343E7562977}"/>
                </a:ext>
              </a:extLst>
            </p:cNvPr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CCEFF598-EADF-896C-8E17-21BF6D1F51DB}"/>
                </a:ext>
              </a:extLst>
            </p:cNvPr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D9B81F1A-B3FC-8254-BA68-7887ABB654F9}"/>
                </a:ext>
              </a:extLst>
            </p:cNvPr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3163DA2C-3C20-3E43-89D0-C742F9E3B365}"/>
                </a:ext>
              </a:extLst>
            </p:cNvPr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>
              <a:extLst>
                <a:ext uri="{FF2B5EF4-FFF2-40B4-BE49-F238E27FC236}">
                  <a16:creationId xmlns:a16="http://schemas.microsoft.com/office/drawing/2014/main" id="{0F056CC3-6724-1F67-6AA3-47B8C825A9C6}"/>
                </a:ext>
              </a:extLst>
            </p:cNvPr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6ABA5926-AE3F-A502-8AD3-E42F977CDF87}"/>
                </a:ext>
              </a:extLst>
            </p:cNvPr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093A6622-2D51-62A2-2364-077CC868F647}"/>
                </a:ext>
              </a:extLst>
            </p:cNvPr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>
              <a:extLst>
                <a:ext uri="{FF2B5EF4-FFF2-40B4-BE49-F238E27FC236}">
                  <a16:creationId xmlns:a16="http://schemas.microsoft.com/office/drawing/2014/main" id="{ABA41AB8-2768-A543-0113-E0B066B5611E}"/>
                </a:ext>
              </a:extLst>
            </p:cNvPr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1525B212-4BDE-DE2E-7857-9F06023CD0EB}"/>
                </a:ext>
              </a:extLst>
            </p:cNvPr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DE451C12-52C7-73F4-5E6D-76A19B1E215A}"/>
                </a:ext>
              </a:extLst>
            </p:cNvPr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>
              <a:extLst>
                <a:ext uri="{FF2B5EF4-FFF2-40B4-BE49-F238E27FC236}">
                  <a16:creationId xmlns:a16="http://schemas.microsoft.com/office/drawing/2014/main" id="{7169B7A5-1A33-49D8-FE1F-07DF44D50CD7}"/>
                </a:ext>
              </a:extLst>
            </p:cNvPr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A81315EE-1887-4FF7-18D2-C6387A813EC3}"/>
                </a:ext>
              </a:extLst>
            </p:cNvPr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80F8601F-D955-A780-171B-48BACD4278EA}"/>
                </a:ext>
              </a:extLst>
            </p:cNvPr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>
              <a:extLst>
                <a:ext uri="{FF2B5EF4-FFF2-40B4-BE49-F238E27FC236}">
                  <a16:creationId xmlns:a16="http://schemas.microsoft.com/office/drawing/2014/main" id="{94FA2D21-43E6-01D8-5762-B5003542655A}"/>
                </a:ext>
              </a:extLst>
            </p:cNvPr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>
              <a:extLst>
                <a:ext uri="{FF2B5EF4-FFF2-40B4-BE49-F238E27FC236}">
                  <a16:creationId xmlns:a16="http://schemas.microsoft.com/office/drawing/2014/main" id="{C3080FD0-F06A-ECCF-D2F0-2E6C28A2892B}"/>
                </a:ext>
              </a:extLst>
            </p:cNvPr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>
              <a:extLst>
                <a:ext uri="{FF2B5EF4-FFF2-40B4-BE49-F238E27FC236}">
                  <a16:creationId xmlns:a16="http://schemas.microsoft.com/office/drawing/2014/main" id="{64F77A86-4609-F74E-123A-18EF259B625C}"/>
                </a:ext>
              </a:extLst>
            </p:cNvPr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>
              <a:extLst>
                <a:ext uri="{FF2B5EF4-FFF2-40B4-BE49-F238E27FC236}">
                  <a16:creationId xmlns:a16="http://schemas.microsoft.com/office/drawing/2014/main" id="{E58499E9-053C-72AB-93C6-5CA7DFAF99DA}"/>
                </a:ext>
              </a:extLst>
            </p:cNvPr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>
              <a:extLst>
                <a:ext uri="{FF2B5EF4-FFF2-40B4-BE49-F238E27FC236}">
                  <a16:creationId xmlns:a16="http://schemas.microsoft.com/office/drawing/2014/main" id="{C7B196A9-3E27-C02C-97EC-150C0A9DB8E2}"/>
                </a:ext>
              </a:extLst>
            </p:cNvPr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>
              <a:extLst>
                <a:ext uri="{FF2B5EF4-FFF2-40B4-BE49-F238E27FC236}">
                  <a16:creationId xmlns:a16="http://schemas.microsoft.com/office/drawing/2014/main" id="{B8EA61E4-BCFF-FEC5-85B6-0A9875DC07F6}"/>
                </a:ext>
              </a:extLst>
            </p:cNvPr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>
              <a:extLst>
                <a:ext uri="{FF2B5EF4-FFF2-40B4-BE49-F238E27FC236}">
                  <a16:creationId xmlns:a16="http://schemas.microsoft.com/office/drawing/2014/main" id="{2D142E95-AB82-7826-6A1F-358AF00A3D18}"/>
                </a:ext>
              </a:extLst>
            </p:cNvPr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>
              <a:extLst>
                <a:ext uri="{FF2B5EF4-FFF2-40B4-BE49-F238E27FC236}">
                  <a16:creationId xmlns:a16="http://schemas.microsoft.com/office/drawing/2014/main" id="{E1303554-3CBE-086E-2544-50523DBD8158}"/>
                </a:ext>
              </a:extLst>
            </p:cNvPr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>
              <a:extLst>
                <a:ext uri="{FF2B5EF4-FFF2-40B4-BE49-F238E27FC236}">
                  <a16:creationId xmlns:a16="http://schemas.microsoft.com/office/drawing/2014/main" id="{F264554A-BB09-F999-C58E-132E4B37C16E}"/>
                </a:ext>
              </a:extLst>
            </p:cNvPr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>
              <a:extLst>
                <a:ext uri="{FF2B5EF4-FFF2-40B4-BE49-F238E27FC236}">
                  <a16:creationId xmlns:a16="http://schemas.microsoft.com/office/drawing/2014/main" id="{015F3850-C808-92DD-0EF9-DB4A2C9B1A38}"/>
                </a:ext>
              </a:extLst>
            </p:cNvPr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>
              <a:extLst>
                <a:ext uri="{FF2B5EF4-FFF2-40B4-BE49-F238E27FC236}">
                  <a16:creationId xmlns:a16="http://schemas.microsoft.com/office/drawing/2014/main" id="{5755983F-FFDD-67CA-B88E-19006DD5A9E4}"/>
                </a:ext>
              </a:extLst>
            </p:cNvPr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>
              <a:extLst>
                <a:ext uri="{FF2B5EF4-FFF2-40B4-BE49-F238E27FC236}">
                  <a16:creationId xmlns:a16="http://schemas.microsoft.com/office/drawing/2014/main" id="{6BA0CDCC-9FA7-2DA0-B983-080215E3F29C}"/>
                </a:ext>
              </a:extLst>
            </p:cNvPr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>
              <a:extLst>
                <a:ext uri="{FF2B5EF4-FFF2-40B4-BE49-F238E27FC236}">
                  <a16:creationId xmlns:a16="http://schemas.microsoft.com/office/drawing/2014/main" id="{56D786D6-9275-3693-7349-0F7B8DBEB234}"/>
                </a:ext>
              </a:extLst>
            </p:cNvPr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E8D9BB7E-31F3-9D77-2417-581A85DA65B3}"/>
                </a:ext>
              </a:extLst>
            </p:cNvPr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EC2ECC77-F6C7-F6C4-D7E0-7444766BDB90}"/>
                </a:ext>
              </a:extLst>
            </p:cNvPr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7C7AE5DE-3E39-52F3-321B-8C3037092441}"/>
                </a:ext>
              </a:extLst>
            </p:cNvPr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7139AD1B-A2F9-FF66-A344-7CFE8E00742C}"/>
                </a:ext>
              </a:extLst>
            </p:cNvPr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176169C1-7B7B-EDF8-6E8E-7B3FFC2E226E}"/>
                </a:ext>
              </a:extLst>
            </p:cNvPr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EC00940D-BA43-B73E-DCEC-09817AD5521B}"/>
                </a:ext>
              </a:extLst>
            </p:cNvPr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9DEBBFDA-DFD6-5ECC-7636-4107C0ED9DFE}"/>
                </a:ext>
              </a:extLst>
            </p:cNvPr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1A581775-A8CD-FC8D-421F-820898767E7F}"/>
                </a:ext>
              </a:extLst>
            </p:cNvPr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0CCE6D60-FDEF-F998-2A89-B1322C5C3780}"/>
                </a:ext>
              </a:extLst>
            </p:cNvPr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B8B71D87-F408-2C24-0DAD-1F04A93160E4}"/>
                </a:ext>
              </a:extLst>
            </p:cNvPr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6C431DD0-80B3-3D48-187E-84D9B64EF055}"/>
                </a:ext>
              </a:extLst>
            </p:cNvPr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76DCF0F3-8049-76D5-1EF8-89BDA8AC041B}"/>
                </a:ext>
              </a:extLst>
            </p:cNvPr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B911B9DA-05C8-1A9A-CD9F-F92C575627BD}"/>
                </a:ext>
              </a:extLst>
            </p:cNvPr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D9E5E31C-411C-E2C8-78B2-CC12EFA0746D}"/>
                </a:ext>
              </a:extLst>
            </p:cNvPr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40457522-E9AB-600B-DD51-7CC4DBF1C57A}"/>
                </a:ext>
              </a:extLst>
            </p:cNvPr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DC2FEB6D-6A57-7761-B4F0-C597F7C36E23}"/>
                </a:ext>
              </a:extLst>
            </p:cNvPr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2BBB6567-F028-555A-E5D9-15F398030878}"/>
                </a:ext>
              </a:extLst>
            </p:cNvPr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D810974C-24DC-9579-1339-B7C94D337D6D}"/>
                </a:ext>
              </a:extLst>
            </p:cNvPr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C4726FA7-86D1-BC43-81DB-D88CF90EA725}"/>
                </a:ext>
              </a:extLst>
            </p:cNvPr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C09E5AC8-C64E-EDCD-E37B-EA1A87AEA74F}"/>
                </a:ext>
              </a:extLst>
            </p:cNvPr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DE4DD1E1-7BF4-D83A-2FC9-1F2A55E1085B}"/>
                </a:ext>
              </a:extLst>
            </p:cNvPr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91EC4428-4D34-23F0-19AB-DC23DD1BB5F4}"/>
                </a:ext>
              </a:extLst>
            </p:cNvPr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8968C0D8-1510-A832-0C0A-8F0175CBC722}"/>
                </a:ext>
              </a:extLst>
            </p:cNvPr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6E5FE383-B5F6-6EF7-9A82-9190AC661CE3}"/>
                </a:ext>
              </a:extLst>
            </p:cNvPr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19ABE14B-A683-164F-6FCD-4B5897EAF3C2}"/>
                </a:ext>
              </a:extLst>
            </p:cNvPr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3135879E-E1E4-F2A0-1CCC-F3F818D6412C}"/>
                </a:ext>
              </a:extLst>
            </p:cNvPr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53C53410-0CDD-238A-471A-DE240DCBFCB5}"/>
                </a:ext>
              </a:extLst>
            </p:cNvPr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DE59DB41-9FC0-7A48-7B4B-79D0877A543C}"/>
                </a:ext>
              </a:extLst>
            </p:cNvPr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6DA622D4-D42D-4937-00AE-7A5A0137EC67}"/>
              </a:ext>
            </a:extLst>
          </p:cNvPr>
          <p:cNvSpPr/>
          <p:nvPr/>
        </p:nvSpPr>
        <p:spPr>
          <a:xfrm>
            <a:off x="2100075" y="1429050"/>
            <a:ext cx="2856600" cy="804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4F4706DA-4D14-8CFA-ED95-BACF04F20877}"/>
              </a:ext>
            </a:extLst>
          </p:cNvPr>
          <p:cNvSpPr/>
          <p:nvPr/>
        </p:nvSpPr>
        <p:spPr>
          <a:xfrm>
            <a:off x="2138186" y="1497300"/>
            <a:ext cx="2780400" cy="668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C8676464-6CD6-2FC4-830D-B136F2C6E399}"/>
              </a:ext>
            </a:extLst>
          </p:cNvPr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CC750F78-E9FB-751A-263E-6E1E360D77B5}"/>
              </a:ext>
            </a:extLst>
          </p:cNvPr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052B340B-BD6B-A3E8-97F8-953984452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0024" y="540075"/>
            <a:ext cx="6820848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/>
              <a:t>Extracción de Categorías</a:t>
            </a:r>
            <a:br>
              <a:rPr lang="es-ES" sz="4000"/>
            </a:br>
            <a:endParaRPr sz="4000"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89230737-2AE4-34DB-41BC-A5DEC4B30BF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1073725"/>
            <a:ext cx="12900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03</a:t>
            </a:r>
            <a:endParaRPr/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CEE7F762-A835-F9E0-F916-EDBD1BF39E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20025" y="1591933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b="1">
                <a:solidFill>
                  <a:schemeClr val="lt1"/>
                </a:solidFill>
              </a:rPr>
              <a:t>Archivos y Resultados.</a:t>
            </a:r>
          </a:p>
        </p:txBody>
      </p:sp>
      <p:sp>
        <p:nvSpPr>
          <p:cNvPr id="753" name="Google Shape;753;p35">
            <a:extLst>
              <a:ext uri="{FF2B5EF4-FFF2-40B4-BE49-F238E27FC236}">
                <a16:creationId xmlns:a16="http://schemas.microsoft.com/office/drawing/2014/main" id="{F4E54847-5932-77D1-CE38-B5BDA4231076}"/>
              </a:ext>
            </a:extLst>
          </p:cNvPr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>
            <a:extLst>
              <a:ext uri="{FF2B5EF4-FFF2-40B4-BE49-F238E27FC236}">
                <a16:creationId xmlns:a16="http://schemas.microsoft.com/office/drawing/2014/main" id="{1A1C3BE7-67FA-8B14-0D91-32219E2B0432}"/>
              </a:ext>
            </a:extLst>
          </p:cNvPr>
          <p:cNvSpPr/>
          <p:nvPr/>
        </p:nvSpPr>
        <p:spPr>
          <a:xfrm flipH="1">
            <a:off x="8018448" y="-716596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297987B-85A1-85B4-A8BC-7B2169D7EE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745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FAC1FA92-BCEC-6A78-A48B-37CC0A1E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3906F66B-D032-77EF-571A-64A0F4F0C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/>
              <a:t>Desarrollo del Script de Extracción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C7B89E6-9D30-B16B-54D6-9C55630F8B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s-ES" sz="900"/>
          </a:p>
        </p:txBody>
      </p:sp>
      <p:pic>
        <p:nvPicPr>
          <p:cNvPr id="2050" name="Picture 2" descr="Megabyte - Iconos gratis de computadora">
            <a:extLst>
              <a:ext uri="{FF2B5EF4-FFF2-40B4-BE49-F238E27FC236}">
                <a16:creationId xmlns:a16="http://schemas.microsoft.com/office/drawing/2014/main" id="{B7A01A7E-287D-4263-7ADF-FA01603AF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6" r="2" b="5419"/>
          <a:stretch>
            <a:fillRect/>
          </a:stretch>
        </p:blipFill>
        <p:spPr bwMode="auto">
          <a:xfrm>
            <a:off x="1542377" y="1447767"/>
            <a:ext cx="1356940" cy="120750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791" name="Google Shape;791;p36">
            <a:extLst>
              <a:ext uri="{FF2B5EF4-FFF2-40B4-BE49-F238E27FC236}">
                <a16:creationId xmlns:a16="http://schemas.microsoft.com/office/drawing/2014/main" id="{33BD0199-049D-F6B4-4892-1E1E3D2E9E68}"/>
              </a:ext>
            </a:extLst>
          </p:cNvPr>
          <p:cNvGrpSpPr/>
          <p:nvPr/>
        </p:nvGrpSpPr>
        <p:grpSpPr>
          <a:xfrm>
            <a:off x="321799" y="3389970"/>
            <a:ext cx="1700289" cy="1573315"/>
            <a:chOff x="1296925" y="401975"/>
            <a:chExt cx="4998600" cy="4847250"/>
          </a:xfrm>
        </p:grpSpPr>
        <p:sp>
          <p:nvSpPr>
            <p:cNvPr id="792" name="Google Shape;792;p36">
              <a:extLst>
                <a:ext uri="{FF2B5EF4-FFF2-40B4-BE49-F238E27FC236}">
                  <a16:creationId xmlns:a16="http://schemas.microsoft.com/office/drawing/2014/main" id="{21475043-CE87-CDD6-0B86-053DA36BD047}"/>
                </a:ext>
              </a:extLst>
            </p:cNvPr>
            <p:cNvSpPr/>
            <p:nvPr/>
          </p:nvSpPr>
          <p:spPr>
            <a:xfrm>
              <a:off x="1296925" y="2363800"/>
              <a:ext cx="4998600" cy="2885425"/>
            </a:xfrm>
            <a:custGeom>
              <a:avLst/>
              <a:gdLst/>
              <a:ahLst/>
              <a:cxnLst/>
              <a:rect l="l" t="t" r="r" b="b"/>
              <a:pathLst>
                <a:path w="199944" h="115417" extrusionOk="0">
                  <a:moveTo>
                    <a:pt x="99972" y="1"/>
                  </a:moveTo>
                  <a:cubicBezTo>
                    <a:pt x="44766" y="1"/>
                    <a:pt x="1" y="25852"/>
                    <a:pt x="1" y="57709"/>
                  </a:cubicBezTo>
                  <a:cubicBezTo>
                    <a:pt x="1" y="89598"/>
                    <a:pt x="44766" y="115416"/>
                    <a:pt x="99972" y="115416"/>
                  </a:cubicBezTo>
                  <a:cubicBezTo>
                    <a:pt x="155178" y="115416"/>
                    <a:pt x="199944" y="89598"/>
                    <a:pt x="199944" y="57709"/>
                  </a:cubicBezTo>
                  <a:cubicBezTo>
                    <a:pt x="199944" y="25852"/>
                    <a:pt x="155178" y="1"/>
                    <a:pt x="9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6">
              <a:extLst>
                <a:ext uri="{FF2B5EF4-FFF2-40B4-BE49-F238E27FC236}">
                  <a16:creationId xmlns:a16="http://schemas.microsoft.com/office/drawing/2014/main" id="{0C135229-DBCD-22A1-D4B6-1D0652A04EE9}"/>
                </a:ext>
              </a:extLst>
            </p:cNvPr>
            <p:cNvSpPr/>
            <p:nvPr/>
          </p:nvSpPr>
          <p:spPr>
            <a:xfrm>
              <a:off x="4835300" y="3519625"/>
              <a:ext cx="909000" cy="524575"/>
            </a:xfrm>
            <a:custGeom>
              <a:avLst/>
              <a:gdLst/>
              <a:ahLst/>
              <a:cxnLst/>
              <a:rect l="l" t="t" r="r" b="b"/>
              <a:pathLst>
                <a:path w="36360" h="20983" extrusionOk="0">
                  <a:moveTo>
                    <a:pt x="18180" y="1"/>
                  </a:moveTo>
                  <a:cubicBezTo>
                    <a:pt x="8139" y="1"/>
                    <a:pt x="0" y="4704"/>
                    <a:pt x="0" y="10508"/>
                  </a:cubicBezTo>
                  <a:cubicBezTo>
                    <a:pt x="0" y="16279"/>
                    <a:pt x="8139" y="20982"/>
                    <a:pt x="18180" y="20982"/>
                  </a:cubicBezTo>
                  <a:cubicBezTo>
                    <a:pt x="28220" y="20982"/>
                    <a:pt x="36359" y="16279"/>
                    <a:pt x="36359" y="10508"/>
                  </a:cubicBezTo>
                  <a:cubicBezTo>
                    <a:pt x="36359" y="4704"/>
                    <a:pt x="28220" y="1"/>
                    <a:pt x="18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6">
              <a:extLst>
                <a:ext uri="{FF2B5EF4-FFF2-40B4-BE49-F238E27FC236}">
                  <a16:creationId xmlns:a16="http://schemas.microsoft.com/office/drawing/2014/main" id="{D77BFF70-919A-3757-BD7E-CB050AE4F802}"/>
                </a:ext>
              </a:extLst>
            </p:cNvPr>
            <p:cNvSpPr/>
            <p:nvPr/>
          </p:nvSpPr>
          <p:spPr>
            <a:xfrm>
              <a:off x="2389375" y="3429575"/>
              <a:ext cx="2963800" cy="1712075"/>
            </a:xfrm>
            <a:custGeom>
              <a:avLst/>
              <a:gdLst/>
              <a:ahLst/>
              <a:cxnLst/>
              <a:rect l="l" t="t" r="r" b="b"/>
              <a:pathLst>
                <a:path w="118552" h="68483" extrusionOk="0">
                  <a:moveTo>
                    <a:pt x="37227" y="0"/>
                  </a:moveTo>
                  <a:lnTo>
                    <a:pt x="1" y="21549"/>
                  </a:lnTo>
                  <a:lnTo>
                    <a:pt x="81292" y="68482"/>
                  </a:lnTo>
                  <a:lnTo>
                    <a:pt x="118552" y="46967"/>
                  </a:lnTo>
                  <a:lnTo>
                    <a:pt x="372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6">
              <a:extLst>
                <a:ext uri="{FF2B5EF4-FFF2-40B4-BE49-F238E27FC236}">
                  <a16:creationId xmlns:a16="http://schemas.microsoft.com/office/drawing/2014/main" id="{95BDA264-9056-6306-913C-F4221DD7B4F2}"/>
                </a:ext>
              </a:extLst>
            </p:cNvPr>
            <p:cNvSpPr/>
            <p:nvPr/>
          </p:nvSpPr>
          <p:spPr>
            <a:xfrm>
              <a:off x="1594650" y="3070975"/>
              <a:ext cx="1969750" cy="1133950"/>
            </a:xfrm>
            <a:custGeom>
              <a:avLst/>
              <a:gdLst/>
              <a:ahLst/>
              <a:cxnLst/>
              <a:rect l="l" t="t" r="r" b="b"/>
              <a:pathLst>
                <a:path w="78790" h="45358" extrusionOk="0">
                  <a:moveTo>
                    <a:pt x="60577" y="0"/>
                  </a:moveTo>
                  <a:cubicBezTo>
                    <a:pt x="60268" y="0"/>
                    <a:pt x="59960" y="67"/>
                    <a:pt x="59676" y="201"/>
                  </a:cubicBezTo>
                  <a:lnTo>
                    <a:pt x="501" y="34392"/>
                  </a:lnTo>
                  <a:cubicBezTo>
                    <a:pt x="0" y="34559"/>
                    <a:pt x="0" y="35259"/>
                    <a:pt x="501" y="35426"/>
                  </a:cubicBezTo>
                  <a:lnTo>
                    <a:pt x="17313" y="45133"/>
                  </a:lnTo>
                  <a:cubicBezTo>
                    <a:pt x="17596" y="45283"/>
                    <a:pt x="17905" y="45358"/>
                    <a:pt x="18213" y="45358"/>
                  </a:cubicBezTo>
                  <a:cubicBezTo>
                    <a:pt x="18522" y="45358"/>
                    <a:pt x="18830" y="45283"/>
                    <a:pt x="19114" y="45133"/>
                  </a:cubicBezTo>
                  <a:lnTo>
                    <a:pt x="78289" y="10975"/>
                  </a:lnTo>
                  <a:cubicBezTo>
                    <a:pt x="78790" y="10808"/>
                    <a:pt x="78790" y="10108"/>
                    <a:pt x="78289" y="9941"/>
                  </a:cubicBezTo>
                  <a:lnTo>
                    <a:pt x="61477" y="201"/>
                  </a:lnTo>
                  <a:cubicBezTo>
                    <a:pt x="61194" y="67"/>
                    <a:pt x="60885" y="0"/>
                    <a:pt x="60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6">
              <a:extLst>
                <a:ext uri="{FF2B5EF4-FFF2-40B4-BE49-F238E27FC236}">
                  <a16:creationId xmlns:a16="http://schemas.microsoft.com/office/drawing/2014/main" id="{5A7415AA-EBC1-CC80-A661-018C7F5C2568}"/>
                </a:ext>
              </a:extLst>
            </p:cNvPr>
            <p:cNvSpPr/>
            <p:nvPr/>
          </p:nvSpPr>
          <p:spPr>
            <a:xfrm>
              <a:off x="2063300" y="488950"/>
              <a:ext cx="1339325" cy="3653825"/>
            </a:xfrm>
            <a:custGeom>
              <a:avLst/>
              <a:gdLst/>
              <a:ahLst/>
              <a:cxnLst/>
              <a:rect l="l" t="t" r="r" b="b"/>
              <a:pathLst>
                <a:path w="53573" h="146153" extrusionOk="0">
                  <a:moveTo>
                    <a:pt x="50107" y="13635"/>
                  </a:moveTo>
                  <a:cubicBezTo>
                    <a:pt x="50620" y="13635"/>
                    <a:pt x="50971" y="14043"/>
                    <a:pt x="50971" y="14751"/>
                  </a:cubicBezTo>
                  <a:lnTo>
                    <a:pt x="50971" y="103548"/>
                  </a:lnTo>
                  <a:cubicBezTo>
                    <a:pt x="50971" y="104549"/>
                    <a:pt x="50270" y="105149"/>
                    <a:pt x="49403" y="105650"/>
                  </a:cubicBezTo>
                  <a:lnTo>
                    <a:pt x="4004" y="131869"/>
                  </a:lnTo>
                  <a:cubicBezTo>
                    <a:pt x="3760" y="132015"/>
                    <a:pt x="3525" y="132084"/>
                    <a:pt x="3315" y="132084"/>
                  </a:cubicBezTo>
                  <a:cubicBezTo>
                    <a:pt x="2804" y="132084"/>
                    <a:pt x="2436" y="131676"/>
                    <a:pt x="2436" y="130968"/>
                  </a:cubicBezTo>
                  <a:lnTo>
                    <a:pt x="2436" y="42771"/>
                  </a:lnTo>
                  <a:cubicBezTo>
                    <a:pt x="2503" y="41671"/>
                    <a:pt x="3070" y="40670"/>
                    <a:pt x="4004" y="40036"/>
                  </a:cubicBezTo>
                  <a:lnTo>
                    <a:pt x="49403" y="13851"/>
                  </a:lnTo>
                  <a:cubicBezTo>
                    <a:pt x="49656" y="13705"/>
                    <a:pt x="49895" y="13635"/>
                    <a:pt x="50107" y="13635"/>
                  </a:cubicBezTo>
                  <a:close/>
                  <a:moveTo>
                    <a:pt x="52571" y="0"/>
                  </a:moveTo>
                  <a:cubicBezTo>
                    <a:pt x="52330" y="0"/>
                    <a:pt x="52059" y="78"/>
                    <a:pt x="51771" y="241"/>
                  </a:cubicBezTo>
                  <a:lnTo>
                    <a:pt x="1836" y="29095"/>
                  </a:lnTo>
                  <a:cubicBezTo>
                    <a:pt x="768" y="29796"/>
                    <a:pt x="68" y="30963"/>
                    <a:pt x="1" y="32231"/>
                  </a:cubicBezTo>
                  <a:lnTo>
                    <a:pt x="1" y="144845"/>
                  </a:lnTo>
                  <a:cubicBezTo>
                    <a:pt x="1" y="145676"/>
                    <a:pt x="424" y="146153"/>
                    <a:pt x="1030" y="146153"/>
                  </a:cubicBezTo>
                  <a:cubicBezTo>
                    <a:pt x="1274" y="146153"/>
                    <a:pt x="1548" y="146075"/>
                    <a:pt x="1836" y="145912"/>
                  </a:cubicBezTo>
                  <a:lnTo>
                    <a:pt x="51771" y="117058"/>
                  </a:lnTo>
                  <a:cubicBezTo>
                    <a:pt x="52839" y="116357"/>
                    <a:pt x="53506" y="115190"/>
                    <a:pt x="53573" y="113922"/>
                  </a:cubicBezTo>
                  <a:lnTo>
                    <a:pt x="53573" y="1308"/>
                  </a:lnTo>
                  <a:cubicBezTo>
                    <a:pt x="53573" y="477"/>
                    <a:pt x="53166" y="0"/>
                    <a:pt x="5257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6">
              <a:extLst>
                <a:ext uri="{FF2B5EF4-FFF2-40B4-BE49-F238E27FC236}">
                  <a16:creationId xmlns:a16="http://schemas.microsoft.com/office/drawing/2014/main" id="{CF55D1F0-141E-D470-A19E-9202841B8726}"/>
                </a:ext>
              </a:extLst>
            </p:cNvPr>
            <p:cNvSpPr/>
            <p:nvPr/>
          </p:nvSpPr>
          <p:spPr>
            <a:xfrm>
              <a:off x="1920700" y="1167950"/>
              <a:ext cx="182675" cy="2979475"/>
            </a:xfrm>
            <a:custGeom>
              <a:avLst/>
              <a:gdLst/>
              <a:ahLst/>
              <a:cxnLst/>
              <a:rect l="l" t="t" r="r" b="b"/>
              <a:pathLst>
                <a:path w="7307" h="119179" extrusionOk="0">
                  <a:moveTo>
                    <a:pt x="7306" y="118852"/>
                  </a:moveTo>
                  <a:lnTo>
                    <a:pt x="7306" y="118852"/>
                  </a:lnTo>
                  <a:cubicBezTo>
                    <a:pt x="7270" y="118867"/>
                    <a:pt x="7233" y="118882"/>
                    <a:pt x="7197" y="118897"/>
                  </a:cubicBezTo>
                  <a:lnTo>
                    <a:pt x="7197" y="118897"/>
                  </a:lnTo>
                  <a:cubicBezTo>
                    <a:pt x="7233" y="118883"/>
                    <a:pt x="7269" y="118868"/>
                    <a:pt x="7306" y="118852"/>
                  </a:cubicBezTo>
                  <a:close/>
                  <a:moveTo>
                    <a:pt x="501" y="0"/>
                  </a:moveTo>
                  <a:cubicBezTo>
                    <a:pt x="435" y="134"/>
                    <a:pt x="368" y="267"/>
                    <a:pt x="301" y="401"/>
                  </a:cubicBezTo>
                  <a:cubicBezTo>
                    <a:pt x="101" y="834"/>
                    <a:pt x="1" y="1301"/>
                    <a:pt x="1" y="1768"/>
                  </a:cubicBezTo>
                  <a:lnTo>
                    <a:pt x="1" y="114382"/>
                  </a:lnTo>
                  <a:cubicBezTo>
                    <a:pt x="68" y="115683"/>
                    <a:pt x="735" y="116851"/>
                    <a:pt x="1802" y="117551"/>
                  </a:cubicBezTo>
                  <a:lnTo>
                    <a:pt x="3904" y="118752"/>
                  </a:lnTo>
                  <a:cubicBezTo>
                    <a:pt x="4473" y="119037"/>
                    <a:pt x="5090" y="119179"/>
                    <a:pt x="5708" y="119179"/>
                  </a:cubicBezTo>
                  <a:cubicBezTo>
                    <a:pt x="6211" y="119179"/>
                    <a:pt x="6716" y="119085"/>
                    <a:pt x="7197" y="118897"/>
                  </a:cubicBezTo>
                  <a:lnTo>
                    <a:pt x="7197" y="118897"/>
                  </a:lnTo>
                  <a:cubicBezTo>
                    <a:pt x="7028" y="118959"/>
                    <a:pt x="6867" y="118989"/>
                    <a:pt x="6717" y="118989"/>
                  </a:cubicBezTo>
                  <a:cubicBezTo>
                    <a:pt x="6118" y="118989"/>
                    <a:pt x="5705" y="118504"/>
                    <a:pt x="5705" y="117685"/>
                  </a:cubicBezTo>
                  <a:lnTo>
                    <a:pt x="5705" y="5071"/>
                  </a:lnTo>
                  <a:cubicBezTo>
                    <a:pt x="5705" y="4704"/>
                    <a:pt x="5772" y="4337"/>
                    <a:pt x="5905" y="3970"/>
                  </a:cubicBezTo>
                  <a:cubicBezTo>
                    <a:pt x="6005" y="3736"/>
                    <a:pt x="6105" y="3503"/>
                    <a:pt x="6239" y="3303"/>
                  </a:cubicBezTo>
                  <a:lnTo>
                    <a:pt x="5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6">
              <a:extLst>
                <a:ext uri="{FF2B5EF4-FFF2-40B4-BE49-F238E27FC236}">
                  <a16:creationId xmlns:a16="http://schemas.microsoft.com/office/drawing/2014/main" id="{BDB62CCC-3267-43F0-C984-10307DC1CF3B}"/>
                </a:ext>
              </a:extLst>
            </p:cNvPr>
            <p:cNvSpPr/>
            <p:nvPr/>
          </p:nvSpPr>
          <p:spPr>
            <a:xfrm>
              <a:off x="2672075" y="3518825"/>
              <a:ext cx="143475" cy="185550"/>
            </a:xfrm>
            <a:custGeom>
              <a:avLst/>
              <a:gdLst/>
              <a:ahLst/>
              <a:cxnLst/>
              <a:rect l="l" t="t" r="r" b="b"/>
              <a:pathLst>
                <a:path w="5739" h="7422" extrusionOk="0">
                  <a:moveTo>
                    <a:pt x="4156" y="1"/>
                  </a:moveTo>
                  <a:cubicBezTo>
                    <a:pt x="3771" y="1"/>
                    <a:pt x="3334" y="129"/>
                    <a:pt x="2869" y="400"/>
                  </a:cubicBezTo>
                  <a:cubicBezTo>
                    <a:pt x="1168" y="1500"/>
                    <a:pt x="134" y="3335"/>
                    <a:pt x="1" y="5370"/>
                  </a:cubicBezTo>
                  <a:cubicBezTo>
                    <a:pt x="1" y="6674"/>
                    <a:pt x="658" y="7422"/>
                    <a:pt x="1601" y="7422"/>
                  </a:cubicBezTo>
                  <a:cubicBezTo>
                    <a:pt x="1985" y="7422"/>
                    <a:pt x="2416" y="7298"/>
                    <a:pt x="2869" y="7038"/>
                  </a:cubicBezTo>
                  <a:cubicBezTo>
                    <a:pt x="4571" y="5937"/>
                    <a:pt x="5638" y="4069"/>
                    <a:pt x="5738" y="2067"/>
                  </a:cubicBezTo>
                  <a:cubicBezTo>
                    <a:pt x="5738" y="765"/>
                    <a:pt x="5099" y="1"/>
                    <a:pt x="415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6">
              <a:extLst>
                <a:ext uri="{FF2B5EF4-FFF2-40B4-BE49-F238E27FC236}">
                  <a16:creationId xmlns:a16="http://schemas.microsoft.com/office/drawing/2014/main" id="{4FED7A10-69CA-88CE-2AF6-94D56C6FB0C4}"/>
                </a:ext>
              </a:extLst>
            </p:cNvPr>
            <p:cNvSpPr/>
            <p:nvPr/>
          </p:nvSpPr>
          <p:spPr>
            <a:xfrm>
              <a:off x="2702925" y="912200"/>
              <a:ext cx="60075" cy="78675"/>
            </a:xfrm>
            <a:custGeom>
              <a:avLst/>
              <a:gdLst/>
              <a:ahLst/>
              <a:cxnLst/>
              <a:rect l="l" t="t" r="r" b="b"/>
              <a:pathLst>
                <a:path w="2403" h="3147" extrusionOk="0">
                  <a:moveTo>
                    <a:pt x="1734" y="1"/>
                  </a:moveTo>
                  <a:cubicBezTo>
                    <a:pt x="1574" y="1"/>
                    <a:pt x="1393" y="51"/>
                    <a:pt x="1202" y="156"/>
                  </a:cubicBezTo>
                  <a:cubicBezTo>
                    <a:pt x="468" y="623"/>
                    <a:pt x="34" y="1424"/>
                    <a:pt x="1" y="2258"/>
                  </a:cubicBezTo>
                  <a:cubicBezTo>
                    <a:pt x="1" y="2830"/>
                    <a:pt x="274" y="3147"/>
                    <a:pt x="673" y="3147"/>
                  </a:cubicBezTo>
                  <a:cubicBezTo>
                    <a:pt x="832" y="3147"/>
                    <a:pt x="1011" y="3096"/>
                    <a:pt x="1202" y="2992"/>
                  </a:cubicBezTo>
                  <a:cubicBezTo>
                    <a:pt x="1936" y="2491"/>
                    <a:pt x="2369" y="1724"/>
                    <a:pt x="2403" y="857"/>
                  </a:cubicBezTo>
                  <a:cubicBezTo>
                    <a:pt x="2403" y="310"/>
                    <a:pt x="2132" y="1"/>
                    <a:pt x="17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6">
              <a:extLst>
                <a:ext uri="{FF2B5EF4-FFF2-40B4-BE49-F238E27FC236}">
                  <a16:creationId xmlns:a16="http://schemas.microsoft.com/office/drawing/2014/main" id="{C423C5E8-F106-B669-5624-6872302CD104}"/>
                </a:ext>
              </a:extLst>
            </p:cNvPr>
            <p:cNvSpPr/>
            <p:nvPr/>
          </p:nvSpPr>
          <p:spPr>
            <a:xfrm>
              <a:off x="2590350" y="962325"/>
              <a:ext cx="286075" cy="197225"/>
            </a:xfrm>
            <a:custGeom>
              <a:avLst/>
              <a:gdLst/>
              <a:ahLst/>
              <a:cxnLst/>
              <a:rect l="l" t="t" r="r" b="b"/>
              <a:pathLst>
                <a:path w="11443" h="7889" extrusionOk="0">
                  <a:moveTo>
                    <a:pt x="10897" y="0"/>
                  </a:moveTo>
                  <a:cubicBezTo>
                    <a:pt x="10751" y="0"/>
                    <a:pt x="10585" y="49"/>
                    <a:pt x="10408" y="153"/>
                  </a:cubicBezTo>
                  <a:lnTo>
                    <a:pt x="1001" y="5557"/>
                  </a:lnTo>
                  <a:cubicBezTo>
                    <a:pt x="434" y="5924"/>
                    <a:pt x="67" y="6557"/>
                    <a:pt x="1" y="7225"/>
                  </a:cubicBezTo>
                  <a:cubicBezTo>
                    <a:pt x="1" y="7648"/>
                    <a:pt x="233" y="7889"/>
                    <a:pt x="557" y="7889"/>
                  </a:cubicBezTo>
                  <a:cubicBezTo>
                    <a:pt x="692" y="7889"/>
                    <a:pt x="844" y="7847"/>
                    <a:pt x="1001" y="7758"/>
                  </a:cubicBezTo>
                  <a:lnTo>
                    <a:pt x="10408" y="2321"/>
                  </a:lnTo>
                  <a:cubicBezTo>
                    <a:pt x="11009" y="1954"/>
                    <a:pt x="11375" y="1354"/>
                    <a:pt x="11442" y="653"/>
                  </a:cubicBezTo>
                  <a:cubicBezTo>
                    <a:pt x="11442" y="240"/>
                    <a:pt x="11221" y="0"/>
                    <a:pt x="108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6">
              <a:extLst>
                <a:ext uri="{FF2B5EF4-FFF2-40B4-BE49-F238E27FC236}">
                  <a16:creationId xmlns:a16="http://schemas.microsoft.com/office/drawing/2014/main" id="{EEE52A86-591D-65D3-F557-FCFCE47CC507}"/>
                </a:ext>
              </a:extLst>
            </p:cNvPr>
            <p:cNvSpPr/>
            <p:nvPr/>
          </p:nvSpPr>
          <p:spPr>
            <a:xfrm>
              <a:off x="2124200" y="827300"/>
              <a:ext cx="1213375" cy="2961575"/>
            </a:xfrm>
            <a:custGeom>
              <a:avLst/>
              <a:gdLst/>
              <a:ahLst/>
              <a:cxnLst/>
              <a:rect l="l" t="t" r="r" b="b"/>
              <a:pathLst>
                <a:path w="48535" h="118463" extrusionOk="0">
                  <a:moveTo>
                    <a:pt x="47675" y="0"/>
                  </a:moveTo>
                  <a:cubicBezTo>
                    <a:pt x="47462" y="0"/>
                    <a:pt x="47222" y="70"/>
                    <a:pt x="46967" y="217"/>
                  </a:cubicBezTo>
                  <a:lnTo>
                    <a:pt x="1568" y="26435"/>
                  </a:lnTo>
                  <a:cubicBezTo>
                    <a:pt x="634" y="27036"/>
                    <a:pt x="67" y="28037"/>
                    <a:pt x="0" y="29137"/>
                  </a:cubicBezTo>
                  <a:lnTo>
                    <a:pt x="0" y="117367"/>
                  </a:lnTo>
                  <a:cubicBezTo>
                    <a:pt x="0" y="118061"/>
                    <a:pt x="377" y="118463"/>
                    <a:pt x="898" y="118463"/>
                  </a:cubicBezTo>
                  <a:cubicBezTo>
                    <a:pt x="1104" y="118463"/>
                    <a:pt x="1332" y="118400"/>
                    <a:pt x="1568" y="118268"/>
                  </a:cubicBezTo>
                  <a:lnTo>
                    <a:pt x="46967" y="92049"/>
                  </a:lnTo>
                  <a:cubicBezTo>
                    <a:pt x="47834" y="91549"/>
                    <a:pt x="48535" y="90915"/>
                    <a:pt x="48535" y="89914"/>
                  </a:cubicBezTo>
                  <a:lnTo>
                    <a:pt x="48535" y="1084"/>
                  </a:lnTo>
                  <a:cubicBezTo>
                    <a:pt x="48535" y="401"/>
                    <a:pt x="48185" y="0"/>
                    <a:pt x="4767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6">
              <a:extLst>
                <a:ext uri="{FF2B5EF4-FFF2-40B4-BE49-F238E27FC236}">
                  <a16:creationId xmlns:a16="http://schemas.microsoft.com/office/drawing/2014/main" id="{0E76EC84-A0B9-C6DF-D95C-D2C6F7EAAC44}"/>
                </a:ext>
              </a:extLst>
            </p:cNvPr>
            <p:cNvSpPr/>
            <p:nvPr/>
          </p:nvSpPr>
          <p:spPr>
            <a:xfrm>
              <a:off x="2118350" y="821500"/>
              <a:ext cx="1227250" cy="2972525"/>
            </a:xfrm>
            <a:custGeom>
              <a:avLst/>
              <a:gdLst/>
              <a:ahLst/>
              <a:cxnLst/>
              <a:rect l="l" t="t" r="r" b="b"/>
              <a:pathLst>
                <a:path w="49090" h="118901" extrusionOk="0">
                  <a:moveTo>
                    <a:pt x="47982" y="436"/>
                  </a:moveTo>
                  <a:cubicBezTo>
                    <a:pt x="48055" y="436"/>
                    <a:pt x="48128" y="467"/>
                    <a:pt x="48202" y="515"/>
                  </a:cubicBezTo>
                  <a:cubicBezTo>
                    <a:pt x="48468" y="682"/>
                    <a:pt x="48602" y="1016"/>
                    <a:pt x="48569" y="1349"/>
                  </a:cubicBezTo>
                  <a:lnTo>
                    <a:pt x="48569" y="90146"/>
                  </a:lnTo>
                  <a:cubicBezTo>
                    <a:pt x="48569" y="90913"/>
                    <a:pt x="48102" y="91514"/>
                    <a:pt x="47101" y="92081"/>
                  </a:cubicBezTo>
                  <a:lnTo>
                    <a:pt x="1702" y="118333"/>
                  </a:lnTo>
                  <a:cubicBezTo>
                    <a:pt x="1551" y="118484"/>
                    <a:pt x="1368" y="118549"/>
                    <a:pt x="1188" y="118549"/>
                  </a:cubicBezTo>
                  <a:cubicBezTo>
                    <a:pt x="731" y="118549"/>
                    <a:pt x="291" y="118126"/>
                    <a:pt x="434" y="117599"/>
                  </a:cubicBezTo>
                  <a:lnTo>
                    <a:pt x="434" y="29336"/>
                  </a:lnTo>
                  <a:cubicBezTo>
                    <a:pt x="501" y="28335"/>
                    <a:pt x="1035" y="27401"/>
                    <a:pt x="1902" y="26834"/>
                  </a:cubicBezTo>
                  <a:lnTo>
                    <a:pt x="47301" y="615"/>
                  </a:lnTo>
                  <a:cubicBezTo>
                    <a:pt x="47501" y="515"/>
                    <a:pt x="47701" y="449"/>
                    <a:pt x="47901" y="449"/>
                  </a:cubicBezTo>
                  <a:cubicBezTo>
                    <a:pt x="47928" y="440"/>
                    <a:pt x="47955" y="436"/>
                    <a:pt x="47982" y="436"/>
                  </a:cubicBezTo>
                  <a:close/>
                  <a:moveTo>
                    <a:pt x="47846" y="0"/>
                  </a:moveTo>
                  <a:cubicBezTo>
                    <a:pt x="47594" y="0"/>
                    <a:pt x="47333" y="87"/>
                    <a:pt x="47101" y="282"/>
                  </a:cubicBezTo>
                  <a:lnTo>
                    <a:pt x="1702" y="26467"/>
                  </a:lnTo>
                  <a:cubicBezTo>
                    <a:pt x="701" y="27101"/>
                    <a:pt x="101" y="28202"/>
                    <a:pt x="34" y="29369"/>
                  </a:cubicBezTo>
                  <a:lnTo>
                    <a:pt x="34" y="117599"/>
                  </a:lnTo>
                  <a:cubicBezTo>
                    <a:pt x="1" y="118066"/>
                    <a:pt x="201" y="118500"/>
                    <a:pt x="601" y="118767"/>
                  </a:cubicBezTo>
                  <a:cubicBezTo>
                    <a:pt x="734" y="118867"/>
                    <a:pt x="935" y="118900"/>
                    <a:pt x="1101" y="118900"/>
                  </a:cubicBezTo>
                  <a:cubicBezTo>
                    <a:pt x="1402" y="118900"/>
                    <a:pt x="1668" y="118800"/>
                    <a:pt x="1902" y="118667"/>
                  </a:cubicBezTo>
                  <a:lnTo>
                    <a:pt x="47301" y="92448"/>
                  </a:lnTo>
                  <a:cubicBezTo>
                    <a:pt x="48035" y="92048"/>
                    <a:pt x="48969" y="91380"/>
                    <a:pt x="48969" y="90146"/>
                  </a:cubicBezTo>
                  <a:lnTo>
                    <a:pt x="48969" y="1349"/>
                  </a:lnTo>
                  <a:cubicBezTo>
                    <a:pt x="49089" y="579"/>
                    <a:pt x="48498" y="0"/>
                    <a:pt x="47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6">
              <a:extLst>
                <a:ext uri="{FF2B5EF4-FFF2-40B4-BE49-F238E27FC236}">
                  <a16:creationId xmlns:a16="http://schemas.microsoft.com/office/drawing/2014/main" id="{1E758AAF-0643-B9FB-E7E9-D2FE951ACA27}"/>
                </a:ext>
              </a:extLst>
            </p:cNvPr>
            <p:cNvSpPr/>
            <p:nvPr/>
          </p:nvSpPr>
          <p:spPr>
            <a:xfrm>
              <a:off x="1934050" y="401975"/>
              <a:ext cx="1468575" cy="847725"/>
            </a:xfrm>
            <a:custGeom>
              <a:avLst/>
              <a:gdLst/>
              <a:ahLst/>
              <a:cxnLst/>
              <a:rect l="l" t="t" r="r" b="b"/>
              <a:pathLst>
                <a:path w="58743" h="33909" extrusionOk="0">
                  <a:moveTo>
                    <a:pt x="53034" y="1"/>
                  </a:moveTo>
                  <a:cubicBezTo>
                    <a:pt x="52413" y="1"/>
                    <a:pt x="51788" y="151"/>
                    <a:pt x="51204" y="451"/>
                  </a:cubicBezTo>
                  <a:lnTo>
                    <a:pt x="1302" y="29272"/>
                  </a:lnTo>
                  <a:cubicBezTo>
                    <a:pt x="734" y="29605"/>
                    <a:pt x="301" y="30072"/>
                    <a:pt x="1" y="30606"/>
                  </a:cubicBezTo>
                  <a:lnTo>
                    <a:pt x="5705" y="33908"/>
                  </a:lnTo>
                  <a:cubicBezTo>
                    <a:pt x="6005" y="33375"/>
                    <a:pt x="6472" y="32908"/>
                    <a:pt x="7006" y="32574"/>
                  </a:cubicBezTo>
                  <a:lnTo>
                    <a:pt x="56941" y="3720"/>
                  </a:lnTo>
                  <a:cubicBezTo>
                    <a:pt x="57224" y="3563"/>
                    <a:pt x="57493" y="3488"/>
                    <a:pt x="57734" y="3488"/>
                  </a:cubicBezTo>
                  <a:cubicBezTo>
                    <a:pt x="58261" y="3488"/>
                    <a:pt x="58651" y="3846"/>
                    <a:pt x="58743" y="4487"/>
                  </a:cubicBezTo>
                  <a:cubicBezTo>
                    <a:pt x="58576" y="3320"/>
                    <a:pt x="57909" y="2286"/>
                    <a:pt x="56941" y="1619"/>
                  </a:cubicBezTo>
                  <a:lnTo>
                    <a:pt x="54840" y="451"/>
                  </a:lnTo>
                  <a:cubicBezTo>
                    <a:pt x="54273" y="151"/>
                    <a:pt x="53656" y="1"/>
                    <a:pt x="530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6">
              <a:extLst>
                <a:ext uri="{FF2B5EF4-FFF2-40B4-BE49-F238E27FC236}">
                  <a16:creationId xmlns:a16="http://schemas.microsoft.com/office/drawing/2014/main" id="{5477167D-2352-3EFE-4AA3-CE1CD516C6A8}"/>
                </a:ext>
              </a:extLst>
            </p:cNvPr>
            <p:cNvSpPr/>
            <p:nvPr/>
          </p:nvSpPr>
          <p:spPr>
            <a:xfrm>
              <a:off x="4907850" y="1566575"/>
              <a:ext cx="320250" cy="478325"/>
            </a:xfrm>
            <a:custGeom>
              <a:avLst/>
              <a:gdLst/>
              <a:ahLst/>
              <a:cxnLst/>
              <a:rect l="l" t="t" r="r" b="b"/>
              <a:pathLst>
                <a:path w="12810" h="19133" extrusionOk="0">
                  <a:moveTo>
                    <a:pt x="12809" y="0"/>
                  </a:moveTo>
                  <a:lnTo>
                    <a:pt x="12809" y="0"/>
                  </a:lnTo>
                  <a:cubicBezTo>
                    <a:pt x="10174" y="133"/>
                    <a:pt x="9273" y="634"/>
                    <a:pt x="7872" y="2268"/>
                  </a:cubicBezTo>
                  <a:cubicBezTo>
                    <a:pt x="6505" y="3903"/>
                    <a:pt x="0" y="15978"/>
                    <a:pt x="0" y="15978"/>
                  </a:cubicBezTo>
                  <a:cubicBezTo>
                    <a:pt x="0" y="15978"/>
                    <a:pt x="1133" y="19132"/>
                    <a:pt x="3575" y="19132"/>
                  </a:cubicBezTo>
                  <a:cubicBezTo>
                    <a:pt x="3682" y="19132"/>
                    <a:pt x="3791" y="19126"/>
                    <a:pt x="3903" y="19114"/>
                  </a:cubicBezTo>
                  <a:lnTo>
                    <a:pt x="8907" y="11041"/>
                  </a:lnTo>
                  <a:lnTo>
                    <a:pt x="12809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6">
              <a:extLst>
                <a:ext uri="{FF2B5EF4-FFF2-40B4-BE49-F238E27FC236}">
                  <a16:creationId xmlns:a16="http://schemas.microsoft.com/office/drawing/2014/main" id="{B91BDD3E-DD69-3D80-6167-B90EEB97B2DA}"/>
                </a:ext>
              </a:extLst>
            </p:cNvPr>
            <p:cNvSpPr/>
            <p:nvPr/>
          </p:nvSpPr>
          <p:spPr>
            <a:xfrm>
              <a:off x="5000400" y="1565200"/>
              <a:ext cx="236875" cy="308275"/>
            </a:xfrm>
            <a:custGeom>
              <a:avLst/>
              <a:gdLst/>
              <a:ahLst/>
              <a:cxnLst/>
              <a:rect l="l" t="t" r="r" b="b"/>
              <a:pathLst>
                <a:path w="9475" h="12331" extrusionOk="0">
                  <a:moveTo>
                    <a:pt x="8419" y="1"/>
                  </a:moveTo>
                  <a:cubicBezTo>
                    <a:pt x="7763" y="1"/>
                    <a:pt x="6913" y="63"/>
                    <a:pt x="6205" y="322"/>
                  </a:cubicBezTo>
                  <a:cubicBezTo>
                    <a:pt x="4871" y="789"/>
                    <a:pt x="4170" y="1790"/>
                    <a:pt x="3236" y="3191"/>
                  </a:cubicBezTo>
                  <a:cubicBezTo>
                    <a:pt x="2536" y="4325"/>
                    <a:pt x="1" y="8895"/>
                    <a:pt x="1" y="8895"/>
                  </a:cubicBezTo>
                  <a:cubicBezTo>
                    <a:pt x="1" y="8895"/>
                    <a:pt x="1235" y="12330"/>
                    <a:pt x="4738" y="12330"/>
                  </a:cubicBezTo>
                  <a:lnTo>
                    <a:pt x="9474" y="55"/>
                  </a:lnTo>
                  <a:cubicBezTo>
                    <a:pt x="9474" y="55"/>
                    <a:pt x="9031" y="1"/>
                    <a:pt x="84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6">
              <a:extLst>
                <a:ext uri="{FF2B5EF4-FFF2-40B4-BE49-F238E27FC236}">
                  <a16:creationId xmlns:a16="http://schemas.microsoft.com/office/drawing/2014/main" id="{B1D9E200-8304-4689-0C13-74300C5E0867}"/>
                </a:ext>
              </a:extLst>
            </p:cNvPr>
            <p:cNvSpPr/>
            <p:nvPr/>
          </p:nvSpPr>
          <p:spPr>
            <a:xfrm>
              <a:off x="5297150" y="3703825"/>
              <a:ext cx="292025" cy="261375"/>
            </a:xfrm>
            <a:custGeom>
              <a:avLst/>
              <a:gdLst/>
              <a:ahLst/>
              <a:cxnLst/>
              <a:rect l="l" t="t" r="r" b="b"/>
              <a:pathLst>
                <a:path w="11681" h="10455" extrusionOk="0">
                  <a:moveTo>
                    <a:pt x="10711" y="1"/>
                  </a:moveTo>
                  <a:cubicBezTo>
                    <a:pt x="10701" y="1"/>
                    <a:pt x="10691" y="2"/>
                    <a:pt x="10680" y="5"/>
                  </a:cubicBezTo>
                  <a:lnTo>
                    <a:pt x="10680" y="438"/>
                  </a:lnTo>
                  <a:cubicBezTo>
                    <a:pt x="10113" y="905"/>
                    <a:pt x="9413" y="1139"/>
                    <a:pt x="8679" y="1139"/>
                  </a:cubicBezTo>
                  <a:cubicBezTo>
                    <a:pt x="8614" y="1143"/>
                    <a:pt x="8539" y="1145"/>
                    <a:pt x="8455" y="1145"/>
                  </a:cubicBezTo>
                  <a:cubicBezTo>
                    <a:pt x="7804" y="1145"/>
                    <a:pt x="6677" y="1019"/>
                    <a:pt x="6677" y="605"/>
                  </a:cubicBezTo>
                  <a:lnTo>
                    <a:pt x="6677" y="38"/>
                  </a:lnTo>
                  <a:cubicBezTo>
                    <a:pt x="6444" y="705"/>
                    <a:pt x="5410" y="3607"/>
                    <a:pt x="3809" y="5042"/>
                  </a:cubicBezTo>
                  <a:cubicBezTo>
                    <a:pt x="2574" y="6209"/>
                    <a:pt x="807" y="7543"/>
                    <a:pt x="373" y="8811"/>
                  </a:cubicBezTo>
                  <a:cubicBezTo>
                    <a:pt x="1" y="9928"/>
                    <a:pt x="2038" y="10455"/>
                    <a:pt x="3382" y="10455"/>
                  </a:cubicBezTo>
                  <a:cubicBezTo>
                    <a:pt x="3603" y="10455"/>
                    <a:pt x="3806" y="10440"/>
                    <a:pt x="3975" y="10412"/>
                  </a:cubicBezTo>
                  <a:cubicBezTo>
                    <a:pt x="5343" y="10179"/>
                    <a:pt x="7111" y="9378"/>
                    <a:pt x="8078" y="8210"/>
                  </a:cubicBezTo>
                  <a:cubicBezTo>
                    <a:pt x="8779" y="7377"/>
                    <a:pt x="9213" y="6376"/>
                    <a:pt x="9680" y="5709"/>
                  </a:cubicBezTo>
                  <a:cubicBezTo>
                    <a:pt x="10147" y="5008"/>
                    <a:pt x="11281" y="4308"/>
                    <a:pt x="11548" y="3540"/>
                  </a:cubicBezTo>
                  <a:cubicBezTo>
                    <a:pt x="11681" y="3140"/>
                    <a:pt x="11514" y="2206"/>
                    <a:pt x="11314" y="1439"/>
                  </a:cubicBezTo>
                  <a:cubicBezTo>
                    <a:pt x="11154" y="766"/>
                    <a:pt x="10963" y="1"/>
                    <a:pt x="107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6">
              <a:extLst>
                <a:ext uri="{FF2B5EF4-FFF2-40B4-BE49-F238E27FC236}">
                  <a16:creationId xmlns:a16="http://schemas.microsoft.com/office/drawing/2014/main" id="{A999200F-6F76-5368-362A-26187E40980C}"/>
                </a:ext>
              </a:extLst>
            </p:cNvPr>
            <p:cNvSpPr/>
            <p:nvPr/>
          </p:nvSpPr>
          <p:spPr>
            <a:xfrm>
              <a:off x="5342725" y="3622200"/>
              <a:ext cx="221450" cy="269675"/>
            </a:xfrm>
            <a:custGeom>
              <a:avLst/>
              <a:gdLst/>
              <a:ahLst/>
              <a:cxnLst/>
              <a:rect l="l" t="t" r="r" b="b"/>
              <a:pathLst>
                <a:path w="8858" h="10787" extrusionOk="0">
                  <a:moveTo>
                    <a:pt x="4854" y="1"/>
                  </a:moveTo>
                  <a:lnTo>
                    <a:pt x="4854" y="2269"/>
                  </a:lnTo>
                  <a:cubicBezTo>
                    <a:pt x="4854" y="3003"/>
                    <a:pt x="4721" y="3737"/>
                    <a:pt x="4421" y="4404"/>
                  </a:cubicBezTo>
                  <a:cubicBezTo>
                    <a:pt x="3954" y="5571"/>
                    <a:pt x="3086" y="7306"/>
                    <a:pt x="1986" y="8307"/>
                  </a:cubicBezTo>
                  <a:cubicBezTo>
                    <a:pt x="1619" y="8640"/>
                    <a:pt x="1218" y="8974"/>
                    <a:pt x="852" y="9341"/>
                  </a:cubicBezTo>
                  <a:cubicBezTo>
                    <a:pt x="1" y="10305"/>
                    <a:pt x="428" y="10787"/>
                    <a:pt x="1517" y="10787"/>
                  </a:cubicBezTo>
                  <a:cubicBezTo>
                    <a:pt x="1709" y="10787"/>
                    <a:pt x="1922" y="10772"/>
                    <a:pt x="2152" y="10742"/>
                  </a:cubicBezTo>
                  <a:cubicBezTo>
                    <a:pt x="3720" y="10508"/>
                    <a:pt x="5055" y="9274"/>
                    <a:pt x="5755" y="8307"/>
                  </a:cubicBezTo>
                  <a:cubicBezTo>
                    <a:pt x="6822" y="6872"/>
                    <a:pt x="8657" y="4637"/>
                    <a:pt x="8857" y="3803"/>
                  </a:cubicBezTo>
                  <a:lnTo>
                    <a:pt x="8857" y="3703"/>
                  </a:lnTo>
                  <a:lnTo>
                    <a:pt x="8857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6">
              <a:extLst>
                <a:ext uri="{FF2B5EF4-FFF2-40B4-BE49-F238E27FC236}">
                  <a16:creationId xmlns:a16="http://schemas.microsoft.com/office/drawing/2014/main" id="{3B744805-DBD8-AE61-1F54-F63B23185D06}"/>
                </a:ext>
              </a:extLst>
            </p:cNvPr>
            <p:cNvSpPr/>
            <p:nvPr/>
          </p:nvSpPr>
          <p:spPr>
            <a:xfrm>
              <a:off x="4942750" y="3603750"/>
              <a:ext cx="292850" cy="261375"/>
            </a:xfrm>
            <a:custGeom>
              <a:avLst/>
              <a:gdLst/>
              <a:ahLst/>
              <a:cxnLst/>
              <a:rect l="l" t="t" r="r" b="b"/>
              <a:pathLst>
                <a:path w="11714" h="10455" extrusionOk="0">
                  <a:moveTo>
                    <a:pt x="10713" y="0"/>
                  </a:moveTo>
                  <a:cubicBezTo>
                    <a:pt x="10702" y="0"/>
                    <a:pt x="10691" y="2"/>
                    <a:pt x="10679" y="5"/>
                  </a:cubicBezTo>
                  <a:lnTo>
                    <a:pt x="10679" y="438"/>
                  </a:lnTo>
                  <a:cubicBezTo>
                    <a:pt x="10144" y="848"/>
                    <a:pt x="9490" y="1108"/>
                    <a:pt x="8802" y="1108"/>
                  </a:cubicBezTo>
                  <a:cubicBezTo>
                    <a:pt x="8761" y="1108"/>
                    <a:pt x="8719" y="1107"/>
                    <a:pt x="8678" y="1105"/>
                  </a:cubicBezTo>
                  <a:cubicBezTo>
                    <a:pt x="8549" y="1128"/>
                    <a:pt x="8374" y="1141"/>
                    <a:pt x="8181" y="1141"/>
                  </a:cubicBezTo>
                  <a:cubicBezTo>
                    <a:pt x="7531" y="1141"/>
                    <a:pt x="6677" y="999"/>
                    <a:pt x="6677" y="638"/>
                  </a:cubicBezTo>
                  <a:lnTo>
                    <a:pt x="6677" y="71"/>
                  </a:lnTo>
                  <a:cubicBezTo>
                    <a:pt x="6443" y="739"/>
                    <a:pt x="5409" y="3641"/>
                    <a:pt x="3808" y="5075"/>
                  </a:cubicBezTo>
                  <a:cubicBezTo>
                    <a:pt x="2574" y="6209"/>
                    <a:pt x="806" y="7577"/>
                    <a:pt x="372" y="8844"/>
                  </a:cubicBezTo>
                  <a:cubicBezTo>
                    <a:pt x="0" y="9932"/>
                    <a:pt x="2035" y="10455"/>
                    <a:pt x="3379" y="10455"/>
                  </a:cubicBezTo>
                  <a:cubicBezTo>
                    <a:pt x="3601" y="10455"/>
                    <a:pt x="3804" y="10441"/>
                    <a:pt x="3975" y="10412"/>
                  </a:cubicBezTo>
                  <a:cubicBezTo>
                    <a:pt x="5342" y="10179"/>
                    <a:pt x="7110" y="9378"/>
                    <a:pt x="8078" y="8211"/>
                  </a:cubicBezTo>
                  <a:cubicBezTo>
                    <a:pt x="8778" y="7377"/>
                    <a:pt x="9212" y="6376"/>
                    <a:pt x="9679" y="5709"/>
                  </a:cubicBezTo>
                  <a:cubicBezTo>
                    <a:pt x="10179" y="5008"/>
                    <a:pt x="11280" y="4308"/>
                    <a:pt x="11547" y="3541"/>
                  </a:cubicBezTo>
                  <a:cubicBezTo>
                    <a:pt x="11714" y="3140"/>
                    <a:pt x="11513" y="2206"/>
                    <a:pt x="11313" y="1439"/>
                  </a:cubicBezTo>
                  <a:cubicBezTo>
                    <a:pt x="11122" y="704"/>
                    <a:pt x="10961" y="0"/>
                    <a:pt x="107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6">
              <a:extLst>
                <a:ext uri="{FF2B5EF4-FFF2-40B4-BE49-F238E27FC236}">
                  <a16:creationId xmlns:a16="http://schemas.microsoft.com/office/drawing/2014/main" id="{9838C07A-027E-1FE1-69EF-F849E0763A23}"/>
                </a:ext>
              </a:extLst>
            </p:cNvPr>
            <p:cNvSpPr/>
            <p:nvPr/>
          </p:nvSpPr>
          <p:spPr>
            <a:xfrm>
              <a:off x="4988600" y="3522975"/>
              <a:ext cx="221975" cy="269950"/>
            </a:xfrm>
            <a:custGeom>
              <a:avLst/>
              <a:gdLst/>
              <a:ahLst/>
              <a:cxnLst/>
              <a:rect l="l" t="t" r="r" b="b"/>
              <a:pathLst>
                <a:path w="8879" h="10798" extrusionOk="0">
                  <a:moveTo>
                    <a:pt x="4843" y="0"/>
                  </a:moveTo>
                  <a:lnTo>
                    <a:pt x="4843" y="2302"/>
                  </a:lnTo>
                  <a:cubicBezTo>
                    <a:pt x="4843" y="3036"/>
                    <a:pt x="4709" y="3736"/>
                    <a:pt x="4442" y="4403"/>
                  </a:cubicBezTo>
                  <a:cubicBezTo>
                    <a:pt x="3942" y="5604"/>
                    <a:pt x="3108" y="7305"/>
                    <a:pt x="1974" y="8339"/>
                  </a:cubicBezTo>
                  <a:cubicBezTo>
                    <a:pt x="1640" y="8640"/>
                    <a:pt x="1240" y="9007"/>
                    <a:pt x="840" y="9340"/>
                  </a:cubicBezTo>
                  <a:cubicBezTo>
                    <a:pt x="0" y="10292"/>
                    <a:pt x="429" y="10797"/>
                    <a:pt x="1475" y="10797"/>
                  </a:cubicBezTo>
                  <a:cubicBezTo>
                    <a:pt x="1676" y="10797"/>
                    <a:pt x="1899" y="10779"/>
                    <a:pt x="2141" y="10741"/>
                  </a:cubicBezTo>
                  <a:cubicBezTo>
                    <a:pt x="3742" y="10541"/>
                    <a:pt x="5076" y="9307"/>
                    <a:pt x="5777" y="8339"/>
                  </a:cubicBezTo>
                  <a:cubicBezTo>
                    <a:pt x="6844" y="6905"/>
                    <a:pt x="8679" y="4670"/>
                    <a:pt x="8879" y="3836"/>
                  </a:cubicBezTo>
                  <a:lnTo>
                    <a:pt x="8879" y="3736"/>
                  </a:lnTo>
                  <a:lnTo>
                    <a:pt x="8879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6">
              <a:extLst>
                <a:ext uri="{FF2B5EF4-FFF2-40B4-BE49-F238E27FC236}">
                  <a16:creationId xmlns:a16="http://schemas.microsoft.com/office/drawing/2014/main" id="{37675787-D409-934B-D83D-98E60A13A869}"/>
                </a:ext>
              </a:extLst>
            </p:cNvPr>
            <p:cNvSpPr/>
            <p:nvPr/>
          </p:nvSpPr>
          <p:spPr>
            <a:xfrm>
              <a:off x="5061275" y="2134475"/>
              <a:ext cx="561275" cy="1514650"/>
            </a:xfrm>
            <a:custGeom>
              <a:avLst/>
              <a:gdLst/>
              <a:ahLst/>
              <a:cxnLst/>
              <a:rect l="l" t="t" r="r" b="b"/>
              <a:pathLst>
                <a:path w="22451" h="60586" extrusionOk="0">
                  <a:moveTo>
                    <a:pt x="1535" y="0"/>
                  </a:moveTo>
                  <a:cubicBezTo>
                    <a:pt x="301" y="4037"/>
                    <a:pt x="1" y="25185"/>
                    <a:pt x="501" y="31990"/>
                  </a:cubicBezTo>
                  <a:cubicBezTo>
                    <a:pt x="801" y="36026"/>
                    <a:pt x="1936" y="56741"/>
                    <a:pt x="1936" y="56741"/>
                  </a:cubicBezTo>
                  <a:cubicBezTo>
                    <a:pt x="2689" y="56855"/>
                    <a:pt x="3341" y="56896"/>
                    <a:pt x="3888" y="56896"/>
                  </a:cubicBezTo>
                  <a:cubicBezTo>
                    <a:pt x="5257" y="56896"/>
                    <a:pt x="5972" y="56641"/>
                    <a:pt x="5972" y="56641"/>
                  </a:cubicBezTo>
                  <a:cubicBezTo>
                    <a:pt x="5972" y="56641"/>
                    <a:pt x="9207" y="40996"/>
                    <a:pt x="8874" y="37661"/>
                  </a:cubicBezTo>
                  <a:cubicBezTo>
                    <a:pt x="8674" y="35993"/>
                    <a:pt x="8307" y="34358"/>
                    <a:pt x="7806" y="32757"/>
                  </a:cubicBezTo>
                  <a:lnTo>
                    <a:pt x="9741" y="16846"/>
                  </a:lnTo>
                  <a:cubicBezTo>
                    <a:pt x="9741" y="16846"/>
                    <a:pt x="10942" y="27787"/>
                    <a:pt x="11576" y="32757"/>
                  </a:cubicBezTo>
                  <a:cubicBezTo>
                    <a:pt x="12276" y="38495"/>
                    <a:pt x="16112" y="60177"/>
                    <a:pt x="16112" y="60177"/>
                  </a:cubicBezTo>
                  <a:cubicBezTo>
                    <a:pt x="16705" y="60450"/>
                    <a:pt x="17338" y="60585"/>
                    <a:pt x="17972" y="60585"/>
                  </a:cubicBezTo>
                  <a:cubicBezTo>
                    <a:pt x="18731" y="60585"/>
                    <a:pt x="19491" y="60392"/>
                    <a:pt x="20182" y="60010"/>
                  </a:cubicBezTo>
                  <a:cubicBezTo>
                    <a:pt x="20182" y="60010"/>
                    <a:pt x="21583" y="45600"/>
                    <a:pt x="21049" y="39862"/>
                  </a:cubicBezTo>
                  <a:cubicBezTo>
                    <a:pt x="20582" y="35025"/>
                    <a:pt x="19315" y="32857"/>
                    <a:pt x="19215" y="31723"/>
                  </a:cubicBezTo>
                  <a:cubicBezTo>
                    <a:pt x="19215" y="31723"/>
                    <a:pt x="22450" y="7806"/>
                    <a:pt x="19315" y="1001"/>
                  </a:cubicBezTo>
                  <a:lnTo>
                    <a:pt x="153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6">
              <a:extLst>
                <a:ext uri="{FF2B5EF4-FFF2-40B4-BE49-F238E27FC236}">
                  <a16:creationId xmlns:a16="http://schemas.microsoft.com/office/drawing/2014/main" id="{68D9D08A-7AEE-90DA-BCF1-C1479BCB7FEE}"/>
                </a:ext>
              </a:extLst>
            </p:cNvPr>
            <p:cNvSpPr/>
            <p:nvPr/>
          </p:nvSpPr>
          <p:spPr>
            <a:xfrm>
              <a:off x="5123825" y="2330450"/>
              <a:ext cx="181000" cy="595450"/>
            </a:xfrm>
            <a:custGeom>
              <a:avLst/>
              <a:gdLst/>
              <a:ahLst/>
              <a:cxnLst/>
              <a:rect l="l" t="t" r="r" b="b"/>
              <a:pathLst>
                <a:path w="7240" h="23818" extrusionOk="0">
                  <a:moveTo>
                    <a:pt x="1" y="0"/>
                  </a:moveTo>
                  <a:cubicBezTo>
                    <a:pt x="1" y="1"/>
                    <a:pt x="2036" y="2535"/>
                    <a:pt x="5071" y="3336"/>
                  </a:cubicBezTo>
                  <a:lnTo>
                    <a:pt x="6205" y="8206"/>
                  </a:lnTo>
                  <a:lnTo>
                    <a:pt x="5438" y="23817"/>
                  </a:lnTo>
                  <a:lnTo>
                    <a:pt x="7239" y="9007"/>
                  </a:lnTo>
                  <a:lnTo>
                    <a:pt x="6238" y="2702"/>
                  </a:lnTo>
                  <a:cubicBezTo>
                    <a:pt x="6238" y="2702"/>
                    <a:pt x="1935" y="1835"/>
                    <a:pt x="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6">
              <a:extLst>
                <a:ext uri="{FF2B5EF4-FFF2-40B4-BE49-F238E27FC236}">
                  <a16:creationId xmlns:a16="http://schemas.microsoft.com/office/drawing/2014/main" id="{4C9B6AD1-0F45-D91B-8DC9-DB09D0541BC4}"/>
                </a:ext>
              </a:extLst>
            </p:cNvPr>
            <p:cNvSpPr/>
            <p:nvPr/>
          </p:nvSpPr>
          <p:spPr>
            <a:xfrm>
              <a:off x="5081300" y="1566575"/>
              <a:ext cx="477875" cy="646950"/>
            </a:xfrm>
            <a:custGeom>
              <a:avLst/>
              <a:gdLst/>
              <a:ahLst/>
              <a:cxnLst/>
              <a:rect l="l" t="t" r="r" b="b"/>
              <a:pathLst>
                <a:path w="19115" h="25878" extrusionOk="0">
                  <a:moveTo>
                    <a:pt x="5905" y="0"/>
                  </a:moveTo>
                  <a:cubicBezTo>
                    <a:pt x="4904" y="0"/>
                    <a:pt x="1468" y="3469"/>
                    <a:pt x="501" y="7239"/>
                  </a:cubicBezTo>
                  <a:cubicBezTo>
                    <a:pt x="0" y="9307"/>
                    <a:pt x="301" y="11241"/>
                    <a:pt x="1535" y="14344"/>
                  </a:cubicBezTo>
                  <a:cubicBezTo>
                    <a:pt x="1201" y="17413"/>
                    <a:pt x="668" y="22116"/>
                    <a:pt x="768" y="22716"/>
                  </a:cubicBezTo>
                  <a:cubicBezTo>
                    <a:pt x="2037" y="24449"/>
                    <a:pt x="5715" y="25877"/>
                    <a:pt x="9965" y="25877"/>
                  </a:cubicBezTo>
                  <a:cubicBezTo>
                    <a:pt x="12752" y="25877"/>
                    <a:pt x="15786" y="25263"/>
                    <a:pt x="18547" y="23717"/>
                  </a:cubicBezTo>
                  <a:cubicBezTo>
                    <a:pt x="17046" y="20748"/>
                    <a:pt x="15745" y="17613"/>
                    <a:pt x="15745" y="17613"/>
                  </a:cubicBezTo>
                  <a:lnTo>
                    <a:pt x="18480" y="9574"/>
                  </a:lnTo>
                  <a:cubicBezTo>
                    <a:pt x="19114" y="7906"/>
                    <a:pt x="19047" y="6038"/>
                    <a:pt x="18314" y="4437"/>
                  </a:cubicBezTo>
                  <a:cubicBezTo>
                    <a:pt x="17613" y="2935"/>
                    <a:pt x="17179" y="434"/>
                    <a:pt x="15478" y="267"/>
                  </a:cubicBezTo>
                  <a:cubicBezTo>
                    <a:pt x="14611" y="167"/>
                    <a:pt x="14211" y="200"/>
                    <a:pt x="13043" y="100"/>
                  </a:cubicBezTo>
                  <a:lnTo>
                    <a:pt x="5905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6">
              <a:extLst>
                <a:ext uri="{FF2B5EF4-FFF2-40B4-BE49-F238E27FC236}">
                  <a16:creationId xmlns:a16="http://schemas.microsoft.com/office/drawing/2014/main" id="{BF24E322-2938-3853-40EA-D8342BD2F689}"/>
                </a:ext>
              </a:extLst>
            </p:cNvPr>
            <p:cNvSpPr/>
            <p:nvPr/>
          </p:nvSpPr>
          <p:spPr>
            <a:xfrm>
              <a:off x="5078800" y="1070900"/>
              <a:ext cx="477875" cy="476500"/>
            </a:xfrm>
            <a:custGeom>
              <a:avLst/>
              <a:gdLst/>
              <a:ahLst/>
              <a:cxnLst/>
              <a:rect l="l" t="t" r="r" b="b"/>
              <a:pathLst>
                <a:path w="19115" h="19060" extrusionOk="0">
                  <a:moveTo>
                    <a:pt x="9420" y="1"/>
                  </a:moveTo>
                  <a:cubicBezTo>
                    <a:pt x="9271" y="1"/>
                    <a:pt x="9123" y="5"/>
                    <a:pt x="8973" y="13"/>
                  </a:cubicBezTo>
                  <a:lnTo>
                    <a:pt x="8206" y="46"/>
                  </a:lnTo>
                  <a:cubicBezTo>
                    <a:pt x="3570" y="313"/>
                    <a:pt x="0" y="4249"/>
                    <a:pt x="267" y="8919"/>
                  </a:cubicBezTo>
                  <a:cubicBezTo>
                    <a:pt x="501" y="13689"/>
                    <a:pt x="801" y="19060"/>
                    <a:pt x="801" y="19060"/>
                  </a:cubicBezTo>
                  <a:lnTo>
                    <a:pt x="9474" y="18593"/>
                  </a:lnTo>
                  <a:cubicBezTo>
                    <a:pt x="14377" y="18359"/>
                    <a:pt x="18180" y="14156"/>
                    <a:pt x="17913" y="9219"/>
                  </a:cubicBezTo>
                  <a:lnTo>
                    <a:pt x="17846" y="7985"/>
                  </a:lnTo>
                  <a:cubicBezTo>
                    <a:pt x="17813" y="7185"/>
                    <a:pt x="17646" y="6417"/>
                    <a:pt x="17379" y="5650"/>
                  </a:cubicBezTo>
                  <a:lnTo>
                    <a:pt x="17379" y="5650"/>
                  </a:lnTo>
                  <a:cubicBezTo>
                    <a:pt x="17513" y="5717"/>
                    <a:pt x="17646" y="5750"/>
                    <a:pt x="17813" y="5784"/>
                  </a:cubicBezTo>
                  <a:cubicBezTo>
                    <a:pt x="17833" y="5785"/>
                    <a:pt x="17853" y="5785"/>
                    <a:pt x="17873" y="5785"/>
                  </a:cubicBezTo>
                  <a:cubicBezTo>
                    <a:pt x="18484" y="5785"/>
                    <a:pt x="19049" y="5297"/>
                    <a:pt x="19114" y="4683"/>
                  </a:cubicBezTo>
                  <a:lnTo>
                    <a:pt x="17646" y="4549"/>
                  </a:lnTo>
                  <a:cubicBezTo>
                    <a:pt x="17813" y="4449"/>
                    <a:pt x="17980" y="4316"/>
                    <a:pt x="18080" y="4149"/>
                  </a:cubicBezTo>
                  <a:cubicBezTo>
                    <a:pt x="18380" y="3549"/>
                    <a:pt x="18180" y="2815"/>
                    <a:pt x="17613" y="2481"/>
                  </a:cubicBezTo>
                  <a:lnTo>
                    <a:pt x="16679" y="4183"/>
                  </a:lnTo>
                  <a:cubicBezTo>
                    <a:pt x="15154" y="1577"/>
                    <a:pt x="12388" y="1"/>
                    <a:pt x="942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6">
              <a:extLst>
                <a:ext uri="{FF2B5EF4-FFF2-40B4-BE49-F238E27FC236}">
                  <a16:creationId xmlns:a16="http://schemas.microsoft.com/office/drawing/2014/main" id="{2A93A6E6-09DE-7B06-1C1C-70F5FD46148F}"/>
                </a:ext>
              </a:extLst>
            </p:cNvPr>
            <p:cNvSpPr/>
            <p:nvPr/>
          </p:nvSpPr>
          <p:spPr>
            <a:xfrm>
              <a:off x="5123000" y="1209650"/>
              <a:ext cx="376125" cy="472375"/>
            </a:xfrm>
            <a:custGeom>
              <a:avLst/>
              <a:gdLst/>
              <a:ahLst/>
              <a:cxnLst/>
              <a:rect l="l" t="t" r="r" b="b"/>
              <a:pathLst>
                <a:path w="15045" h="18895" extrusionOk="0">
                  <a:moveTo>
                    <a:pt x="7606" y="0"/>
                  </a:moveTo>
                  <a:cubicBezTo>
                    <a:pt x="4804" y="3669"/>
                    <a:pt x="234" y="1034"/>
                    <a:pt x="67" y="3903"/>
                  </a:cubicBezTo>
                  <a:cubicBezTo>
                    <a:pt x="0" y="4837"/>
                    <a:pt x="34" y="5738"/>
                    <a:pt x="134" y="6672"/>
                  </a:cubicBezTo>
                  <a:cubicBezTo>
                    <a:pt x="467" y="10975"/>
                    <a:pt x="1902" y="11975"/>
                    <a:pt x="2636" y="12242"/>
                  </a:cubicBezTo>
                  <a:cubicBezTo>
                    <a:pt x="2841" y="12320"/>
                    <a:pt x="3103" y="12353"/>
                    <a:pt x="3404" y="12353"/>
                  </a:cubicBezTo>
                  <a:cubicBezTo>
                    <a:pt x="4131" y="12353"/>
                    <a:pt x="5085" y="12164"/>
                    <a:pt x="6005" y="11975"/>
                  </a:cubicBezTo>
                  <a:lnTo>
                    <a:pt x="6005" y="14511"/>
                  </a:lnTo>
                  <a:cubicBezTo>
                    <a:pt x="6005" y="14511"/>
                    <a:pt x="4437" y="16779"/>
                    <a:pt x="4604" y="17946"/>
                  </a:cubicBezTo>
                  <a:cubicBezTo>
                    <a:pt x="4708" y="18558"/>
                    <a:pt x="5445" y="18895"/>
                    <a:pt x="6362" y="18895"/>
                  </a:cubicBezTo>
                  <a:cubicBezTo>
                    <a:pt x="7196" y="18895"/>
                    <a:pt x="8179" y="18617"/>
                    <a:pt x="8973" y="18013"/>
                  </a:cubicBezTo>
                  <a:cubicBezTo>
                    <a:pt x="10041" y="17146"/>
                    <a:pt x="10841" y="15945"/>
                    <a:pt x="11275" y="14644"/>
                  </a:cubicBezTo>
                  <a:lnTo>
                    <a:pt x="11275" y="8673"/>
                  </a:lnTo>
                  <a:cubicBezTo>
                    <a:pt x="11275" y="8673"/>
                    <a:pt x="11731" y="9208"/>
                    <a:pt x="12471" y="9208"/>
                  </a:cubicBezTo>
                  <a:cubicBezTo>
                    <a:pt x="12809" y="9208"/>
                    <a:pt x="13205" y="9097"/>
                    <a:pt x="13643" y="8773"/>
                  </a:cubicBezTo>
                  <a:cubicBezTo>
                    <a:pt x="15044" y="7739"/>
                    <a:pt x="14978" y="5337"/>
                    <a:pt x="14044" y="4503"/>
                  </a:cubicBezTo>
                  <a:cubicBezTo>
                    <a:pt x="13711" y="4208"/>
                    <a:pt x="13252" y="4067"/>
                    <a:pt x="12791" y="4067"/>
                  </a:cubicBezTo>
                  <a:cubicBezTo>
                    <a:pt x="12003" y="4067"/>
                    <a:pt x="11210" y="4479"/>
                    <a:pt x="11042" y="5237"/>
                  </a:cubicBezTo>
                  <a:cubicBezTo>
                    <a:pt x="11042" y="5237"/>
                    <a:pt x="8006" y="5004"/>
                    <a:pt x="7606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6">
              <a:extLst>
                <a:ext uri="{FF2B5EF4-FFF2-40B4-BE49-F238E27FC236}">
                  <a16:creationId xmlns:a16="http://schemas.microsoft.com/office/drawing/2014/main" id="{28F45FB3-F0CD-D963-E21B-6DE9C3FF10AA}"/>
                </a:ext>
              </a:extLst>
            </p:cNvPr>
            <p:cNvSpPr/>
            <p:nvPr/>
          </p:nvSpPr>
          <p:spPr>
            <a:xfrm>
              <a:off x="5360675" y="1292200"/>
              <a:ext cx="41700" cy="94300"/>
            </a:xfrm>
            <a:custGeom>
              <a:avLst/>
              <a:gdLst/>
              <a:ahLst/>
              <a:cxnLst/>
              <a:rect l="l" t="t" r="r" b="b"/>
              <a:pathLst>
                <a:path w="1668" h="3772" extrusionOk="0">
                  <a:moveTo>
                    <a:pt x="0" y="1"/>
                  </a:moveTo>
                  <a:lnTo>
                    <a:pt x="100" y="2369"/>
                  </a:lnTo>
                  <a:cubicBezTo>
                    <a:pt x="165" y="3149"/>
                    <a:pt x="801" y="3771"/>
                    <a:pt x="1605" y="3771"/>
                  </a:cubicBezTo>
                  <a:cubicBezTo>
                    <a:pt x="1626" y="3771"/>
                    <a:pt x="1647" y="3771"/>
                    <a:pt x="1668" y="3770"/>
                  </a:cubicBezTo>
                  <a:lnTo>
                    <a:pt x="1535" y="16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6">
              <a:extLst>
                <a:ext uri="{FF2B5EF4-FFF2-40B4-BE49-F238E27FC236}">
                  <a16:creationId xmlns:a16="http://schemas.microsoft.com/office/drawing/2014/main" id="{9B8F6C36-3FCC-B2A7-4345-618D69C51A87}"/>
                </a:ext>
              </a:extLst>
            </p:cNvPr>
            <p:cNvSpPr/>
            <p:nvPr/>
          </p:nvSpPr>
          <p:spPr>
            <a:xfrm>
              <a:off x="5259750" y="1324725"/>
              <a:ext cx="31725" cy="27850"/>
            </a:xfrm>
            <a:custGeom>
              <a:avLst/>
              <a:gdLst/>
              <a:ahLst/>
              <a:cxnLst/>
              <a:rect l="l" t="t" r="r" b="b"/>
              <a:pathLst>
                <a:path w="1269" h="1114" extrusionOk="0">
                  <a:moveTo>
                    <a:pt x="535" y="0"/>
                  </a:moveTo>
                  <a:cubicBezTo>
                    <a:pt x="234" y="34"/>
                    <a:pt x="1" y="267"/>
                    <a:pt x="1" y="568"/>
                  </a:cubicBezTo>
                  <a:cubicBezTo>
                    <a:pt x="1" y="899"/>
                    <a:pt x="265" y="1114"/>
                    <a:pt x="540" y="1114"/>
                  </a:cubicBezTo>
                  <a:cubicBezTo>
                    <a:pt x="680" y="1114"/>
                    <a:pt x="822" y="1058"/>
                    <a:pt x="935" y="934"/>
                  </a:cubicBezTo>
                  <a:cubicBezTo>
                    <a:pt x="1268" y="601"/>
                    <a:pt x="1002" y="0"/>
                    <a:pt x="5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6">
              <a:extLst>
                <a:ext uri="{FF2B5EF4-FFF2-40B4-BE49-F238E27FC236}">
                  <a16:creationId xmlns:a16="http://schemas.microsoft.com/office/drawing/2014/main" id="{A87B962D-6BBC-5211-B94C-093DAFA9E7BD}"/>
                </a:ext>
              </a:extLst>
            </p:cNvPr>
            <p:cNvSpPr/>
            <p:nvPr/>
          </p:nvSpPr>
          <p:spPr>
            <a:xfrm>
              <a:off x="5222225" y="1434800"/>
              <a:ext cx="40050" cy="27250"/>
            </a:xfrm>
            <a:custGeom>
              <a:avLst/>
              <a:gdLst/>
              <a:ahLst/>
              <a:cxnLst/>
              <a:rect l="l" t="t" r="r" b="b"/>
              <a:pathLst>
                <a:path w="1602" h="1090" extrusionOk="0">
                  <a:moveTo>
                    <a:pt x="1469" y="1"/>
                  </a:moveTo>
                  <a:lnTo>
                    <a:pt x="1" y="568"/>
                  </a:lnTo>
                  <a:cubicBezTo>
                    <a:pt x="105" y="879"/>
                    <a:pt x="410" y="1089"/>
                    <a:pt x="728" y="1089"/>
                  </a:cubicBezTo>
                  <a:cubicBezTo>
                    <a:pt x="820" y="1089"/>
                    <a:pt x="912" y="1072"/>
                    <a:pt x="1002" y="1035"/>
                  </a:cubicBezTo>
                  <a:cubicBezTo>
                    <a:pt x="1402" y="868"/>
                    <a:pt x="1602" y="434"/>
                    <a:pt x="1469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6">
              <a:extLst>
                <a:ext uri="{FF2B5EF4-FFF2-40B4-BE49-F238E27FC236}">
                  <a16:creationId xmlns:a16="http://schemas.microsoft.com/office/drawing/2014/main" id="{258254F7-B752-397E-6DE2-8E1E802519F5}"/>
                </a:ext>
              </a:extLst>
            </p:cNvPr>
            <p:cNvSpPr/>
            <p:nvPr/>
          </p:nvSpPr>
          <p:spPr>
            <a:xfrm>
              <a:off x="5274775" y="1267300"/>
              <a:ext cx="34200" cy="21600"/>
            </a:xfrm>
            <a:custGeom>
              <a:avLst/>
              <a:gdLst/>
              <a:ahLst/>
              <a:cxnLst/>
              <a:rect l="l" t="t" r="r" b="b"/>
              <a:pathLst>
                <a:path w="1368" h="864" extrusionOk="0">
                  <a:moveTo>
                    <a:pt x="638" y="0"/>
                  </a:moveTo>
                  <a:cubicBezTo>
                    <a:pt x="367" y="0"/>
                    <a:pt x="108" y="161"/>
                    <a:pt x="0" y="429"/>
                  </a:cubicBezTo>
                  <a:lnTo>
                    <a:pt x="1268" y="863"/>
                  </a:lnTo>
                  <a:cubicBezTo>
                    <a:pt x="1368" y="496"/>
                    <a:pt x="1201" y="129"/>
                    <a:pt x="834" y="29"/>
                  </a:cubicBezTo>
                  <a:cubicBezTo>
                    <a:pt x="769" y="10"/>
                    <a:pt x="703" y="0"/>
                    <a:pt x="63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6">
              <a:extLst>
                <a:ext uri="{FF2B5EF4-FFF2-40B4-BE49-F238E27FC236}">
                  <a16:creationId xmlns:a16="http://schemas.microsoft.com/office/drawing/2014/main" id="{0C6B37D0-55A5-8096-D9A0-9109FD339BA9}"/>
                </a:ext>
              </a:extLst>
            </p:cNvPr>
            <p:cNvSpPr/>
            <p:nvPr/>
          </p:nvSpPr>
          <p:spPr>
            <a:xfrm>
              <a:off x="5142175" y="1330350"/>
              <a:ext cx="28375" cy="28600"/>
            </a:xfrm>
            <a:custGeom>
              <a:avLst/>
              <a:gdLst/>
              <a:ahLst/>
              <a:cxnLst/>
              <a:rect l="l" t="t" r="r" b="b"/>
              <a:pathLst>
                <a:path w="1135" h="1144" extrusionOk="0">
                  <a:moveTo>
                    <a:pt x="568" y="1"/>
                  </a:moveTo>
                  <a:cubicBezTo>
                    <a:pt x="284" y="1"/>
                    <a:pt x="1" y="192"/>
                    <a:pt x="34" y="576"/>
                  </a:cubicBezTo>
                  <a:lnTo>
                    <a:pt x="34" y="609"/>
                  </a:lnTo>
                  <a:cubicBezTo>
                    <a:pt x="34" y="910"/>
                    <a:pt x="267" y="1143"/>
                    <a:pt x="568" y="1143"/>
                  </a:cubicBezTo>
                  <a:cubicBezTo>
                    <a:pt x="868" y="1143"/>
                    <a:pt x="1135" y="876"/>
                    <a:pt x="1101" y="576"/>
                  </a:cubicBezTo>
                  <a:cubicBezTo>
                    <a:pt x="1135" y="192"/>
                    <a:pt x="851" y="1"/>
                    <a:pt x="5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6">
              <a:extLst>
                <a:ext uri="{FF2B5EF4-FFF2-40B4-BE49-F238E27FC236}">
                  <a16:creationId xmlns:a16="http://schemas.microsoft.com/office/drawing/2014/main" id="{27DF575F-3113-CFAB-6CF2-AB188EAD29CD}"/>
                </a:ext>
              </a:extLst>
            </p:cNvPr>
            <p:cNvSpPr/>
            <p:nvPr/>
          </p:nvSpPr>
          <p:spPr>
            <a:xfrm>
              <a:off x="5180525" y="1333900"/>
              <a:ext cx="44225" cy="81750"/>
            </a:xfrm>
            <a:custGeom>
              <a:avLst/>
              <a:gdLst/>
              <a:ahLst/>
              <a:cxnLst/>
              <a:rect l="l" t="t" r="r" b="b"/>
              <a:pathLst>
                <a:path w="1769" h="3270" extrusionOk="0">
                  <a:moveTo>
                    <a:pt x="1669" y="0"/>
                  </a:moveTo>
                  <a:lnTo>
                    <a:pt x="1" y="2836"/>
                  </a:lnTo>
                  <a:lnTo>
                    <a:pt x="1769" y="3269"/>
                  </a:lnTo>
                  <a:lnTo>
                    <a:pt x="1769" y="3269"/>
                  </a:lnTo>
                  <a:lnTo>
                    <a:pt x="1669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6">
              <a:extLst>
                <a:ext uri="{FF2B5EF4-FFF2-40B4-BE49-F238E27FC236}">
                  <a16:creationId xmlns:a16="http://schemas.microsoft.com/office/drawing/2014/main" id="{72CA7335-990E-65B4-F12D-E5A1CE9C819D}"/>
                </a:ext>
              </a:extLst>
            </p:cNvPr>
            <p:cNvSpPr/>
            <p:nvPr/>
          </p:nvSpPr>
          <p:spPr>
            <a:xfrm>
              <a:off x="5273100" y="1448975"/>
              <a:ext cx="115100" cy="81750"/>
            </a:xfrm>
            <a:custGeom>
              <a:avLst/>
              <a:gdLst/>
              <a:ahLst/>
              <a:cxnLst/>
              <a:rect l="l" t="t" r="r" b="b"/>
              <a:pathLst>
                <a:path w="4604" h="3270" extrusionOk="0">
                  <a:moveTo>
                    <a:pt x="4604" y="1"/>
                  </a:moveTo>
                  <a:cubicBezTo>
                    <a:pt x="4204" y="1135"/>
                    <a:pt x="1368" y="2136"/>
                    <a:pt x="1" y="2402"/>
                  </a:cubicBezTo>
                  <a:lnTo>
                    <a:pt x="1" y="3270"/>
                  </a:lnTo>
                  <a:cubicBezTo>
                    <a:pt x="1" y="3270"/>
                    <a:pt x="2836" y="2269"/>
                    <a:pt x="3670" y="1502"/>
                  </a:cubicBezTo>
                  <a:cubicBezTo>
                    <a:pt x="4104" y="1101"/>
                    <a:pt x="4437" y="601"/>
                    <a:pt x="4604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6">
              <a:extLst>
                <a:ext uri="{FF2B5EF4-FFF2-40B4-BE49-F238E27FC236}">
                  <a16:creationId xmlns:a16="http://schemas.microsoft.com/office/drawing/2014/main" id="{8493597C-CA11-3D87-271E-EF774662CBD7}"/>
                </a:ext>
              </a:extLst>
            </p:cNvPr>
            <p:cNvSpPr/>
            <p:nvPr/>
          </p:nvSpPr>
          <p:spPr>
            <a:xfrm>
              <a:off x="5172200" y="1688325"/>
              <a:ext cx="384475" cy="524875"/>
            </a:xfrm>
            <a:custGeom>
              <a:avLst/>
              <a:gdLst/>
              <a:ahLst/>
              <a:cxnLst/>
              <a:rect l="l" t="t" r="r" b="b"/>
              <a:pathLst>
                <a:path w="15379" h="20995" extrusionOk="0">
                  <a:moveTo>
                    <a:pt x="14444" y="0"/>
                  </a:moveTo>
                  <a:lnTo>
                    <a:pt x="11709" y="1668"/>
                  </a:lnTo>
                  <a:cubicBezTo>
                    <a:pt x="12409" y="3603"/>
                    <a:pt x="10608" y="4670"/>
                    <a:pt x="10608" y="4670"/>
                  </a:cubicBezTo>
                  <a:cubicBezTo>
                    <a:pt x="10608" y="4670"/>
                    <a:pt x="10374" y="7405"/>
                    <a:pt x="10274" y="8740"/>
                  </a:cubicBezTo>
                  <a:cubicBezTo>
                    <a:pt x="10174" y="10107"/>
                    <a:pt x="9807" y="12009"/>
                    <a:pt x="8973" y="13176"/>
                  </a:cubicBezTo>
                  <a:cubicBezTo>
                    <a:pt x="8173" y="14344"/>
                    <a:pt x="7439" y="15278"/>
                    <a:pt x="7439" y="15278"/>
                  </a:cubicBezTo>
                  <a:cubicBezTo>
                    <a:pt x="7439" y="15278"/>
                    <a:pt x="7970" y="15077"/>
                    <a:pt x="8527" y="15077"/>
                  </a:cubicBezTo>
                  <a:cubicBezTo>
                    <a:pt x="8986" y="15077"/>
                    <a:pt x="9463" y="15214"/>
                    <a:pt x="9674" y="15711"/>
                  </a:cubicBezTo>
                  <a:cubicBezTo>
                    <a:pt x="9707" y="15778"/>
                    <a:pt x="9707" y="15845"/>
                    <a:pt x="9741" y="15912"/>
                  </a:cubicBezTo>
                  <a:cubicBezTo>
                    <a:pt x="10341" y="18213"/>
                    <a:pt x="9907" y="19047"/>
                    <a:pt x="7606" y="19614"/>
                  </a:cubicBezTo>
                  <a:cubicBezTo>
                    <a:pt x="6133" y="19928"/>
                    <a:pt x="4637" y="20092"/>
                    <a:pt x="3138" y="20092"/>
                  </a:cubicBezTo>
                  <a:cubicBezTo>
                    <a:pt x="2091" y="20092"/>
                    <a:pt x="1043" y="20012"/>
                    <a:pt x="0" y="19848"/>
                  </a:cubicBezTo>
                  <a:lnTo>
                    <a:pt x="0" y="19848"/>
                  </a:lnTo>
                  <a:cubicBezTo>
                    <a:pt x="1715" y="20543"/>
                    <a:pt x="3938" y="20995"/>
                    <a:pt x="6340" y="20995"/>
                  </a:cubicBezTo>
                  <a:cubicBezTo>
                    <a:pt x="9126" y="20995"/>
                    <a:pt x="12153" y="20387"/>
                    <a:pt x="14911" y="18847"/>
                  </a:cubicBezTo>
                  <a:cubicBezTo>
                    <a:pt x="14110" y="16746"/>
                    <a:pt x="13176" y="14711"/>
                    <a:pt x="12109" y="12743"/>
                  </a:cubicBezTo>
                  <a:lnTo>
                    <a:pt x="14844" y="4704"/>
                  </a:lnTo>
                  <a:cubicBezTo>
                    <a:pt x="15345" y="3303"/>
                    <a:pt x="15378" y="1768"/>
                    <a:pt x="14978" y="367"/>
                  </a:cubicBezTo>
                  <a:lnTo>
                    <a:pt x="14444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6">
              <a:extLst>
                <a:ext uri="{FF2B5EF4-FFF2-40B4-BE49-F238E27FC236}">
                  <a16:creationId xmlns:a16="http://schemas.microsoft.com/office/drawing/2014/main" id="{3082B5C3-7851-E119-7FFD-F1263CF011E3}"/>
                </a:ext>
              </a:extLst>
            </p:cNvPr>
            <p:cNvSpPr/>
            <p:nvPr/>
          </p:nvSpPr>
          <p:spPr>
            <a:xfrm>
              <a:off x="5089075" y="1293825"/>
              <a:ext cx="322475" cy="95225"/>
            </a:xfrm>
            <a:custGeom>
              <a:avLst/>
              <a:gdLst/>
              <a:ahLst/>
              <a:cxnLst/>
              <a:rect l="l" t="t" r="r" b="b"/>
              <a:pathLst>
                <a:path w="12899" h="3809" extrusionOk="0">
                  <a:moveTo>
                    <a:pt x="7962" y="302"/>
                  </a:moveTo>
                  <a:cubicBezTo>
                    <a:pt x="9830" y="302"/>
                    <a:pt x="9963" y="3038"/>
                    <a:pt x="8129" y="3238"/>
                  </a:cubicBezTo>
                  <a:lnTo>
                    <a:pt x="7862" y="3238"/>
                  </a:lnTo>
                  <a:cubicBezTo>
                    <a:pt x="5994" y="3205"/>
                    <a:pt x="5861" y="503"/>
                    <a:pt x="7695" y="302"/>
                  </a:cubicBezTo>
                  <a:close/>
                  <a:moveTo>
                    <a:pt x="2721" y="567"/>
                  </a:moveTo>
                  <a:cubicBezTo>
                    <a:pt x="4564" y="567"/>
                    <a:pt x="4661" y="3406"/>
                    <a:pt x="2758" y="3505"/>
                  </a:cubicBezTo>
                  <a:lnTo>
                    <a:pt x="2491" y="3505"/>
                  </a:lnTo>
                  <a:cubicBezTo>
                    <a:pt x="2429" y="3511"/>
                    <a:pt x="2367" y="3514"/>
                    <a:pt x="2308" y="3514"/>
                  </a:cubicBezTo>
                  <a:cubicBezTo>
                    <a:pt x="448" y="3514"/>
                    <a:pt x="353" y="569"/>
                    <a:pt x="2325" y="569"/>
                  </a:cubicBezTo>
                  <a:lnTo>
                    <a:pt x="2625" y="569"/>
                  </a:lnTo>
                  <a:cubicBezTo>
                    <a:pt x="2657" y="568"/>
                    <a:pt x="2689" y="567"/>
                    <a:pt x="2721" y="567"/>
                  </a:cubicBezTo>
                  <a:close/>
                  <a:moveTo>
                    <a:pt x="8033" y="1"/>
                  </a:moveTo>
                  <a:cubicBezTo>
                    <a:pt x="8009" y="1"/>
                    <a:pt x="7986" y="1"/>
                    <a:pt x="7962" y="2"/>
                  </a:cubicBezTo>
                  <a:lnTo>
                    <a:pt x="7662" y="2"/>
                  </a:lnTo>
                  <a:cubicBezTo>
                    <a:pt x="6961" y="36"/>
                    <a:pt x="6361" y="503"/>
                    <a:pt x="6127" y="1170"/>
                  </a:cubicBezTo>
                  <a:cubicBezTo>
                    <a:pt x="5858" y="930"/>
                    <a:pt x="5534" y="798"/>
                    <a:pt x="5180" y="798"/>
                  </a:cubicBezTo>
                  <a:cubicBezTo>
                    <a:pt x="5141" y="798"/>
                    <a:pt x="5100" y="799"/>
                    <a:pt x="5060" y="803"/>
                  </a:cubicBezTo>
                  <a:cubicBezTo>
                    <a:pt x="5026" y="799"/>
                    <a:pt x="4992" y="798"/>
                    <a:pt x="4958" y="798"/>
                  </a:cubicBezTo>
                  <a:cubicBezTo>
                    <a:pt x="4659" y="798"/>
                    <a:pt x="4369" y="927"/>
                    <a:pt x="4159" y="1136"/>
                  </a:cubicBezTo>
                  <a:cubicBezTo>
                    <a:pt x="3841" y="627"/>
                    <a:pt x="3280" y="300"/>
                    <a:pt x="2679" y="300"/>
                  </a:cubicBezTo>
                  <a:cubicBezTo>
                    <a:pt x="2650" y="300"/>
                    <a:pt x="2621" y="301"/>
                    <a:pt x="2592" y="302"/>
                  </a:cubicBezTo>
                  <a:lnTo>
                    <a:pt x="2325" y="302"/>
                  </a:lnTo>
                  <a:cubicBezTo>
                    <a:pt x="1" y="433"/>
                    <a:pt x="150" y="3809"/>
                    <a:pt x="2363" y="3809"/>
                  </a:cubicBezTo>
                  <a:cubicBezTo>
                    <a:pt x="2405" y="3809"/>
                    <a:pt x="2448" y="3807"/>
                    <a:pt x="2491" y="3805"/>
                  </a:cubicBezTo>
                  <a:lnTo>
                    <a:pt x="2758" y="3805"/>
                  </a:lnTo>
                  <a:cubicBezTo>
                    <a:pt x="3726" y="3772"/>
                    <a:pt x="4493" y="2938"/>
                    <a:pt x="4426" y="1970"/>
                  </a:cubicBezTo>
                  <a:cubicBezTo>
                    <a:pt x="4426" y="1770"/>
                    <a:pt x="4359" y="1603"/>
                    <a:pt x="4293" y="1403"/>
                  </a:cubicBezTo>
                  <a:cubicBezTo>
                    <a:pt x="4493" y="1203"/>
                    <a:pt x="4760" y="1103"/>
                    <a:pt x="5060" y="1103"/>
                  </a:cubicBezTo>
                  <a:cubicBezTo>
                    <a:pt x="5427" y="1103"/>
                    <a:pt x="5760" y="1236"/>
                    <a:pt x="5994" y="1537"/>
                  </a:cubicBezTo>
                  <a:cubicBezTo>
                    <a:pt x="5994" y="1637"/>
                    <a:pt x="5994" y="1770"/>
                    <a:pt x="5994" y="1904"/>
                  </a:cubicBezTo>
                  <a:cubicBezTo>
                    <a:pt x="6059" y="2850"/>
                    <a:pt x="6858" y="3573"/>
                    <a:pt x="7799" y="3573"/>
                  </a:cubicBezTo>
                  <a:cubicBezTo>
                    <a:pt x="7820" y="3573"/>
                    <a:pt x="7841" y="3572"/>
                    <a:pt x="7862" y="3571"/>
                  </a:cubicBezTo>
                  <a:lnTo>
                    <a:pt x="8129" y="3571"/>
                  </a:lnTo>
                  <a:cubicBezTo>
                    <a:pt x="9096" y="3505"/>
                    <a:pt x="9863" y="2671"/>
                    <a:pt x="9797" y="1703"/>
                  </a:cubicBezTo>
                  <a:lnTo>
                    <a:pt x="9797" y="1637"/>
                  </a:lnTo>
                  <a:lnTo>
                    <a:pt x="12599" y="1503"/>
                  </a:lnTo>
                  <a:cubicBezTo>
                    <a:pt x="12699" y="1370"/>
                    <a:pt x="12765" y="1236"/>
                    <a:pt x="12899" y="1136"/>
                  </a:cubicBezTo>
                  <a:lnTo>
                    <a:pt x="12899" y="1136"/>
                  </a:lnTo>
                  <a:lnTo>
                    <a:pt x="9730" y="1303"/>
                  </a:lnTo>
                  <a:cubicBezTo>
                    <a:pt x="9536" y="526"/>
                    <a:pt x="8808" y="1"/>
                    <a:pt x="80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6">
              <a:extLst>
                <a:ext uri="{FF2B5EF4-FFF2-40B4-BE49-F238E27FC236}">
                  <a16:creationId xmlns:a16="http://schemas.microsoft.com/office/drawing/2014/main" id="{0E69F268-C2A6-625E-73D7-AD4D8C3BB507}"/>
                </a:ext>
              </a:extLst>
            </p:cNvPr>
            <p:cNvSpPr/>
            <p:nvPr/>
          </p:nvSpPr>
          <p:spPr>
            <a:xfrm>
              <a:off x="4763575" y="1901800"/>
              <a:ext cx="448675" cy="491225"/>
            </a:xfrm>
            <a:custGeom>
              <a:avLst/>
              <a:gdLst/>
              <a:ahLst/>
              <a:cxnLst/>
              <a:rect l="l" t="t" r="r" b="b"/>
              <a:pathLst>
                <a:path w="17947" h="19649" extrusionOk="0">
                  <a:moveTo>
                    <a:pt x="0" y="1"/>
                  </a:moveTo>
                  <a:lnTo>
                    <a:pt x="4570" y="15745"/>
                  </a:lnTo>
                  <a:lnTo>
                    <a:pt x="17947" y="19648"/>
                  </a:lnTo>
                  <a:lnTo>
                    <a:pt x="17947" y="19648"/>
                  </a:lnTo>
                  <a:lnTo>
                    <a:pt x="14077" y="3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6">
              <a:extLst>
                <a:ext uri="{FF2B5EF4-FFF2-40B4-BE49-F238E27FC236}">
                  <a16:creationId xmlns:a16="http://schemas.microsoft.com/office/drawing/2014/main" id="{B7D596CD-306A-15A6-CBE6-454D4FD2AA17}"/>
                </a:ext>
              </a:extLst>
            </p:cNvPr>
            <p:cNvSpPr/>
            <p:nvPr/>
          </p:nvSpPr>
          <p:spPr>
            <a:xfrm>
              <a:off x="4763575" y="1901800"/>
              <a:ext cx="448675" cy="491225"/>
            </a:xfrm>
            <a:custGeom>
              <a:avLst/>
              <a:gdLst/>
              <a:ahLst/>
              <a:cxnLst/>
              <a:rect l="l" t="t" r="r" b="b"/>
              <a:pathLst>
                <a:path w="17947" h="19649" extrusionOk="0">
                  <a:moveTo>
                    <a:pt x="0" y="1"/>
                  </a:moveTo>
                  <a:lnTo>
                    <a:pt x="4570" y="15745"/>
                  </a:lnTo>
                  <a:lnTo>
                    <a:pt x="17947" y="19648"/>
                  </a:lnTo>
                  <a:lnTo>
                    <a:pt x="17947" y="19648"/>
                  </a:lnTo>
                  <a:lnTo>
                    <a:pt x="14077" y="3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6">
              <a:extLst>
                <a:ext uri="{FF2B5EF4-FFF2-40B4-BE49-F238E27FC236}">
                  <a16:creationId xmlns:a16="http://schemas.microsoft.com/office/drawing/2014/main" id="{85488516-C92F-A2AD-4128-76DA9407E16F}"/>
                </a:ext>
              </a:extLst>
            </p:cNvPr>
            <p:cNvSpPr/>
            <p:nvPr/>
          </p:nvSpPr>
          <p:spPr>
            <a:xfrm>
              <a:off x="5000400" y="2231200"/>
              <a:ext cx="191000" cy="80000"/>
            </a:xfrm>
            <a:custGeom>
              <a:avLst/>
              <a:gdLst/>
              <a:ahLst/>
              <a:cxnLst/>
              <a:rect l="l" t="t" r="r" b="b"/>
              <a:pathLst>
                <a:path w="7640" h="3200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835"/>
                    <a:pt x="701" y="1835"/>
                    <a:pt x="2469" y="2703"/>
                  </a:cubicBezTo>
                  <a:cubicBezTo>
                    <a:pt x="3303" y="3096"/>
                    <a:pt x="4501" y="3200"/>
                    <a:pt x="5533" y="3200"/>
                  </a:cubicBezTo>
                  <a:cubicBezTo>
                    <a:pt x="6690" y="3200"/>
                    <a:pt x="7640" y="3070"/>
                    <a:pt x="7640" y="3070"/>
                  </a:cubicBezTo>
                  <a:lnTo>
                    <a:pt x="7173" y="1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6">
              <a:extLst>
                <a:ext uri="{FF2B5EF4-FFF2-40B4-BE49-F238E27FC236}">
                  <a16:creationId xmlns:a16="http://schemas.microsoft.com/office/drawing/2014/main" id="{61FF3DF3-BC8E-29B5-C164-5312AE4EDB5E}"/>
                </a:ext>
              </a:extLst>
            </p:cNvPr>
            <p:cNvSpPr/>
            <p:nvPr/>
          </p:nvSpPr>
          <p:spPr>
            <a:xfrm>
              <a:off x="4853625" y="2183675"/>
              <a:ext cx="68425" cy="43375"/>
            </a:xfrm>
            <a:custGeom>
              <a:avLst/>
              <a:gdLst/>
              <a:ahLst/>
              <a:cxnLst/>
              <a:rect l="l" t="t" r="r" b="b"/>
              <a:pathLst>
                <a:path w="2737" h="1735" extrusionOk="0">
                  <a:moveTo>
                    <a:pt x="2736" y="0"/>
                  </a:moveTo>
                  <a:lnTo>
                    <a:pt x="1" y="1235"/>
                  </a:lnTo>
                  <a:lnTo>
                    <a:pt x="134" y="1735"/>
                  </a:lnTo>
                  <a:cubicBezTo>
                    <a:pt x="1969" y="1568"/>
                    <a:pt x="2603" y="367"/>
                    <a:pt x="27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>
              <a:extLst>
                <a:ext uri="{FF2B5EF4-FFF2-40B4-BE49-F238E27FC236}">
                  <a16:creationId xmlns:a16="http://schemas.microsoft.com/office/drawing/2014/main" id="{34414466-7026-69C6-F92E-809AFE8E95F8}"/>
                </a:ext>
              </a:extLst>
            </p:cNvPr>
            <p:cNvSpPr/>
            <p:nvPr/>
          </p:nvSpPr>
          <p:spPr>
            <a:xfrm>
              <a:off x="4866100" y="1945775"/>
              <a:ext cx="154350" cy="57800"/>
            </a:xfrm>
            <a:custGeom>
              <a:avLst/>
              <a:gdLst/>
              <a:ahLst/>
              <a:cxnLst/>
              <a:rect l="l" t="t" r="r" b="b"/>
              <a:pathLst>
                <a:path w="6174" h="2312" extrusionOk="0">
                  <a:moveTo>
                    <a:pt x="584" y="1"/>
                  </a:moveTo>
                  <a:cubicBezTo>
                    <a:pt x="216" y="1"/>
                    <a:pt x="0" y="85"/>
                    <a:pt x="36" y="243"/>
                  </a:cubicBezTo>
                  <a:lnTo>
                    <a:pt x="169" y="777"/>
                  </a:lnTo>
                  <a:lnTo>
                    <a:pt x="6173" y="2311"/>
                  </a:lnTo>
                  <a:lnTo>
                    <a:pt x="6040" y="1778"/>
                  </a:lnTo>
                  <a:cubicBezTo>
                    <a:pt x="5973" y="1511"/>
                    <a:pt x="5039" y="1044"/>
                    <a:pt x="3972" y="743"/>
                  </a:cubicBezTo>
                  <a:lnTo>
                    <a:pt x="1870" y="210"/>
                  </a:lnTo>
                  <a:cubicBezTo>
                    <a:pt x="1366" y="68"/>
                    <a:pt x="914" y="1"/>
                    <a:pt x="5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>
              <a:extLst>
                <a:ext uri="{FF2B5EF4-FFF2-40B4-BE49-F238E27FC236}">
                  <a16:creationId xmlns:a16="http://schemas.microsoft.com/office/drawing/2014/main" id="{AC7A76B8-3A09-FA74-34A2-1F5561A95621}"/>
                </a:ext>
              </a:extLst>
            </p:cNvPr>
            <p:cNvSpPr/>
            <p:nvPr/>
          </p:nvSpPr>
          <p:spPr>
            <a:xfrm>
              <a:off x="4841750" y="1896375"/>
              <a:ext cx="184525" cy="74675"/>
            </a:xfrm>
            <a:custGeom>
              <a:avLst/>
              <a:gdLst/>
              <a:ahLst/>
              <a:cxnLst/>
              <a:rect l="l" t="t" r="r" b="b"/>
              <a:pathLst>
                <a:path w="7381" h="2987" extrusionOk="0">
                  <a:moveTo>
                    <a:pt x="2511" y="1"/>
                  </a:moveTo>
                  <a:cubicBezTo>
                    <a:pt x="1440" y="1"/>
                    <a:pt x="1610" y="851"/>
                    <a:pt x="1610" y="851"/>
                  </a:cubicBezTo>
                  <a:lnTo>
                    <a:pt x="776" y="618"/>
                  </a:lnTo>
                  <a:cubicBezTo>
                    <a:pt x="605" y="569"/>
                    <a:pt x="451" y="547"/>
                    <a:pt x="329" y="547"/>
                  </a:cubicBezTo>
                  <a:cubicBezTo>
                    <a:pt x="118" y="547"/>
                    <a:pt x="0" y="612"/>
                    <a:pt x="42" y="718"/>
                  </a:cubicBezTo>
                  <a:cubicBezTo>
                    <a:pt x="76" y="918"/>
                    <a:pt x="109" y="1085"/>
                    <a:pt x="109" y="1085"/>
                  </a:cubicBezTo>
                  <a:lnTo>
                    <a:pt x="7381" y="2986"/>
                  </a:lnTo>
                  <a:lnTo>
                    <a:pt x="7281" y="2653"/>
                  </a:lnTo>
                  <a:cubicBezTo>
                    <a:pt x="7214" y="2486"/>
                    <a:pt x="6780" y="2219"/>
                    <a:pt x="6280" y="2052"/>
                  </a:cubicBezTo>
                  <a:lnTo>
                    <a:pt x="5413" y="1819"/>
                  </a:lnTo>
                  <a:cubicBezTo>
                    <a:pt x="5413" y="1819"/>
                    <a:pt x="5013" y="518"/>
                    <a:pt x="3178" y="84"/>
                  </a:cubicBezTo>
                  <a:cubicBezTo>
                    <a:pt x="2914" y="26"/>
                    <a:pt x="2694" y="1"/>
                    <a:pt x="251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>
              <a:extLst>
                <a:ext uri="{FF2B5EF4-FFF2-40B4-BE49-F238E27FC236}">
                  <a16:creationId xmlns:a16="http://schemas.microsoft.com/office/drawing/2014/main" id="{74FF7414-D2C7-79E8-1268-5B7A28D1E4FB}"/>
                </a:ext>
              </a:extLst>
            </p:cNvPr>
            <p:cNvSpPr/>
            <p:nvPr/>
          </p:nvSpPr>
          <p:spPr>
            <a:xfrm>
              <a:off x="4861975" y="1922650"/>
              <a:ext cx="125950" cy="67575"/>
            </a:xfrm>
            <a:custGeom>
              <a:avLst/>
              <a:gdLst/>
              <a:ahLst/>
              <a:cxnLst/>
              <a:rect l="l" t="t" r="r" b="b"/>
              <a:pathLst>
                <a:path w="5038" h="2703" extrusionOk="0">
                  <a:moveTo>
                    <a:pt x="1" y="1"/>
                  </a:moveTo>
                  <a:lnTo>
                    <a:pt x="234" y="234"/>
                  </a:lnTo>
                  <a:cubicBezTo>
                    <a:pt x="868" y="401"/>
                    <a:pt x="1168" y="501"/>
                    <a:pt x="1268" y="968"/>
                  </a:cubicBezTo>
                  <a:cubicBezTo>
                    <a:pt x="1368" y="1468"/>
                    <a:pt x="1435" y="1869"/>
                    <a:pt x="1435" y="1869"/>
                  </a:cubicBezTo>
                  <a:lnTo>
                    <a:pt x="4637" y="2703"/>
                  </a:lnTo>
                  <a:cubicBezTo>
                    <a:pt x="4637" y="2703"/>
                    <a:pt x="4470" y="2035"/>
                    <a:pt x="4437" y="1769"/>
                  </a:cubicBezTo>
                  <a:cubicBezTo>
                    <a:pt x="4387" y="1592"/>
                    <a:pt x="4431" y="1454"/>
                    <a:pt x="4685" y="1454"/>
                  </a:cubicBezTo>
                  <a:cubicBezTo>
                    <a:pt x="4768" y="1454"/>
                    <a:pt x="4873" y="1469"/>
                    <a:pt x="5004" y="1502"/>
                  </a:cubicBezTo>
                  <a:lnTo>
                    <a:pt x="5037" y="13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6">
              <a:extLst>
                <a:ext uri="{FF2B5EF4-FFF2-40B4-BE49-F238E27FC236}">
                  <a16:creationId xmlns:a16="http://schemas.microsoft.com/office/drawing/2014/main" id="{811A76E2-1C9C-B815-1AF7-A96AD221EF32}"/>
                </a:ext>
              </a:extLst>
            </p:cNvPr>
            <p:cNvSpPr/>
            <p:nvPr/>
          </p:nvSpPr>
          <p:spPr>
            <a:xfrm>
              <a:off x="4861125" y="1946925"/>
              <a:ext cx="153475" cy="58300"/>
            </a:xfrm>
            <a:custGeom>
              <a:avLst/>
              <a:gdLst/>
              <a:ahLst/>
              <a:cxnLst/>
              <a:rect l="l" t="t" r="r" b="b"/>
              <a:pathLst>
                <a:path w="6139" h="2332" extrusionOk="0">
                  <a:moveTo>
                    <a:pt x="556" y="1"/>
                  </a:moveTo>
                  <a:cubicBezTo>
                    <a:pt x="204" y="1"/>
                    <a:pt x="0" y="76"/>
                    <a:pt x="35" y="230"/>
                  </a:cubicBezTo>
                  <a:cubicBezTo>
                    <a:pt x="101" y="531"/>
                    <a:pt x="135" y="764"/>
                    <a:pt x="135" y="764"/>
                  </a:cubicBezTo>
                  <a:lnTo>
                    <a:pt x="6139" y="2332"/>
                  </a:lnTo>
                  <a:lnTo>
                    <a:pt x="6139" y="2332"/>
                  </a:lnTo>
                  <a:lnTo>
                    <a:pt x="6039" y="1798"/>
                  </a:lnTo>
                  <a:cubicBezTo>
                    <a:pt x="5972" y="1498"/>
                    <a:pt x="5038" y="1031"/>
                    <a:pt x="3971" y="764"/>
                  </a:cubicBezTo>
                  <a:lnTo>
                    <a:pt x="1869" y="197"/>
                  </a:lnTo>
                  <a:cubicBezTo>
                    <a:pt x="1351" y="68"/>
                    <a:pt x="888" y="1"/>
                    <a:pt x="556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6">
              <a:extLst>
                <a:ext uri="{FF2B5EF4-FFF2-40B4-BE49-F238E27FC236}">
                  <a16:creationId xmlns:a16="http://schemas.microsoft.com/office/drawing/2014/main" id="{BEE2D040-CBEA-1EA8-B566-08F22F2F77C9}"/>
                </a:ext>
              </a:extLst>
            </p:cNvPr>
            <p:cNvSpPr/>
            <p:nvPr/>
          </p:nvSpPr>
          <p:spPr>
            <a:xfrm>
              <a:off x="4771425" y="2022075"/>
              <a:ext cx="168125" cy="192550"/>
            </a:xfrm>
            <a:custGeom>
              <a:avLst/>
              <a:gdLst/>
              <a:ahLst/>
              <a:cxnLst/>
              <a:rect l="l" t="t" r="r" b="b"/>
              <a:pathLst>
                <a:path w="6725" h="7702" extrusionOk="0">
                  <a:moveTo>
                    <a:pt x="599" y="0"/>
                  </a:moveTo>
                  <a:cubicBezTo>
                    <a:pt x="261" y="0"/>
                    <a:pt x="1" y="341"/>
                    <a:pt x="153" y="994"/>
                  </a:cubicBezTo>
                  <a:cubicBezTo>
                    <a:pt x="387" y="1995"/>
                    <a:pt x="87" y="3796"/>
                    <a:pt x="654" y="5497"/>
                  </a:cubicBezTo>
                  <a:cubicBezTo>
                    <a:pt x="1121" y="6831"/>
                    <a:pt x="2322" y="7665"/>
                    <a:pt x="3189" y="7699"/>
                  </a:cubicBezTo>
                  <a:cubicBezTo>
                    <a:pt x="3230" y="7700"/>
                    <a:pt x="3273" y="7701"/>
                    <a:pt x="3318" y="7701"/>
                  </a:cubicBezTo>
                  <a:cubicBezTo>
                    <a:pt x="4215" y="7701"/>
                    <a:pt x="5780" y="7368"/>
                    <a:pt x="6224" y="6097"/>
                  </a:cubicBezTo>
                  <a:cubicBezTo>
                    <a:pt x="6725" y="4663"/>
                    <a:pt x="5591" y="4296"/>
                    <a:pt x="4557" y="4029"/>
                  </a:cubicBezTo>
                  <a:cubicBezTo>
                    <a:pt x="3522" y="3729"/>
                    <a:pt x="1921" y="2962"/>
                    <a:pt x="1821" y="2528"/>
                  </a:cubicBezTo>
                  <a:cubicBezTo>
                    <a:pt x="1688" y="2095"/>
                    <a:pt x="1154" y="293"/>
                    <a:pt x="1154" y="293"/>
                  </a:cubicBezTo>
                  <a:cubicBezTo>
                    <a:pt x="980" y="96"/>
                    <a:pt x="778" y="0"/>
                    <a:pt x="59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>
              <a:extLst>
                <a:ext uri="{FF2B5EF4-FFF2-40B4-BE49-F238E27FC236}">
                  <a16:creationId xmlns:a16="http://schemas.microsoft.com/office/drawing/2014/main" id="{9EB02F8E-C935-0900-9122-7BEAA430F476}"/>
                </a:ext>
              </a:extLst>
            </p:cNvPr>
            <p:cNvSpPr/>
            <p:nvPr/>
          </p:nvSpPr>
          <p:spPr>
            <a:xfrm>
              <a:off x="4978400" y="1572400"/>
              <a:ext cx="633300" cy="722200"/>
            </a:xfrm>
            <a:custGeom>
              <a:avLst/>
              <a:gdLst/>
              <a:ahLst/>
              <a:cxnLst/>
              <a:rect l="l" t="t" r="r" b="b"/>
              <a:pathLst>
                <a:path w="25332" h="28888" extrusionOk="0">
                  <a:moveTo>
                    <a:pt x="19261" y="1"/>
                  </a:moveTo>
                  <a:cubicBezTo>
                    <a:pt x="17593" y="2869"/>
                    <a:pt x="17626" y="7039"/>
                    <a:pt x="17626" y="7039"/>
                  </a:cubicBezTo>
                  <a:lnTo>
                    <a:pt x="19227" y="16679"/>
                  </a:lnTo>
                  <a:cubicBezTo>
                    <a:pt x="19227" y="16679"/>
                    <a:pt x="15358" y="19982"/>
                    <a:pt x="12823" y="21549"/>
                  </a:cubicBezTo>
                  <a:cubicBezTo>
                    <a:pt x="11121" y="22616"/>
                    <a:pt x="10118" y="23484"/>
                    <a:pt x="9166" y="23484"/>
                  </a:cubicBezTo>
                  <a:cubicBezTo>
                    <a:pt x="9017" y="23484"/>
                    <a:pt x="8869" y="23463"/>
                    <a:pt x="8720" y="23417"/>
                  </a:cubicBezTo>
                  <a:cubicBezTo>
                    <a:pt x="8153" y="23217"/>
                    <a:pt x="7586" y="23117"/>
                    <a:pt x="7019" y="23117"/>
                  </a:cubicBezTo>
                  <a:lnTo>
                    <a:pt x="7252" y="24185"/>
                  </a:lnTo>
                  <a:cubicBezTo>
                    <a:pt x="6732" y="24225"/>
                    <a:pt x="6209" y="24244"/>
                    <a:pt x="5685" y="24244"/>
                  </a:cubicBezTo>
                  <a:cubicBezTo>
                    <a:pt x="4496" y="24244"/>
                    <a:pt x="3306" y="24146"/>
                    <a:pt x="2148" y="23984"/>
                  </a:cubicBezTo>
                  <a:cubicBezTo>
                    <a:pt x="1972" y="23950"/>
                    <a:pt x="1812" y="23934"/>
                    <a:pt x="1669" y="23934"/>
                  </a:cubicBezTo>
                  <a:cubicBezTo>
                    <a:pt x="1" y="23934"/>
                    <a:pt x="526" y="26125"/>
                    <a:pt x="1448" y="27353"/>
                  </a:cubicBezTo>
                  <a:cubicBezTo>
                    <a:pt x="2582" y="28821"/>
                    <a:pt x="4750" y="28888"/>
                    <a:pt x="6418" y="28888"/>
                  </a:cubicBezTo>
                  <a:cubicBezTo>
                    <a:pt x="8153" y="28788"/>
                    <a:pt x="9821" y="28354"/>
                    <a:pt x="11322" y="27554"/>
                  </a:cubicBezTo>
                  <a:cubicBezTo>
                    <a:pt x="12389" y="27053"/>
                    <a:pt x="23030" y="21349"/>
                    <a:pt x="24631" y="18347"/>
                  </a:cubicBezTo>
                  <a:cubicBezTo>
                    <a:pt x="25332" y="17046"/>
                    <a:pt x="23564" y="5504"/>
                    <a:pt x="23263" y="3303"/>
                  </a:cubicBezTo>
                  <a:cubicBezTo>
                    <a:pt x="22997" y="1101"/>
                    <a:pt x="21095" y="101"/>
                    <a:pt x="1926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>
              <a:extLst>
                <a:ext uri="{FF2B5EF4-FFF2-40B4-BE49-F238E27FC236}">
                  <a16:creationId xmlns:a16="http://schemas.microsoft.com/office/drawing/2014/main" id="{224B3290-74E3-0DCD-9A36-F8B0CD165022}"/>
                </a:ext>
              </a:extLst>
            </p:cNvPr>
            <p:cNvSpPr/>
            <p:nvPr/>
          </p:nvSpPr>
          <p:spPr>
            <a:xfrm>
              <a:off x="5384025" y="1570725"/>
              <a:ext cx="214325" cy="363150"/>
            </a:xfrm>
            <a:custGeom>
              <a:avLst/>
              <a:gdLst/>
              <a:ahLst/>
              <a:cxnLst/>
              <a:rect l="l" t="t" r="r" b="b"/>
              <a:pathLst>
                <a:path w="8573" h="14526" extrusionOk="0">
                  <a:moveTo>
                    <a:pt x="3401" y="1"/>
                  </a:moveTo>
                  <a:cubicBezTo>
                    <a:pt x="3169" y="1"/>
                    <a:pt x="2936" y="23"/>
                    <a:pt x="2702" y="68"/>
                  </a:cubicBezTo>
                  <a:cubicBezTo>
                    <a:pt x="0" y="2102"/>
                    <a:pt x="1034" y="7173"/>
                    <a:pt x="1034" y="7173"/>
                  </a:cubicBezTo>
                  <a:lnTo>
                    <a:pt x="2435" y="14311"/>
                  </a:lnTo>
                  <a:cubicBezTo>
                    <a:pt x="3160" y="14464"/>
                    <a:pt x="3831" y="14525"/>
                    <a:pt x="4442" y="14525"/>
                  </a:cubicBezTo>
                  <a:cubicBezTo>
                    <a:pt x="7043" y="14525"/>
                    <a:pt x="8573" y="13410"/>
                    <a:pt x="8573" y="13410"/>
                  </a:cubicBezTo>
                  <a:cubicBezTo>
                    <a:pt x="8573" y="13410"/>
                    <a:pt x="7672" y="5538"/>
                    <a:pt x="7239" y="3370"/>
                  </a:cubicBezTo>
                  <a:cubicBezTo>
                    <a:pt x="6805" y="1202"/>
                    <a:pt x="5838" y="668"/>
                    <a:pt x="4770" y="268"/>
                  </a:cubicBezTo>
                  <a:cubicBezTo>
                    <a:pt x="4325" y="90"/>
                    <a:pt x="3866" y="1"/>
                    <a:pt x="34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>
              <a:extLst>
                <a:ext uri="{FF2B5EF4-FFF2-40B4-BE49-F238E27FC236}">
                  <a16:creationId xmlns:a16="http://schemas.microsoft.com/office/drawing/2014/main" id="{254C0E8C-E54B-715B-5530-DF7702817973}"/>
                </a:ext>
              </a:extLst>
            </p:cNvPr>
            <p:cNvSpPr/>
            <p:nvPr/>
          </p:nvSpPr>
          <p:spPr>
            <a:xfrm>
              <a:off x="2197575" y="1883450"/>
              <a:ext cx="1114150" cy="798100"/>
            </a:xfrm>
            <a:custGeom>
              <a:avLst/>
              <a:gdLst/>
              <a:ahLst/>
              <a:cxnLst/>
              <a:rect l="l" t="t" r="r" b="b"/>
              <a:pathLst>
                <a:path w="44566" h="31924" extrusionOk="0">
                  <a:moveTo>
                    <a:pt x="44566" y="1"/>
                  </a:moveTo>
                  <a:lnTo>
                    <a:pt x="0" y="25753"/>
                  </a:lnTo>
                  <a:lnTo>
                    <a:pt x="0" y="31924"/>
                  </a:lnTo>
                  <a:lnTo>
                    <a:pt x="44566" y="6172"/>
                  </a:lnTo>
                  <a:lnTo>
                    <a:pt x="4456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>
              <a:extLst>
                <a:ext uri="{FF2B5EF4-FFF2-40B4-BE49-F238E27FC236}">
                  <a16:creationId xmlns:a16="http://schemas.microsoft.com/office/drawing/2014/main" id="{8C78621E-4990-C2B8-978E-965B660B971B}"/>
                </a:ext>
              </a:extLst>
            </p:cNvPr>
            <p:cNvSpPr/>
            <p:nvPr/>
          </p:nvSpPr>
          <p:spPr>
            <a:xfrm>
              <a:off x="2241775" y="1961025"/>
              <a:ext cx="1025750" cy="642975"/>
            </a:xfrm>
            <a:custGeom>
              <a:avLst/>
              <a:gdLst/>
              <a:ahLst/>
              <a:cxnLst/>
              <a:rect l="l" t="t" r="r" b="b"/>
              <a:pathLst>
                <a:path w="41030" h="25719" extrusionOk="0">
                  <a:moveTo>
                    <a:pt x="41030" y="0"/>
                  </a:moveTo>
                  <a:lnTo>
                    <a:pt x="0" y="23650"/>
                  </a:lnTo>
                  <a:lnTo>
                    <a:pt x="0" y="25718"/>
                  </a:lnTo>
                  <a:lnTo>
                    <a:pt x="41030" y="2035"/>
                  </a:lnTo>
                  <a:lnTo>
                    <a:pt x="4103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6">
              <a:extLst>
                <a:ext uri="{FF2B5EF4-FFF2-40B4-BE49-F238E27FC236}">
                  <a16:creationId xmlns:a16="http://schemas.microsoft.com/office/drawing/2014/main" id="{BF0BEB7D-67ED-FE98-7F5B-2530FE0D6025}"/>
                </a:ext>
              </a:extLst>
            </p:cNvPr>
            <p:cNvSpPr/>
            <p:nvPr/>
          </p:nvSpPr>
          <p:spPr>
            <a:xfrm>
              <a:off x="2152550" y="1857600"/>
              <a:ext cx="1159175" cy="669675"/>
            </a:xfrm>
            <a:custGeom>
              <a:avLst/>
              <a:gdLst/>
              <a:ahLst/>
              <a:cxnLst/>
              <a:rect l="l" t="t" r="r" b="b"/>
              <a:pathLst>
                <a:path w="46367" h="26787" extrusionOk="0">
                  <a:moveTo>
                    <a:pt x="44599" y="1"/>
                  </a:moveTo>
                  <a:lnTo>
                    <a:pt x="0" y="25752"/>
                  </a:lnTo>
                  <a:lnTo>
                    <a:pt x="1801" y="26787"/>
                  </a:lnTo>
                  <a:lnTo>
                    <a:pt x="46367" y="1035"/>
                  </a:lnTo>
                  <a:lnTo>
                    <a:pt x="4459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6">
              <a:extLst>
                <a:ext uri="{FF2B5EF4-FFF2-40B4-BE49-F238E27FC236}">
                  <a16:creationId xmlns:a16="http://schemas.microsoft.com/office/drawing/2014/main" id="{27AB128A-2EA1-DE4D-7B43-6C767D310795}"/>
                </a:ext>
              </a:extLst>
            </p:cNvPr>
            <p:cNvSpPr/>
            <p:nvPr/>
          </p:nvSpPr>
          <p:spPr>
            <a:xfrm>
              <a:off x="2152550" y="2501400"/>
              <a:ext cx="45050" cy="180150"/>
            </a:xfrm>
            <a:custGeom>
              <a:avLst/>
              <a:gdLst/>
              <a:ahLst/>
              <a:cxnLst/>
              <a:rect l="l" t="t" r="r" b="b"/>
              <a:pathLst>
                <a:path w="1802" h="7206" extrusionOk="0">
                  <a:moveTo>
                    <a:pt x="0" y="0"/>
                  </a:moveTo>
                  <a:lnTo>
                    <a:pt x="0" y="6172"/>
                  </a:lnTo>
                  <a:lnTo>
                    <a:pt x="1801" y="7206"/>
                  </a:lnTo>
                  <a:lnTo>
                    <a:pt x="1801" y="1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>
              <a:extLst>
                <a:ext uri="{FF2B5EF4-FFF2-40B4-BE49-F238E27FC236}">
                  <a16:creationId xmlns:a16="http://schemas.microsoft.com/office/drawing/2014/main" id="{7D4F8BC0-002E-F187-F317-6747F0E2400B}"/>
                </a:ext>
              </a:extLst>
            </p:cNvPr>
            <p:cNvSpPr/>
            <p:nvPr/>
          </p:nvSpPr>
          <p:spPr>
            <a:xfrm>
              <a:off x="4425825" y="4509500"/>
              <a:ext cx="980725" cy="591275"/>
            </a:xfrm>
            <a:custGeom>
              <a:avLst/>
              <a:gdLst/>
              <a:ahLst/>
              <a:cxnLst/>
              <a:rect l="l" t="t" r="r" b="b"/>
              <a:pathLst>
                <a:path w="39229" h="23651" extrusionOk="0">
                  <a:moveTo>
                    <a:pt x="39229" y="1"/>
                  </a:moveTo>
                  <a:lnTo>
                    <a:pt x="1" y="22617"/>
                  </a:lnTo>
                  <a:lnTo>
                    <a:pt x="1" y="23651"/>
                  </a:lnTo>
                  <a:lnTo>
                    <a:pt x="39229" y="1001"/>
                  </a:lnTo>
                  <a:lnTo>
                    <a:pt x="3922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>
              <a:extLst>
                <a:ext uri="{FF2B5EF4-FFF2-40B4-BE49-F238E27FC236}">
                  <a16:creationId xmlns:a16="http://schemas.microsoft.com/office/drawing/2014/main" id="{260705C9-6246-C598-1DFB-A68C89A19120}"/>
                </a:ext>
              </a:extLst>
            </p:cNvPr>
            <p:cNvSpPr/>
            <p:nvPr/>
          </p:nvSpPr>
          <p:spPr>
            <a:xfrm>
              <a:off x="2241775" y="1986025"/>
              <a:ext cx="1248425" cy="2161575"/>
            </a:xfrm>
            <a:custGeom>
              <a:avLst/>
              <a:gdLst/>
              <a:ahLst/>
              <a:cxnLst/>
              <a:rect l="l" t="t" r="r" b="b"/>
              <a:pathLst>
                <a:path w="49937" h="86463" extrusionOk="0">
                  <a:moveTo>
                    <a:pt x="39262" y="1"/>
                  </a:moveTo>
                  <a:lnTo>
                    <a:pt x="0" y="22650"/>
                  </a:lnTo>
                  <a:cubicBezTo>
                    <a:pt x="6638" y="26486"/>
                    <a:pt x="10708" y="33558"/>
                    <a:pt x="10708" y="41197"/>
                  </a:cubicBezTo>
                  <a:lnTo>
                    <a:pt x="10708" y="66949"/>
                  </a:lnTo>
                  <a:cubicBezTo>
                    <a:pt x="10708" y="74587"/>
                    <a:pt x="14778" y="81659"/>
                    <a:pt x="21382" y="85495"/>
                  </a:cubicBezTo>
                  <a:cubicBezTo>
                    <a:pt x="22483" y="86096"/>
                    <a:pt x="23717" y="86429"/>
                    <a:pt x="24952" y="86463"/>
                  </a:cubicBezTo>
                  <a:cubicBezTo>
                    <a:pt x="26486" y="86429"/>
                    <a:pt x="27987" y="85929"/>
                    <a:pt x="29255" y="84995"/>
                  </a:cubicBezTo>
                  <a:cubicBezTo>
                    <a:pt x="31056" y="83661"/>
                    <a:pt x="32123" y="81559"/>
                    <a:pt x="32090" y="79324"/>
                  </a:cubicBezTo>
                  <a:lnTo>
                    <a:pt x="32090" y="54473"/>
                  </a:lnTo>
                  <a:cubicBezTo>
                    <a:pt x="32090" y="52005"/>
                    <a:pt x="33358" y="49703"/>
                    <a:pt x="35492" y="48435"/>
                  </a:cubicBezTo>
                  <a:cubicBezTo>
                    <a:pt x="35626" y="48302"/>
                    <a:pt x="35793" y="48202"/>
                    <a:pt x="35993" y="48135"/>
                  </a:cubicBezTo>
                  <a:lnTo>
                    <a:pt x="41297" y="45066"/>
                  </a:lnTo>
                  <a:lnTo>
                    <a:pt x="49936" y="40063"/>
                  </a:lnTo>
                  <a:cubicBezTo>
                    <a:pt x="49936" y="40063"/>
                    <a:pt x="49936" y="32991"/>
                    <a:pt x="49936" y="29755"/>
                  </a:cubicBezTo>
                  <a:lnTo>
                    <a:pt x="49936" y="18547"/>
                  </a:lnTo>
                  <a:cubicBezTo>
                    <a:pt x="49936" y="10909"/>
                    <a:pt x="45866" y="3837"/>
                    <a:pt x="3926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>
              <a:extLst>
                <a:ext uri="{FF2B5EF4-FFF2-40B4-BE49-F238E27FC236}">
                  <a16:creationId xmlns:a16="http://schemas.microsoft.com/office/drawing/2014/main" id="{FBAD2630-9C4F-2C53-238F-F56E0BD035E1}"/>
                </a:ext>
              </a:extLst>
            </p:cNvPr>
            <p:cNvSpPr/>
            <p:nvPr/>
          </p:nvSpPr>
          <p:spPr>
            <a:xfrm>
              <a:off x="2241775" y="2552275"/>
              <a:ext cx="2184925" cy="2547675"/>
            </a:xfrm>
            <a:custGeom>
              <a:avLst/>
              <a:gdLst/>
              <a:ahLst/>
              <a:cxnLst/>
              <a:rect l="l" t="t" r="r" b="b"/>
              <a:pathLst>
                <a:path w="87397" h="101907" extrusionOk="0">
                  <a:moveTo>
                    <a:pt x="0" y="0"/>
                  </a:moveTo>
                  <a:lnTo>
                    <a:pt x="0" y="1034"/>
                  </a:lnTo>
                  <a:cubicBezTo>
                    <a:pt x="6105" y="4770"/>
                    <a:pt x="9807" y="11375"/>
                    <a:pt x="9841" y="18547"/>
                  </a:cubicBezTo>
                  <a:lnTo>
                    <a:pt x="9841" y="44299"/>
                  </a:lnTo>
                  <a:cubicBezTo>
                    <a:pt x="9841" y="52238"/>
                    <a:pt x="14077" y="59610"/>
                    <a:pt x="20949" y="63579"/>
                  </a:cubicBezTo>
                  <a:cubicBezTo>
                    <a:pt x="22200" y="64313"/>
                    <a:pt x="23584" y="64680"/>
                    <a:pt x="24968" y="64680"/>
                  </a:cubicBezTo>
                  <a:cubicBezTo>
                    <a:pt x="26353" y="64680"/>
                    <a:pt x="27737" y="64313"/>
                    <a:pt x="28988" y="63579"/>
                  </a:cubicBezTo>
                  <a:cubicBezTo>
                    <a:pt x="29121" y="63512"/>
                    <a:pt x="29288" y="63412"/>
                    <a:pt x="29421" y="63312"/>
                  </a:cubicBezTo>
                  <a:cubicBezTo>
                    <a:pt x="31656" y="61845"/>
                    <a:pt x="32991" y="59343"/>
                    <a:pt x="32991" y="56641"/>
                  </a:cubicBezTo>
                  <a:lnTo>
                    <a:pt x="32991" y="31823"/>
                  </a:lnTo>
                  <a:cubicBezTo>
                    <a:pt x="32991" y="28154"/>
                    <a:pt x="35985" y="25541"/>
                    <a:pt x="39250" y="25541"/>
                  </a:cubicBezTo>
                  <a:cubicBezTo>
                    <a:pt x="40290" y="25541"/>
                    <a:pt x="41357" y="25806"/>
                    <a:pt x="42364" y="26386"/>
                  </a:cubicBezTo>
                  <a:cubicBezTo>
                    <a:pt x="48702" y="30055"/>
                    <a:pt x="52605" y="36827"/>
                    <a:pt x="52638" y="44165"/>
                  </a:cubicBezTo>
                  <a:lnTo>
                    <a:pt x="52638" y="69016"/>
                  </a:lnTo>
                  <a:cubicBezTo>
                    <a:pt x="52638" y="76955"/>
                    <a:pt x="56874" y="84294"/>
                    <a:pt x="63779" y="88297"/>
                  </a:cubicBezTo>
                  <a:lnTo>
                    <a:pt x="87396" y="101907"/>
                  </a:lnTo>
                  <a:lnTo>
                    <a:pt x="87396" y="100906"/>
                  </a:lnTo>
                  <a:lnTo>
                    <a:pt x="64213" y="87530"/>
                  </a:lnTo>
                  <a:cubicBezTo>
                    <a:pt x="57575" y="83727"/>
                    <a:pt x="53505" y="76655"/>
                    <a:pt x="53505" y="69016"/>
                  </a:cubicBezTo>
                  <a:lnTo>
                    <a:pt x="53505" y="44165"/>
                  </a:lnTo>
                  <a:cubicBezTo>
                    <a:pt x="53505" y="41296"/>
                    <a:pt x="52938" y="38494"/>
                    <a:pt x="51837" y="35859"/>
                  </a:cubicBezTo>
                  <a:cubicBezTo>
                    <a:pt x="50003" y="31556"/>
                    <a:pt x="46834" y="27987"/>
                    <a:pt x="42798" y="25652"/>
                  </a:cubicBezTo>
                  <a:cubicBezTo>
                    <a:pt x="41648" y="24980"/>
                    <a:pt x="40427" y="24673"/>
                    <a:pt x="39238" y="24673"/>
                  </a:cubicBezTo>
                  <a:cubicBezTo>
                    <a:pt x="35528" y="24673"/>
                    <a:pt x="32123" y="27655"/>
                    <a:pt x="32123" y="31823"/>
                  </a:cubicBezTo>
                  <a:lnTo>
                    <a:pt x="32123" y="56641"/>
                  </a:lnTo>
                  <a:cubicBezTo>
                    <a:pt x="32123" y="60792"/>
                    <a:pt x="28704" y="63772"/>
                    <a:pt x="24970" y="63772"/>
                  </a:cubicBezTo>
                  <a:cubicBezTo>
                    <a:pt x="23784" y="63772"/>
                    <a:pt x="22566" y="63471"/>
                    <a:pt x="21416" y="62812"/>
                  </a:cubicBezTo>
                  <a:cubicBezTo>
                    <a:pt x="14811" y="59009"/>
                    <a:pt x="10741" y="51937"/>
                    <a:pt x="10741" y="44299"/>
                  </a:cubicBezTo>
                  <a:lnTo>
                    <a:pt x="10741" y="18547"/>
                  </a:lnTo>
                  <a:cubicBezTo>
                    <a:pt x="10708" y="10875"/>
                    <a:pt x="6638" y="3803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>
              <a:extLst>
                <a:ext uri="{FF2B5EF4-FFF2-40B4-BE49-F238E27FC236}">
                  <a16:creationId xmlns:a16="http://schemas.microsoft.com/office/drawing/2014/main" id="{65E78B1A-70F7-4EA5-4F6F-C4C1A8332DC4}"/>
                </a:ext>
              </a:extLst>
            </p:cNvPr>
            <p:cNvSpPr/>
            <p:nvPr/>
          </p:nvSpPr>
          <p:spPr>
            <a:xfrm>
              <a:off x="3141575" y="2602925"/>
              <a:ext cx="2264975" cy="2472000"/>
            </a:xfrm>
            <a:custGeom>
              <a:avLst/>
              <a:gdLst/>
              <a:ahLst/>
              <a:cxnLst/>
              <a:rect l="l" t="t" r="r" b="b"/>
              <a:pathLst>
                <a:path w="90599" h="98880" extrusionOk="0">
                  <a:moveTo>
                    <a:pt x="42481" y="1"/>
                  </a:moveTo>
                  <a:cubicBezTo>
                    <a:pt x="41255" y="1"/>
                    <a:pt x="40029" y="326"/>
                    <a:pt x="38929" y="976"/>
                  </a:cubicBezTo>
                  <a:lnTo>
                    <a:pt x="38862" y="1010"/>
                  </a:lnTo>
                  <a:lnTo>
                    <a:pt x="16012" y="14219"/>
                  </a:lnTo>
                  <a:lnTo>
                    <a:pt x="5305" y="20390"/>
                  </a:lnTo>
                  <a:lnTo>
                    <a:pt x="1" y="23459"/>
                  </a:lnTo>
                  <a:cubicBezTo>
                    <a:pt x="1016" y="22920"/>
                    <a:pt x="2136" y="22652"/>
                    <a:pt x="3254" y="22652"/>
                  </a:cubicBezTo>
                  <a:cubicBezTo>
                    <a:pt x="4489" y="22652"/>
                    <a:pt x="5721" y="22978"/>
                    <a:pt x="6806" y="23626"/>
                  </a:cubicBezTo>
                  <a:cubicBezTo>
                    <a:pt x="10075" y="25494"/>
                    <a:pt x="12777" y="28196"/>
                    <a:pt x="14645" y="31432"/>
                  </a:cubicBezTo>
                  <a:cubicBezTo>
                    <a:pt x="15078" y="32199"/>
                    <a:pt x="15478" y="32999"/>
                    <a:pt x="15845" y="33833"/>
                  </a:cubicBezTo>
                  <a:cubicBezTo>
                    <a:pt x="16946" y="36468"/>
                    <a:pt x="17513" y="39270"/>
                    <a:pt x="17513" y="42139"/>
                  </a:cubicBezTo>
                  <a:lnTo>
                    <a:pt x="17513" y="66957"/>
                  </a:lnTo>
                  <a:cubicBezTo>
                    <a:pt x="17513" y="74629"/>
                    <a:pt x="21583" y="81668"/>
                    <a:pt x="28221" y="85504"/>
                  </a:cubicBezTo>
                  <a:lnTo>
                    <a:pt x="51371" y="98880"/>
                  </a:lnTo>
                  <a:lnTo>
                    <a:pt x="90599" y="76264"/>
                  </a:lnTo>
                  <a:lnTo>
                    <a:pt x="67449" y="62854"/>
                  </a:lnTo>
                  <a:cubicBezTo>
                    <a:pt x="60811" y="59051"/>
                    <a:pt x="56741" y="51980"/>
                    <a:pt x="56741" y="44341"/>
                  </a:cubicBezTo>
                  <a:lnTo>
                    <a:pt x="56741" y="19490"/>
                  </a:lnTo>
                  <a:cubicBezTo>
                    <a:pt x="56741" y="11851"/>
                    <a:pt x="52672" y="4779"/>
                    <a:pt x="46034" y="976"/>
                  </a:cubicBezTo>
                  <a:cubicBezTo>
                    <a:pt x="44933" y="326"/>
                    <a:pt x="43707" y="1"/>
                    <a:pt x="4248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>
              <a:extLst>
                <a:ext uri="{FF2B5EF4-FFF2-40B4-BE49-F238E27FC236}">
                  <a16:creationId xmlns:a16="http://schemas.microsoft.com/office/drawing/2014/main" id="{3B861758-82B9-184E-D5EC-1399A8B4B1E3}"/>
                </a:ext>
              </a:extLst>
            </p:cNvPr>
            <p:cNvSpPr/>
            <p:nvPr/>
          </p:nvSpPr>
          <p:spPr>
            <a:xfrm>
              <a:off x="2966450" y="3191250"/>
              <a:ext cx="591275" cy="950525"/>
            </a:xfrm>
            <a:custGeom>
              <a:avLst/>
              <a:gdLst/>
              <a:ahLst/>
              <a:cxnLst/>
              <a:rect l="l" t="t" r="r" b="b"/>
              <a:pathLst>
                <a:path w="23651" h="38021" extrusionOk="0">
                  <a:moveTo>
                    <a:pt x="10251" y="1"/>
                  </a:moveTo>
                  <a:cubicBezTo>
                    <a:pt x="6990" y="1"/>
                    <a:pt x="4004" y="2625"/>
                    <a:pt x="4004" y="6264"/>
                  </a:cubicBezTo>
                  <a:lnTo>
                    <a:pt x="4004" y="31082"/>
                  </a:lnTo>
                  <a:cubicBezTo>
                    <a:pt x="4004" y="33741"/>
                    <a:pt x="2679" y="36234"/>
                    <a:pt x="491" y="37737"/>
                  </a:cubicBezTo>
                  <a:lnTo>
                    <a:pt x="491" y="37737"/>
                  </a:lnTo>
                  <a:lnTo>
                    <a:pt x="23651" y="24377"/>
                  </a:lnTo>
                  <a:lnTo>
                    <a:pt x="23618" y="18606"/>
                  </a:lnTo>
                  <a:cubicBezTo>
                    <a:pt x="23618" y="11268"/>
                    <a:pt x="19715" y="4529"/>
                    <a:pt x="13377" y="860"/>
                  </a:cubicBezTo>
                  <a:cubicBezTo>
                    <a:pt x="12366" y="270"/>
                    <a:pt x="11294" y="1"/>
                    <a:pt x="10251" y="1"/>
                  </a:cubicBezTo>
                  <a:close/>
                  <a:moveTo>
                    <a:pt x="491" y="37737"/>
                  </a:moveTo>
                  <a:lnTo>
                    <a:pt x="171" y="37922"/>
                  </a:lnTo>
                  <a:lnTo>
                    <a:pt x="171" y="37922"/>
                  </a:lnTo>
                  <a:cubicBezTo>
                    <a:pt x="268" y="37868"/>
                    <a:pt x="361" y="37817"/>
                    <a:pt x="468" y="37753"/>
                  </a:cubicBezTo>
                  <a:cubicBezTo>
                    <a:pt x="476" y="37748"/>
                    <a:pt x="483" y="37742"/>
                    <a:pt x="491" y="37737"/>
                  </a:cubicBezTo>
                  <a:close/>
                  <a:moveTo>
                    <a:pt x="171" y="37922"/>
                  </a:moveTo>
                  <a:cubicBezTo>
                    <a:pt x="116" y="37952"/>
                    <a:pt x="61" y="37984"/>
                    <a:pt x="1" y="38020"/>
                  </a:cubicBezTo>
                  <a:lnTo>
                    <a:pt x="171" y="37922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>
              <a:extLst>
                <a:ext uri="{FF2B5EF4-FFF2-40B4-BE49-F238E27FC236}">
                  <a16:creationId xmlns:a16="http://schemas.microsoft.com/office/drawing/2014/main" id="{0172A352-39E6-8948-7058-5372C209AC33}"/>
                </a:ext>
              </a:extLst>
            </p:cNvPr>
            <p:cNvSpPr/>
            <p:nvPr/>
          </p:nvSpPr>
          <p:spPr>
            <a:xfrm>
              <a:off x="2966450" y="3191250"/>
              <a:ext cx="591275" cy="950525"/>
            </a:xfrm>
            <a:custGeom>
              <a:avLst/>
              <a:gdLst/>
              <a:ahLst/>
              <a:cxnLst/>
              <a:rect l="l" t="t" r="r" b="b"/>
              <a:pathLst>
                <a:path w="23651" h="38021" extrusionOk="0">
                  <a:moveTo>
                    <a:pt x="10251" y="1"/>
                  </a:moveTo>
                  <a:cubicBezTo>
                    <a:pt x="6990" y="1"/>
                    <a:pt x="4004" y="2625"/>
                    <a:pt x="4004" y="6264"/>
                  </a:cubicBezTo>
                  <a:lnTo>
                    <a:pt x="4004" y="31082"/>
                  </a:lnTo>
                  <a:cubicBezTo>
                    <a:pt x="4004" y="33741"/>
                    <a:pt x="2679" y="36234"/>
                    <a:pt x="491" y="37737"/>
                  </a:cubicBezTo>
                  <a:lnTo>
                    <a:pt x="491" y="37737"/>
                  </a:lnTo>
                  <a:lnTo>
                    <a:pt x="23651" y="24377"/>
                  </a:lnTo>
                  <a:lnTo>
                    <a:pt x="23618" y="18606"/>
                  </a:lnTo>
                  <a:cubicBezTo>
                    <a:pt x="23618" y="11268"/>
                    <a:pt x="19715" y="4529"/>
                    <a:pt x="13377" y="860"/>
                  </a:cubicBezTo>
                  <a:cubicBezTo>
                    <a:pt x="12366" y="270"/>
                    <a:pt x="11294" y="1"/>
                    <a:pt x="10251" y="1"/>
                  </a:cubicBezTo>
                  <a:close/>
                  <a:moveTo>
                    <a:pt x="491" y="37737"/>
                  </a:moveTo>
                  <a:lnTo>
                    <a:pt x="171" y="37922"/>
                  </a:lnTo>
                  <a:lnTo>
                    <a:pt x="171" y="37922"/>
                  </a:lnTo>
                  <a:cubicBezTo>
                    <a:pt x="268" y="37868"/>
                    <a:pt x="361" y="37817"/>
                    <a:pt x="468" y="37753"/>
                  </a:cubicBezTo>
                  <a:cubicBezTo>
                    <a:pt x="476" y="37748"/>
                    <a:pt x="483" y="37742"/>
                    <a:pt x="491" y="37737"/>
                  </a:cubicBezTo>
                  <a:close/>
                  <a:moveTo>
                    <a:pt x="171" y="37922"/>
                  </a:moveTo>
                  <a:cubicBezTo>
                    <a:pt x="116" y="37952"/>
                    <a:pt x="61" y="37984"/>
                    <a:pt x="1" y="38020"/>
                  </a:cubicBezTo>
                  <a:lnTo>
                    <a:pt x="171" y="37922"/>
                  </a:lnTo>
                  <a:close/>
                </a:path>
              </a:pathLst>
            </a:custGeom>
            <a:solidFill>
              <a:srgbClr val="000000">
                <a:alpha val="21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>
              <a:extLst>
                <a:ext uri="{FF2B5EF4-FFF2-40B4-BE49-F238E27FC236}">
                  <a16:creationId xmlns:a16="http://schemas.microsoft.com/office/drawing/2014/main" id="{27A2EA05-CFB2-7DAC-2D74-B463A3E4D34D}"/>
                </a:ext>
              </a:extLst>
            </p:cNvPr>
            <p:cNvSpPr/>
            <p:nvPr/>
          </p:nvSpPr>
          <p:spPr>
            <a:xfrm>
              <a:off x="2395225" y="2082725"/>
              <a:ext cx="836450" cy="488675"/>
            </a:xfrm>
            <a:custGeom>
              <a:avLst/>
              <a:gdLst/>
              <a:ahLst/>
              <a:cxnLst/>
              <a:rect l="l" t="t" r="r" b="b"/>
              <a:pathLst>
                <a:path w="33458" h="19547" extrusionOk="0">
                  <a:moveTo>
                    <a:pt x="30911" y="1"/>
                  </a:moveTo>
                  <a:cubicBezTo>
                    <a:pt x="30314" y="1"/>
                    <a:pt x="29695" y="151"/>
                    <a:pt x="29188" y="436"/>
                  </a:cubicBezTo>
                  <a:lnTo>
                    <a:pt x="1201" y="16614"/>
                  </a:lnTo>
                  <a:cubicBezTo>
                    <a:pt x="134" y="17214"/>
                    <a:pt x="0" y="18215"/>
                    <a:pt x="834" y="18916"/>
                  </a:cubicBezTo>
                  <a:cubicBezTo>
                    <a:pt x="1386" y="19334"/>
                    <a:pt x="2046" y="19547"/>
                    <a:pt x="2710" y="19547"/>
                  </a:cubicBezTo>
                  <a:cubicBezTo>
                    <a:pt x="3209" y="19547"/>
                    <a:pt x="3711" y="19426"/>
                    <a:pt x="4170" y="19183"/>
                  </a:cubicBezTo>
                  <a:lnTo>
                    <a:pt x="32156" y="3004"/>
                  </a:lnTo>
                  <a:cubicBezTo>
                    <a:pt x="33224" y="2404"/>
                    <a:pt x="33457" y="1270"/>
                    <a:pt x="32623" y="569"/>
                  </a:cubicBezTo>
                  <a:cubicBezTo>
                    <a:pt x="32203" y="184"/>
                    <a:pt x="31571" y="1"/>
                    <a:pt x="30911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>
              <a:extLst>
                <a:ext uri="{FF2B5EF4-FFF2-40B4-BE49-F238E27FC236}">
                  <a16:creationId xmlns:a16="http://schemas.microsoft.com/office/drawing/2014/main" id="{6A401D8D-C421-CBC5-3B69-B260132F4BE8}"/>
                </a:ext>
              </a:extLst>
            </p:cNvPr>
            <p:cNvSpPr/>
            <p:nvPr/>
          </p:nvSpPr>
          <p:spPr>
            <a:xfrm>
              <a:off x="2969800" y="2198300"/>
              <a:ext cx="346100" cy="204725"/>
            </a:xfrm>
            <a:custGeom>
              <a:avLst/>
              <a:gdLst/>
              <a:ahLst/>
              <a:cxnLst/>
              <a:rect l="l" t="t" r="r" b="b"/>
              <a:pathLst>
                <a:path w="13844" h="8189" extrusionOk="0">
                  <a:moveTo>
                    <a:pt x="13507" y="1"/>
                  </a:moveTo>
                  <a:cubicBezTo>
                    <a:pt x="13454" y="1"/>
                    <a:pt x="13399" y="16"/>
                    <a:pt x="13343" y="49"/>
                  </a:cubicBezTo>
                  <a:lnTo>
                    <a:pt x="267" y="7588"/>
                  </a:lnTo>
                  <a:cubicBezTo>
                    <a:pt x="0" y="7755"/>
                    <a:pt x="100" y="8188"/>
                    <a:pt x="434" y="8188"/>
                  </a:cubicBezTo>
                  <a:cubicBezTo>
                    <a:pt x="467" y="8188"/>
                    <a:pt x="534" y="8155"/>
                    <a:pt x="567" y="8155"/>
                  </a:cubicBezTo>
                  <a:lnTo>
                    <a:pt x="13643" y="583"/>
                  </a:lnTo>
                  <a:cubicBezTo>
                    <a:pt x="13810" y="483"/>
                    <a:pt x="13843" y="316"/>
                    <a:pt x="13777" y="149"/>
                  </a:cubicBezTo>
                  <a:cubicBezTo>
                    <a:pt x="13710" y="60"/>
                    <a:pt x="13614" y="1"/>
                    <a:pt x="135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>
              <a:extLst>
                <a:ext uri="{FF2B5EF4-FFF2-40B4-BE49-F238E27FC236}">
                  <a16:creationId xmlns:a16="http://schemas.microsoft.com/office/drawing/2014/main" id="{EAF8FDCB-D31B-9743-EC02-566DCB9BD82E}"/>
                </a:ext>
              </a:extLst>
            </p:cNvPr>
            <p:cNvSpPr/>
            <p:nvPr/>
          </p:nvSpPr>
          <p:spPr>
            <a:xfrm>
              <a:off x="2996475" y="2241175"/>
              <a:ext cx="346675" cy="203550"/>
            </a:xfrm>
            <a:custGeom>
              <a:avLst/>
              <a:gdLst/>
              <a:ahLst/>
              <a:cxnLst/>
              <a:rect l="l" t="t" r="r" b="b"/>
              <a:pathLst>
                <a:path w="13867" h="8142" extrusionOk="0">
                  <a:moveTo>
                    <a:pt x="13451" y="0"/>
                  </a:moveTo>
                  <a:cubicBezTo>
                    <a:pt x="13406" y="0"/>
                    <a:pt x="13359" y="11"/>
                    <a:pt x="13310" y="35"/>
                  </a:cubicBezTo>
                  <a:lnTo>
                    <a:pt x="201" y="7574"/>
                  </a:lnTo>
                  <a:cubicBezTo>
                    <a:pt x="67" y="7674"/>
                    <a:pt x="1" y="7841"/>
                    <a:pt x="101" y="8008"/>
                  </a:cubicBezTo>
                  <a:cubicBezTo>
                    <a:pt x="134" y="8108"/>
                    <a:pt x="267" y="8141"/>
                    <a:pt x="368" y="8141"/>
                  </a:cubicBezTo>
                  <a:cubicBezTo>
                    <a:pt x="434" y="8141"/>
                    <a:pt x="468" y="8141"/>
                    <a:pt x="534" y="8108"/>
                  </a:cubicBezTo>
                  <a:lnTo>
                    <a:pt x="13610" y="569"/>
                  </a:lnTo>
                  <a:cubicBezTo>
                    <a:pt x="13867" y="370"/>
                    <a:pt x="13710" y="0"/>
                    <a:pt x="134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>
              <a:extLst>
                <a:ext uri="{FF2B5EF4-FFF2-40B4-BE49-F238E27FC236}">
                  <a16:creationId xmlns:a16="http://schemas.microsoft.com/office/drawing/2014/main" id="{E3D93ACE-A324-04E3-6F72-F00ED41706AF}"/>
                </a:ext>
              </a:extLst>
            </p:cNvPr>
            <p:cNvSpPr/>
            <p:nvPr/>
          </p:nvSpPr>
          <p:spPr>
            <a:xfrm>
              <a:off x="3016500" y="2284575"/>
              <a:ext cx="346100" cy="204350"/>
            </a:xfrm>
            <a:custGeom>
              <a:avLst/>
              <a:gdLst/>
              <a:ahLst/>
              <a:cxnLst/>
              <a:rect l="l" t="t" r="r" b="b"/>
              <a:pathLst>
                <a:path w="13844" h="8174" extrusionOk="0">
                  <a:moveTo>
                    <a:pt x="13493" y="1"/>
                  </a:moveTo>
                  <a:cubicBezTo>
                    <a:pt x="13439" y="1"/>
                    <a:pt x="13388" y="12"/>
                    <a:pt x="13343" y="34"/>
                  </a:cubicBezTo>
                  <a:lnTo>
                    <a:pt x="267" y="7606"/>
                  </a:lnTo>
                  <a:cubicBezTo>
                    <a:pt x="0" y="7739"/>
                    <a:pt x="100" y="8173"/>
                    <a:pt x="400" y="8173"/>
                  </a:cubicBezTo>
                  <a:cubicBezTo>
                    <a:pt x="467" y="8173"/>
                    <a:pt x="501" y="8140"/>
                    <a:pt x="567" y="8106"/>
                  </a:cubicBezTo>
                  <a:lnTo>
                    <a:pt x="13643" y="568"/>
                  </a:lnTo>
                  <a:cubicBezTo>
                    <a:pt x="13777" y="468"/>
                    <a:pt x="13843" y="301"/>
                    <a:pt x="13777" y="134"/>
                  </a:cubicBezTo>
                  <a:cubicBezTo>
                    <a:pt x="13710" y="45"/>
                    <a:pt x="13599" y="1"/>
                    <a:pt x="134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>
              <a:extLst>
                <a:ext uri="{FF2B5EF4-FFF2-40B4-BE49-F238E27FC236}">
                  <a16:creationId xmlns:a16="http://schemas.microsoft.com/office/drawing/2014/main" id="{4FF69387-32E6-08BD-BB3D-AD1A2665371E}"/>
                </a:ext>
              </a:extLst>
            </p:cNvPr>
            <p:cNvSpPr/>
            <p:nvPr/>
          </p:nvSpPr>
          <p:spPr>
            <a:xfrm>
              <a:off x="3034850" y="2330450"/>
              <a:ext cx="344425" cy="204325"/>
            </a:xfrm>
            <a:custGeom>
              <a:avLst/>
              <a:gdLst/>
              <a:ahLst/>
              <a:cxnLst/>
              <a:rect l="l" t="t" r="r" b="b"/>
              <a:pathLst>
                <a:path w="13777" h="8173" extrusionOk="0">
                  <a:moveTo>
                    <a:pt x="13440" y="0"/>
                  </a:moveTo>
                  <a:cubicBezTo>
                    <a:pt x="13387" y="0"/>
                    <a:pt x="13332" y="11"/>
                    <a:pt x="13276" y="34"/>
                  </a:cubicBezTo>
                  <a:lnTo>
                    <a:pt x="200" y="7606"/>
                  </a:lnTo>
                  <a:cubicBezTo>
                    <a:pt x="67" y="7672"/>
                    <a:pt x="0" y="7873"/>
                    <a:pt x="100" y="8006"/>
                  </a:cubicBezTo>
                  <a:cubicBezTo>
                    <a:pt x="133" y="8106"/>
                    <a:pt x="234" y="8173"/>
                    <a:pt x="367" y="8173"/>
                  </a:cubicBezTo>
                  <a:cubicBezTo>
                    <a:pt x="400" y="8173"/>
                    <a:pt x="467" y="8139"/>
                    <a:pt x="500" y="8106"/>
                  </a:cubicBezTo>
                  <a:lnTo>
                    <a:pt x="13576" y="567"/>
                  </a:lnTo>
                  <a:cubicBezTo>
                    <a:pt x="13743" y="467"/>
                    <a:pt x="13777" y="300"/>
                    <a:pt x="13710" y="134"/>
                  </a:cubicBezTo>
                  <a:cubicBezTo>
                    <a:pt x="13643" y="45"/>
                    <a:pt x="13547" y="0"/>
                    <a:pt x="134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>
              <a:extLst>
                <a:ext uri="{FF2B5EF4-FFF2-40B4-BE49-F238E27FC236}">
                  <a16:creationId xmlns:a16="http://schemas.microsoft.com/office/drawing/2014/main" id="{55FD6ED0-FAC3-1AA1-E758-34D8343A5C4C}"/>
                </a:ext>
              </a:extLst>
            </p:cNvPr>
            <p:cNvSpPr/>
            <p:nvPr/>
          </p:nvSpPr>
          <p:spPr>
            <a:xfrm>
              <a:off x="3047350" y="2374675"/>
              <a:ext cx="344425" cy="204300"/>
            </a:xfrm>
            <a:custGeom>
              <a:avLst/>
              <a:gdLst/>
              <a:ahLst/>
              <a:cxnLst/>
              <a:rect l="l" t="t" r="r" b="b"/>
              <a:pathLst>
                <a:path w="13777" h="8172" extrusionOk="0">
                  <a:moveTo>
                    <a:pt x="13418" y="0"/>
                  </a:moveTo>
                  <a:cubicBezTo>
                    <a:pt x="13368" y="0"/>
                    <a:pt x="13319" y="11"/>
                    <a:pt x="13277" y="33"/>
                  </a:cubicBezTo>
                  <a:lnTo>
                    <a:pt x="201" y="7605"/>
                  </a:lnTo>
                  <a:cubicBezTo>
                    <a:pt x="67" y="7705"/>
                    <a:pt x="0" y="7871"/>
                    <a:pt x="100" y="8038"/>
                  </a:cubicBezTo>
                  <a:cubicBezTo>
                    <a:pt x="134" y="8138"/>
                    <a:pt x="234" y="8172"/>
                    <a:pt x="367" y="8172"/>
                  </a:cubicBezTo>
                  <a:cubicBezTo>
                    <a:pt x="401" y="8172"/>
                    <a:pt x="467" y="8172"/>
                    <a:pt x="501" y="8138"/>
                  </a:cubicBezTo>
                  <a:lnTo>
                    <a:pt x="13577" y="566"/>
                  </a:lnTo>
                  <a:cubicBezTo>
                    <a:pt x="13710" y="500"/>
                    <a:pt x="13777" y="299"/>
                    <a:pt x="13710" y="166"/>
                  </a:cubicBezTo>
                  <a:cubicBezTo>
                    <a:pt x="13642" y="52"/>
                    <a:pt x="13527" y="0"/>
                    <a:pt x="134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6">
              <a:extLst>
                <a:ext uri="{FF2B5EF4-FFF2-40B4-BE49-F238E27FC236}">
                  <a16:creationId xmlns:a16="http://schemas.microsoft.com/office/drawing/2014/main" id="{77BCD155-77D6-EFCD-E837-2008D20B1DB6}"/>
                </a:ext>
              </a:extLst>
            </p:cNvPr>
            <p:cNvSpPr/>
            <p:nvPr/>
          </p:nvSpPr>
          <p:spPr>
            <a:xfrm>
              <a:off x="3054025" y="2422975"/>
              <a:ext cx="348325" cy="204375"/>
            </a:xfrm>
            <a:custGeom>
              <a:avLst/>
              <a:gdLst/>
              <a:ahLst/>
              <a:cxnLst/>
              <a:rect l="l" t="t" r="r" b="b"/>
              <a:pathLst>
                <a:path w="13933" h="8175" extrusionOk="0">
                  <a:moveTo>
                    <a:pt x="13496" y="0"/>
                  </a:moveTo>
                  <a:cubicBezTo>
                    <a:pt x="13448" y="0"/>
                    <a:pt x="13397" y="11"/>
                    <a:pt x="13343" y="35"/>
                  </a:cubicBezTo>
                  <a:lnTo>
                    <a:pt x="267" y="7607"/>
                  </a:lnTo>
                  <a:cubicBezTo>
                    <a:pt x="0" y="7741"/>
                    <a:pt x="100" y="8174"/>
                    <a:pt x="434" y="8174"/>
                  </a:cubicBezTo>
                  <a:cubicBezTo>
                    <a:pt x="467" y="8174"/>
                    <a:pt x="534" y="8141"/>
                    <a:pt x="567" y="8141"/>
                  </a:cubicBezTo>
                  <a:lnTo>
                    <a:pt x="13677" y="569"/>
                  </a:lnTo>
                  <a:cubicBezTo>
                    <a:pt x="13933" y="370"/>
                    <a:pt x="13776" y="0"/>
                    <a:pt x="134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6">
              <a:extLst>
                <a:ext uri="{FF2B5EF4-FFF2-40B4-BE49-F238E27FC236}">
                  <a16:creationId xmlns:a16="http://schemas.microsoft.com/office/drawing/2014/main" id="{2444B677-3A04-DD1C-F244-D3158361BBE0}"/>
                </a:ext>
              </a:extLst>
            </p:cNvPr>
            <p:cNvSpPr/>
            <p:nvPr/>
          </p:nvSpPr>
          <p:spPr>
            <a:xfrm>
              <a:off x="3058475" y="2474675"/>
              <a:ext cx="348050" cy="203600"/>
            </a:xfrm>
            <a:custGeom>
              <a:avLst/>
              <a:gdLst/>
              <a:ahLst/>
              <a:cxnLst/>
              <a:rect l="l" t="t" r="r" b="b"/>
              <a:pathLst>
                <a:path w="13922" h="8144" extrusionOk="0">
                  <a:moveTo>
                    <a:pt x="13506" y="0"/>
                  </a:moveTo>
                  <a:cubicBezTo>
                    <a:pt x="13461" y="0"/>
                    <a:pt x="13414" y="11"/>
                    <a:pt x="13365" y="35"/>
                  </a:cubicBezTo>
                  <a:lnTo>
                    <a:pt x="289" y="7574"/>
                  </a:lnTo>
                  <a:cubicBezTo>
                    <a:pt x="0" y="7735"/>
                    <a:pt x="113" y="8143"/>
                    <a:pt x="390" y="8143"/>
                  </a:cubicBezTo>
                  <a:cubicBezTo>
                    <a:pt x="401" y="8143"/>
                    <a:pt x="412" y="8142"/>
                    <a:pt x="423" y="8141"/>
                  </a:cubicBezTo>
                  <a:cubicBezTo>
                    <a:pt x="489" y="8141"/>
                    <a:pt x="523" y="8141"/>
                    <a:pt x="589" y="8108"/>
                  </a:cubicBezTo>
                  <a:lnTo>
                    <a:pt x="13665" y="569"/>
                  </a:lnTo>
                  <a:cubicBezTo>
                    <a:pt x="13922" y="370"/>
                    <a:pt x="13765" y="0"/>
                    <a:pt x="135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6">
              <a:extLst>
                <a:ext uri="{FF2B5EF4-FFF2-40B4-BE49-F238E27FC236}">
                  <a16:creationId xmlns:a16="http://schemas.microsoft.com/office/drawing/2014/main" id="{253A6B86-0E9D-548B-82E9-9AEB22BDEBD0}"/>
                </a:ext>
              </a:extLst>
            </p:cNvPr>
            <p:cNvSpPr/>
            <p:nvPr/>
          </p:nvSpPr>
          <p:spPr>
            <a:xfrm>
              <a:off x="2596200" y="2574750"/>
              <a:ext cx="806425" cy="469575"/>
            </a:xfrm>
            <a:custGeom>
              <a:avLst/>
              <a:gdLst/>
              <a:ahLst/>
              <a:cxnLst/>
              <a:rect l="l" t="t" r="r" b="b"/>
              <a:pathLst>
                <a:path w="32257" h="18783" extrusionOk="0">
                  <a:moveTo>
                    <a:pt x="32027" y="1"/>
                  </a:moveTo>
                  <a:cubicBezTo>
                    <a:pt x="31984" y="1"/>
                    <a:pt x="31937" y="12"/>
                    <a:pt x="31890" y="35"/>
                  </a:cubicBezTo>
                  <a:lnTo>
                    <a:pt x="167" y="18382"/>
                  </a:lnTo>
                  <a:cubicBezTo>
                    <a:pt x="34" y="18415"/>
                    <a:pt x="0" y="18549"/>
                    <a:pt x="67" y="18682"/>
                  </a:cubicBezTo>
                  <a:cubicBezTo>
                    <a:pt x="100" y="18749"/>
                    <a:pt x="167" y="18782"/>
                    <a:pt x="267" y="18782"/>
                  </a:cubicBezTo>
                  <a:cubicBezTo>
                    <a:pt x="300" y="18782"/>
                    <a:pt x="334" y="18782"/>
                    <a:pt x="367" y="18749"/>
                  </a:cubicBezTo>
                  <a:lnTo>
                    <a:pt x="32123" y="402"/>
                  </a:lnTo>
                  <a:cubicBezTo>
                    <a:pt x="32223" y="335"/>
                    <a:pt x="32257" y="202"/>
                    <a:pt x="32190" y="102"/>
                  </a:cubicBezTo>
                  <a:cubicBezTo>
                    <a:pt x="32168" y="37"/>
                    <a:pt x="32105" y="1"/>
                    <a:pt x="320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>
              <a:extLst>
                <a:ext uri="{FF2B5EF4-FFF2-40B4-BE49-F238E27FC236}">
                  <a16:creationId xmlns:a16="http://schemas.microsoft.com/office/drawing/2014/main" id="{C78EE1B8-097B-49C9-B579-044077949FEC}"/>
                </a:ext>
              </a:extLst>
            </p:cNvPr>
            <p:cNvSpPr/>
            <p:nvPr/>
          </p:nvSpPr>
          <p:spPr>
            <a:xfrm>
              <a:off x="2596200" y="2623675"/>
              <a:ext cx="806425" cy="469850"/>
            </a:xfrm>
            <a:custGeom>
              <a:avLst/>
              <a:gdLst/>
              <a:ahLst/>
              <a:cxnLst/>
              <a:rect l="l" t="t" r="r" b="b"/>
              <a:pathLst>
                <a:path w="32257" h="18794" extrusionOk="0">
                  <a:moveTo>
                    <a:pt x="31988" y="0"/>
                  </a:moveTo>
                  <a:cubicBezTo>
                    <a:pt x="31956" y="0"/>
                    <a:pt x="31923" y="5"/>
                    <a:pt x="31890" y="13"/>
                  </a:cubicBezTo>
                  <a:lnTo>
                    <a:pt x="167" y="18359"/>
                  </a:lnTo>
                  <a:cubicBezTo>
                    <a:pt x="34" y="18426"/>
                    <a:pt x="0" y="18560"/>
                    <a:pt x="67" y="18660"/>
                  </a:cubicBezTo>
                  <a:cubicBezTo>
                    <a:pt x="100" y="18726"/>
                    <a:pt x="167" y="18793"/>
                    <a:pt x="267" y="18793"/>
                  </a:cubicBezTo>
                  <a:cubicBezTo>
                    <a:pt x="300" y="18793"/>
                    <a:pt x="334" y="18760"/>
                    <a:pt x="367" y="18760"/>
                  </a:cubicBezTo>
                  <a:lnTo>
                    <a:pt x="32123" y="413"/>
                  </a:lnTo>
                  <a:cubicBezTo>
                    <a:pt x="32223" y="347"/>
                    <a:pt x="32257" y="213"/>
                    <a:pt x="32190" y="113"/>
                  </a:cubicBezTo>
                  <a:cubicBezTo>
                    <a:pt x="32165" y="38"/>
                    <a:pt x="32083" y="0"/>
                    <a:pt x="319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>
              <a:extLst>
                <a:ext uri="{FF2B5EF4-FFF2-40B4-BE49-F238E27FC236}">
                  <a16:creationId xmlns:a16="http://schemas.microsoft.com/office/drawing/2014/main" id="{357662CC-AFEB-CEE3-6EB4-FC85E6AA753B}"/>
                </a:ext>
              </a:extLst>
            </p:cNvPr>
            <p:cNvSpPr/>
            <p:nvPr/>
          </p:nvSpPr>
          <p:spPr>
            <a:xfrm>
              <a:off x="2596200" y="2672475"/>
              <a:ext cx="808775" cy="470250"/>
            </a:xfrm>
            <a:custGeom>
              <a:avLst/>
              <a:gdLst/>
              <a:ahLst/>
              <a:cxnLst/>
              <a:rect l="l" t="t" r="r" b="b"/>
              <a:pathLst>
                <a:path w="32351" h="18810" extrusionOk="0">
                  <a:moveTo>
                    <a:pt x="32005" y="0"/>
                  </a:moveTo>
                  <a:cubicBezTo>
                    <a:pt x="31968" y="0"/>
                    <a:pt x="31929" y="9"/>
                    <a:pt x="31890" y="29"/>
                  </a:cubicBezTo>
                  <a:lnTo>
                    <a:pt x="167" y="18376"/>
                  </a:lnTo>
                  <a:cubicBezTo>
                    <a:pt x="34" y="18442"/>
                    <a:pt x="0" y="18576"/>
                    <a:pt x="67" y="18676"/>
                  </a:cubicBezTo>
                  <a:cubicBezTo>
                    <a:pt x="100" y="18742"/>
                    <a:pt x="167" y="18776"/>
                    <a:pt x="267" y="18809"/>
                  </a:cubicBezTo>
                  <a:cubicBezTo>
                    <a:pt x="300" y="18776"/>
                    <a:pt x="334" y="18776"/>
                    <a:pt x="367" y="18776"/>
                  </a:cubicBezTo>
                  <a:lnTo>
                    <a:pt x="32123" y="429"/>
                  </a:lnTo>
                  <a:cubicBezTo>
                    <a:pt x="32350" y="287"/>
                    <a:pt x="32215" y="0"/>
                    <a:pt x="32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>
              <a:extLst>
                <a:ext uri="{FF2B5EF4-FFF2-40B4-BE49-F238E27FC236}">
                  <a16:creationId xmlns:a16="http://schemas.microsoft.com/office/drawing/2014/main" id="{A92074DB-2F78-BBDD-287B-9D0C40F708D0}"/>
                </a:ext>
              </a:extLst>
            </p:cNvPr>
            <p:cNvSpPr/>
            <p:nvPr/>
          </p:nvSpPr>
          <p:spPr>
            <a:xfrm>
              <a:off x="2596200" y="2721925"/>
              <a:ext cx="807450" cy="469150"/>
            </a:xfrm>
            <a:custGeom>
              <a:avLst/>
              <a:gdLst/>
              <a:ahLst/>
              <a:cxnLst/>
              <a:rect l="l" t="t" r="r" b="b"/>
              <a:pathLst>
                <a:path w="32298" h="18766" extrusionOk="0">
                  <a:moveTo>
                    <a:pt x="31986" y="1"/>
                  </a:moveTo>
                  <a:cubicBezTo>
                    <a:pt x="31956" y="1"/>
                    <a:pt x="31924" y="6"/>
                    <a:pt x="31890" y="19"/>
                  </a:cubicBezTo>
                  <a:lnTo>
                    <a:pt x="167" y="18366"/>
                  </a:lnTo>
                  <a:cubicBezTo>
                    <a:pt x="34" y="18432"/>
                    <a:pt x="0" y="18566"/>
                    <a:pt x="67" y="18666"/>
                  </a:cubicBezTo>
                  <a:cubicBezTo>
                    <a:pt x="100" y="18733"/>
                    <a:pt x="167" y="18766"/>
                    <a:pt x="267" y="18766"/>
                  </a:cubicBezTo>
                  <a:cubicBezTo>
                    <a:pt x="300" y="18766"/>
                    <a:pt x="334" y="18766"/>
                    <a:pt x="367" y="18733"/>
                  </a:cubicBezTo>
                  <a:lnTo>
                    <a:pt x="32123" y="386"/>
                  </a:lnTo>
                  <a:cubicBezTo>
                    <a:pt x="32298" y="270"/>
                    <a:pt x="32193" y="1"/>
                    <a:pt x="319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>
              <a:extLst>
                <a:ext uri="{FF2B5EF4-FFF2-40B4-BE49-F238E27FC236}">
                  <a16:creationId xmlns:a16="http://schemas.microsoft.com/office/drawing/2014/main" id="{260FD143-1B77-09D8-912D-DCAF8903E009}"/>
                </a:ext>
              </a:extLst>
            </p:cNvPr>
            <p:cNvSpPr/>
            <p:nvPr/>
          </p:nvSpPr>
          <p:spPr>
            <a:xfrm>
              <a:off x="2593975" y="2718600"/>
              <a:ext cx="437850" cy="254875"/>
            </a:xfrm>
            <a:custGeom>
              <a:avLst/>
              <a:gdLst/>
              <a:ahLst/>
              <a:cxnLst/>
              <a:rect l="l" t="t" r="r" b="b"/>
              <a:pathLst>
                <a:path w="17514" h="10195" extrusionOk="0">
                  <a:moveTo>
                    <a:pt x="17195" y="0"/>
                  </a:moveTo>
                  <a:cubicBezTo>
                    <a:pt x="17154" y="0"/>
                    <a:pt x="17111" y="16"/>
                    <a:pt x="17068" y="52"/>
                  </a:cubicBezTo>
                  <a:lnTo>
                    <a:pt x="256" y="9759"/>
                  </a:lnTo>
                  <a:cubicBezTo>
                    <a:pt x="1" y="9855"/>
                    <a:pt x="81" y="10195"/>
                    <a:pt x="322" y="10195"/>
                  </a:cubicBezTo>
                  <a:cubicBezTo>
                    <a:pt x="333" y="10195"/>
                    <a:pt x="344" y="10194"/>
                    <a:pt x="356" y="10193"/>
                  </a:cubicBezTo>
                  <a:cubicBezTo>
                    <a:pt x="389" y="10159"/>
                    <a:pt x="423" y="10159"/>
                    <a:pt x="456" y="10126"/>
                  </a:cubicBezTo>
                  <a:lnTo>
                    <a:pt x="17268" y="419"/>
                  </a:lnTo>
                  <a:cubicBezTo>
                    <a:pt x="17514" y="310"/>
                    <a:pt x="17380" y="0"/>
                    <a:pt x="171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6">
              <a:extLst>
                <a:ext uri="{FF2B5EF4-FFF2-40B4-BE49-F238E27FC236}">
                  <a16:creationId xmlns:a16="http://schemas.microsoft.com/office/drawing/2014/main" id="{51658F0D-2094-F323-91D9-469BC035FA43}"/>
                </a:ext>
              </a:extLst>
            </p:cNvPr>
            <p:cNvSpPr/>
            <p:nvPr/>
          </p:nvSpPr>
          <p:spPr>
            <a:xfrm>
              <a:off x="2587850" y="2657800"/>
              <a:ext cx="107600" cy="250950"/>
            </a:xfrm>
            <a:custGeom>
              <a:avLst/>
              <a:gdLst/>
              <a:ahLst/>
              <a:cxnLst/>
              <a:rect l="l" t="t" r="r" b="b"/>
              <a:pathLst>
                <a:path w="4304" h="10038" extrusionOk="0">
                  <a:moveTo>
                    <a:pt x="1547" y="1"/>
                  </a:moveTo>
                  <a:cubicBezTo>
                    <a:pt x="1453" y="1"/>
                    <a:pt x="1357" y="27"/>
                    <a:pt x="1268" y="82"/>
                  </a:cubicBezTo>
                  <a:lnTo>
                    <a:pt x="334" y="616"/>
                  </a:lnTo>
                  <a:cubicBezTo>
                    <a:pt x="101" y="749"/>
                    <a:pt x="1" y="1083"/>
                    <a:pt x="134" y="1350"/>
                  </a:cubicBezTo>
                  <a:cubicBezTo>
                    <a:pt x="1468" y="3952"/>
                    <a:pt x="2236" y="6787"/>
                    <a:pt x="2402" y="9689"/>
                  </a:cubicBezTo>
                  <a:cubicBezTo>
                    <a:pt x="2378" y="9880"/>
                    <a:pt x="2543" y="10037"/>
                    <a:pt x="2724" y="10037"/>
                  </a:cubicBezTo>
                  <a:cubicBezTo>
                    <a:pt x="2796" y="10037"/>
                    <a:pt x="2870" y="10013"/>
                    <a:pt x="2936" y="9956"/>
                  </a:cubicBezTo>
                  <a:lnTo>
                    <a:pt x="3870" y="9422"/>
                  </a:lnTo>
                  <a:cubicBezTo>
                    <a:pt x="4137" y="9256"/>
                    <a:pt x="4304" y="8922"/>
                    <a:pt x="4270" y="8588"/>
                  </a:cubicBezTo>
                  <a:cubicBezTo>
                    <a:pt x="4170" y="7087"/>
                    <a:pt x="3903" y="5586"/>
                    <a:pt x="3503" y="4119"/>
                  </a:cubicBezTo>
                  <a:cubicBezTo>
                    <a:pt x="3103" y="2784"/>
                    <a:pt x="2602" y="1517"/>
                    <a:pt x="2002" y="282"/>
                  </a:cubicBezTo>
                  <a:cubicBezTo>
                    <a:pt x="1913" y="105"/>
                    <a:pt x="1735" y="1"/>
                    <a:pt x="1547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>
              <a:extLst>
                <a:ext uri="{FF2B5EF4-FFF2-40B4-BE49-F238E27FC236}">
                  <a16:creationId xmlns:a16="http://schemas.microsoft.com/office/drawing/2014/main" id="{AD487312-62F3-C8F5-2315-E718A8B6F7E5}"/>
                </a:ext>
              </a:extLst>
            </p:cNvPr>
            <p:cNvSpPr/>
            <p:nvPr/>
          </p:nvSpPr>
          <p:spPr>
            <a:xfrm>
              <a:off x="2656225" y="2561900"/>
              <a:ext cx="132625" cy="292275"/>
            </a:xfrm>
            <a:custGeom>
              <a:avLst/>
              <a:gdLst/>
              <a:ahLst/>
              <a:cxnLst/>
              <a:rect l="l" t="t" r="r" b="b"/>
              <a:pathLst>
                <a:path w="5305" h="11691" extrusionOk="0">
                  <a:moveTo>
                    <a:pt x="1549" y="1"/>
                  </a:moveTo>
                  <a:cubicBezTo>
                    <a:pt x="1454" y="1"/>
                    <a:pt x="1357" y="27"/>
                    <a:pt x="1268" y="82"/>
                  </a:cubicBezTo>
                  <a:lnTo>
                    <a:pt x="334" y="583"/>
                  </a:lnTo>
                  <a:cubicBezTo>
                    <a:pt x="68" y="749"/>
                    <a:pt x="1" y="1050"/>
                    <a:pt x="168" y="1316"/>
                  </a:cubicBezTo>
                  <a:cubicBezTo>
                    <a:pt x="1102" y="2818"/>
                    <a:pt x="1836" y="4419"/>
                    <a:pt x="2403" y="6120"/>
                  </a:cubicBezTo>
                  <a:cubicBezTo>
                    <a:pt x="2970" y="7788"/>
                    <a:pt x="3303" y="9556"/>
                    <a:pt x="3403" y="11357"/>
                  </a:cubicBezTo>
                  <a:cubicBezTo>
                    <a:pt x="3379" y="11550"/>
                    <a:pt x="3547" y="11691"/>
                    <a:pt x="3717" y="11691"/>
                  </a:cubicBezTo>
                  <a:cubicBezTo>
                    <a:pt x="3783" y="11691"/>
                    <a:pt x="3848" y="11670"/>
                    <a:pt x="3904" y="11624"/>
                  </a:cubicBezTo>
                  <a:lnTo>
                    <a:pt x="4838" y="11090"/>
                  </a:lnTo>
                  <a:cubicBezTo>
                    <a:pt x="5138" y="10890"/>
                    <a:pt x="5305" y="10590"/>
                    <a:pt x="5305" y="10256"/>
                  </a:cubicBezTo>
                  <a:cubicBezTo>
                    <a:pt x="5171" y="8488"/>
                    <a:pt x="4838" y="6720"/>
                    <a:pt x="4271" y="5052"/>
                  </a:cubicBezTo>
                  <a:cubicBezTo>
                    <a:pt x="3737" y="3351"/>
                    <a:pt x="2970" y="1750"/>
                    <a:pt x="2036" y="282"/>
                  </a:cubicBezTo>
                  <a:cubicBezTo>
                    <a:pt x="1924" y="105"/>
                    <a:pt x="1739" y="1"/>
                    <a:pt x="1549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>
              <a:extLst>
                <a:ext uri="{FF2B5EF4-FFF2-40B4-BE49-F238E27FC236}">
                  <a16:creationId xmlns:a16="http://schemas.microsoft.com/office/drawing/2014/main" id="{394E6584-9DF2-2D4E-4181-3FD0FD71226A}"/>
                </a:ext>
              </a:extLst>
            </p:cNvPr>
            <p:cNvSpPr/>
            <p:nvPr/>
          </p:nvSpPr>
          <p:spPr>
            <a:xfrm>
              <a:off x="2812175" y="2638825"/>
              <a:ext cx="70075" cy="161650"/>
            </a:xfrm>
            <a:custGeom>
              <a:avLst/>
              <a:gdLst/>
              <a:ahLst/>
              <a:cxnLst/>
              <a:rect l="l" t="t" r="r" b="b"/>
              <a:pathLst>
                <a:path w="2803" h="6466" extrusionOk="0">
                  <a:moveTo>
                    <a:pt x="1531" y="1"/>
                  </a:moveTo>
                  <a:cubicBezTo>
                    <a:pt x="1452" y="1"/>
                    <a:pt x="1372" y="24"/>
                    <a:pt x="1302" y="74"/>
                  </a:cubicBezTo>
                  <a:lnTo>
                    <a:pt x="401" y="608"/>
                  </a:lnTo>
                  <a:cubicBezTo>
                    <a:pt x="101" y="775"/>
                    <a:pt x="1" y="1075"/>
                    <a:pt x="67" y="1408"/>
                  </a:cubicBezTo>
                  <a:cubicBezTo>
                    <a:pt x="534" y="2943"/>
                    <a:pt x="801" y="4511"/>
                    <a:pt x="901" y="6112"/>
                  </a:cubicBezTo>
                  <a:cubicBezTo>
                    <a:pt x="878" y="6321"/>
                    <a:pt x="1034" y="6466"/>
                    <a:pt x="1209" y="6466"/>
                  </a:cubicBezTo>
                  <a:cubicBezTo>
                    <a:pt x="1285" y="6466"/>
                    <a:pt x="1365" y="6439"/>
                    <a:pt x="1435" y="6379"/>
                  </a:cubicBezTo>
                  <a:lnTo>
                    <a:pt x="2369" y="5845"/>
                  </a:lnTo>
                  <a:cubicBezTo>
                    <a:pt x="2636" y="5678"/>
                    <a:pt x="2803" y="5345"/>
                    <a:pt x="2803" y="5011"/>
                  </a:cubicBezTo>
                  <a:cubicBezTo>
                    <a:pt x="2669" y="3410"/>
                    <a:pt x="2402" y="1842"/>
                    <a:pt x="1935" y="308"/>
                  </a:cubicBezTo>
                  <a:cubicBezTo>
                    <a:pt x="1889" y="122"/>
                    <a:pt x="1713" y="1"/>
                    <a:pt x="1531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>
              <a:extLst>
                <a:ext uri="{FF2B5EF4-FFF2-40B4-BE49-F238E27FC236}">
                  <a16:creationId xmlns:a16="http://schemas.microsoft.com/office/drawing/2014/main" id="{3F4CA4EA-5564-9598-6044-4821A2954838}"/>
                </a:ext>
              </a:extLst>
            </p:cNvPr>
            <p:cNvSpPr/>
            <p:nvPr/>
          </p:nvSpPr>
          <p:spPr>
            <a:xfrm>
              <a:off x="2888075" y="2539850"/>
              <a:ext cx="87575" cy="207125"/>
            </a:xfrm>
            <a:custGeom>
              <a:avLst/>
              <a:gdLst/>
              <a:ahLst/>
              <a:cxnLst/>
              <a:rect l="l" t="t" r="r" b="b"/>
              <a:pathLst>
                <a:path w="3503" h="8285" extrusionOk="0">
                  <a:moveTo>
                    <a:pt x="1564" y="1"/>
                  </a:moveTo>
                  <a:cubicBezTo>
                    <a:pt x="1472" y="1"/>
                    <a:pt x="1379" y="30"/>
                    <a:pt x="1301" y="97"/>
                  </a:cubicBezTo>
                  <a:lnTo>
                    <a:pt x="367" y="597"/>
                  </a:lnTo>
                  <a:cubicBezTo>
                    <a:pt x="100" y="764"/>
                    <a:pt x="0" y="1098"/>
                    <a:pt x="100" y="1398"/>
                  </a:cubicBezTo>
                  <a:cubicBezTo>
                    <a:pt x="267" y="1798"/>
                    <a:pt x="434" y="2232"/>
                    <a:pt x="601" y="2699"/>
                  </a:cubicBezTo>
                  <a:cubicBezTo>
                    <a:pt x="1168" y="4400"/>
                    <a:pt x="1501" y="6168"/>
                    <a:pt x="1601" y="7936"/>
                  </a:cubicBezTo>
                  <a:cubicBezTo>
                    <a:pt x="1577" y="8127"/>
                    <a:pt x="1742" y="8284"/>
                    <a:pt x="1911" y="8284"/>
                  </a:cubicBezTo>
                  <a:cubicBezTo>
                    <a:pt x="1977" y="8284"/>
                    <a:pt x="2045" y="8260"/>
                    <a:pt x="2102" y="8203"/>
                  </a:cubicBezTo>
                  <a:lnTo>
                    <a:pt x="3036" y="7669"/>
                  </a:lnTo>
                  <a:cubicBezTo>
                    <a:pt x="3336" y="7502"/>
                    <a:pt x="3503" y="7169"/>
                    <a:pt x="3469" y="6835"/>
                  </a:cubicBezTo>
                  <a:cubicBezTo>
                    <a:pt x="3336" y="5067"/>
                    <a:pt x="3002" y="3299"/>
                    <a:pt x="2469" y="1598"/>
                  </a:cubicBezTo>
                  <a:cubicBezTo>
                    <a:pt x="2335" y="1164"/>
                    <a:pt x="2168" y="731"/>
                    <a:pt x="2002" y="297"/>
                  </a:cubicBezTo>
                  <a:cubicBezTo>
                    <a:pt x="1935" y="119"/>
                    <a:pt x="1750" y="1"/>
                    <a:pt x="156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>
              <a:extLst>
                <a:ext uri="{FF2B5EF4-FFF2-40B4-BE49-F238E27FC236}">
                  <a16:creationId xmlns:a16="http://schemas.microsoft.com/office/drawing/2014/main" id="{ED6779A3-2295-47EE-66AA-0D9FA355FADA}"/>
                </a:ext>
              </a:extLst>
            </p:cNvPr>
            <p:cNvSpPr/>
            <p:nvPr/>
          </p:nvSpPr>
          <p:spPr>
            <a:xfrm>
              <a:off x="2480925" y="2622775"/>
              <a:ext cx="141975" cy="328150"/>
            </a:xfrm>
            <a:custGeom>
              <a:avLst/>
              <a:gdLst/>
              <a:ahLst/>
              <a:cxnLst/>
              <a:rect l="l" t="t" r="r" b="b"/>
              <a:pathLst>
                <a:path w="5679" h="13126" extrusionOk="0">
                  <a:moveTo>
                    <a:pt x="199" y="0"/>
                  </a:moveTo>
                  <a:cubicBezTo>
                    <a:pt x="92" y="0"/>
                    <a:pt x="0" y="125"/>
                    <a:pt x="75" y="249"/>
                  </a:cubicBezTo>
                  <a:cubicBezTo>
                    <a:pt x="442" y="683"/>
                    <a:pt x="775" y="1150"/>
                    <a:pt x="1109" y="1617"/>
                  </a:cubicBezTo>
                  <a:lnTo>
                    <a:pt x="575" y="1917"/>
                  </a:lnTo>
                  <a:cubicBezTo>
                    <a:pt x="442" y="2017"/>
                    <a:pt x="475" y="2217"/>
                    <a:pt x="642" y="2217"/>
                  </a:cubicBezTo>
                  <a:lnTo>
                    <a:pt x="708" y="2217"/>
                  </a:lnTo>
                  <a:lnTo>
                    <a:pt x="1275" y="1884"/>
                  </a:lnTo>
                  <a:cubicBezTo>
                    <a:pt x="1576" y="2351"/>
                    <a:pt x="1876" y="2818"/>
                    <a:pt x="2143" y="3285"/>
                  </a:cubicBezTo>
                  <a:lnTo>
                    <a:pt x="1509" y="3652"/>
                  </a:lnTo>
                  <a:cubicBezTo>
                    <a:pt x="1376" y="3718"/>
                    <a:pt x="1442" y="3918"/>
                    <a:pt x="1576" y="3918"/>
                  </a:cubicBezTo>
                  <a:lnTo>
                    <a:pt x="1676" y="3918"/>
                  </a:lnTo>
                  <a:lnTo>
                    <a:pt x="2276" y="3585"/>
                  </a:lnTo>
                  <a:cubicBezTo>
                    <a:pt x="2543" y="4052"/>
                    <a:pt x="2777" y="4552"/>
                    <a:pt x="3010" y="5019"/>
                  </a:cubicBezTo>
                  <a:lnTo>
                    <a:pt x="2376" y="5419"/>
                  </a:lnTo>
                  <a:cubicBezTo>
                    <a:pt x="2243" y="5486"/>
                    <a:pt x="2276" y="5686"/>
                    <a:pt x="2443" y="5686"/>
                  </a:cubicBezTo>
                  <a:lnTo>
                    <a:pt x="2510" y="5686"/>
                  </a:lnTo>
                  <a:lnTo>
                    <a:pt x="3143" y="5319"/>
                  </a:lnTo>
                  <a:cubicBezTo>
                    <a:pt x="3344" y="5820"/>
                    <a:pt x="3544" y="6320"/>
                    <a:pt x="3711" y="6820"/>
                  </a:cubicBezTo>
                  <a:lnTo>
                    <a:pt x="3043" y="7221"/>
                  </a:lnTo>
                  <a:cubicBezTo>
                    <a:pt x="2910" y="7287"/>
                    <a:pt x="2977" y="7488"/>
                    <a:pt x="3143" y="7488"/>
                  </a:cubicBezTo>
                  <a:lnTo>
                    <a:pt x="3210" y="7488"/>
                  </a:lnTo>
                  <a:lnTo>
                    <a:pt x="3811" y="7154"/>
                  </a:lnTo>
                  <a:cubicBezTo>
                    <a:pt x="3977" y="7654"/>
                    <a:pt x="4144" y="8188"/>
                    <a:pt x="4244" y="8722"/>
                  </a:cubicBezTo>
                  <a:lnTo>
                    <a:pt x="3610" y="9089"/>
                  </a:lnTo>
                  <a:cubicBezTo>
                    <a:pt x="3544" y="9122"/>
                    <a:pt x="3510" y="9222"/>
                    <a:pt x="3544" y="9322"/>
                  </a:cubicBezTo>
                  <a:cubicBezTo>
                    <a:pt x="3577" y="9356"/>
                    <a:pt x="3644" y="9389"/>
                    <a:pt x="3677" y="9389"/>
                  </a:cubicBezTo>
                  <a:lnTo>
                    <a:pt x="3777" y="9389"/>
                  </a:lnTo>
                  <a:lnTo>
                    <a:pt x="4344" y="9055"/>
                  </a:lnTo>
                  <a:cubicBezTo>
                    <a:pt x="4444" y="9589"/>
                    <a:pt x="4544" y="10123"/>
                    <a:pt x="4645" y="10657"/>
                  </a:cubicBezTo>
                  <a:lnTo>
                    <a:pt x="3944" y="11057"/>
                  </a:lnTo>
                  <a:cubicBezTo>
                    <a:pt x="3811" y="11157"/>
                    <a:pt x="3844" y="11357"/>
                    <a:pt x="4011" y="11357"/>
                  </a:cubicBezTo>
                  <a:cubicBezTo>
                    <a:pt x="4044" y="11357"/>
                    <a:pt x="4077" y="11357"/>
                    <a:pt x="4077" y="11324"/>
                  </a:cubicBezTo>
                  <a:lnTo>
                    <a:pt x="4678" y="10990"/>
                  </a:lnTo>
                  <a:cubicBezTo>
                    <a:pt x="4778" y="11657"/>
                    <a:pt x="4845" y="12324"/>
                    <a:pt x="4878" y="12992"/>
                  </a:cubicBezTo>
                  <a:cubicBezTo>
                    <a:pt x="4878" y="13058"/>
                    <a:pt x="4945" y="13125"/>
                    <a:pt x="5045" y="13125"/>
                  </a:cubicBezTo>
                  <a:cubicBezTo>
                    <a:pt x="5112" y="13125"/>
                    <a:pt x="5178" y="13058"/>
                    <a:pt x="5178" y="12958"/>
                  </a:cubicBezTo>
                  <a:cubicBezTo>
                    <a:pt x="5145" y="12258"/>
                    <a:pt x="5078" y="11524"/>
                    <a:pt x="4978" y="10823"/>
                  </a:cubicBezTo>
                  <a:lnTo>
                    <a:pt x="5478" y="10557"/>
                  </a:lnTo>
                  <a:cubicBezTo>
                    <a:pt x="5645" y="10523"/>
                    <a:pt x="5679" y="10323"/>
                    <a:pt x="5512" y="10256"/>
                  </a:cubicBezTo>
                  <a:cubicBezTo>
                    <a:pt x="5491" y="10193"/>
                    <a:pt x="5443" y="10170"/>
                    <a:pt x="5393" y="10170"/>
                  </a:cubicBezTo>
                  <a:cubicBezTo>
                    <a:pt x="5365" y="10170"/>
                    <a:pt x="5336" y="10177"/>
                    <a:pt x="5312" y="10190"/>
                  </a:cubicBezTo>
                  <a:lnTo>
                    <a:pt x="4911" y="10423"/>
                  </a:lnTo>
                  <a:cubicBezTo>
                    <a:pt x="4845" y="9889"/>
                    <a:pt x="4745" y="9356"/>
                    <a:pt x="4611" y="8822"/>
                  </a:cubicBezTo>
                  <a:lnTo>
                    <a:pt x="5145" y="8522"/>
                  </a:lnTo>
                  <a:cubicBezTo>
                    <a:pt x="5256" y="8411"/>
                    <a:pt x="5182" y="8231"/>
                    <a:pt x="5058" y="8231"/>
                  </a:cubicBezTo>
                  <a:cubicBezTo>
                    <a:pt x="5033" y="8231"/>
                    <a:pt x="5006" y="8238"/>
                    <a:pt x="4978" y="8255"/>
                  </a:cubicBezTo>
                  <a:lnTo>
                    <a:pt x="4544" y="8488"/>
                  </a:lnTo>
                  <a:cubicBezTo>
                    <a:pt x="4411" y="7988"/>
                    <a:pt x="4244" y="7454"/>
                    <a:pt x="4077" y="6921"/>
                  </a:cubicBezTo>
                  <a:lnTo>
                    <a:pt x="4578" y="6654"/>
                  </a:lnTo>
                  <a:cubicBezTo>
                    <a:pt x="4747" y="6569"/>
                    <a:pt x="4654" y="6365"/>
                    <a:pt x="4520" y="6365"/>
                  </a:cubicBezTo>
                  <a:cubicBezTo>
                    <a:pt x="4496" y="6365"/>
                    <a:pt x="4470" y="6371"/>
                    <a:pt x="4444" y="6387"/>
                  </a:cubicBezTo>
                  <a:lnTo>
                    <a:pt x="3977" y="6654"/>
                  </a:lnTo>
                  <a:cubicBezTo>
                    <a:pt x="3811" y="6153"/>
                    <a:pt x="3610" y="5653"/>
                    <a:pt x="3410" y="5153"/>
                  </a:cubicBezTo>
                  <a:cubicBezTo>
                    <a:pt x="3410" y="5153"/>
                    <a:pt x="3410" y="5119"/>
                    <a:pt x="3410" y="5119"/>
                  </a:cubicBezTo>
                  <a:lnTo>
                    <a:pt x="3911" y="4819"/>
                  </a:lnTo>
                  <a:cubicBezTo>
                    <a:pt x="3977" y="4786"/>
                    <a:pt x="4011" y="4686"/>
                    <a:pt x="3944" y="4619"/>
                  </a:cubicBezTo>
                  <a:cubicBezTo>
                    <a:pt x="3920" y="4570"/>
                    <a:pt x="3859" y="4539"/>
                    <a:pt x="3803" y="4539"/>
                  </a:cubicBezTo>
                  <a:cubicBezTo>
                    <a:pt x="3782" y="4539"/>
                    <a:pt x="3762" y="4543"/>
                    <a:pt x="3744" y="4552"/>
                  </a:cubicBezTo>
                  <a:lnTo>
                    <a:pt x="3277" y="4819"/>
                  </a:lnTo>
                  <a:cubicBezTo>
                    <a:pt x="3043" y="4352"/>
                    <a:pt x="2810" y="3852"/>
                    <a:pt x="2543" y="3385"/>
                  </a:cubicBezTo>
                  <a:lnTo>
                    <a:pt x="3043" y="3084"/>
                  </a:lnTo>
                  <a:cubicBezTo>
                    <a:pt x="3143" y="3051"/>
                    <a:pt x="3143" y="2951"/>
                    <a:pt x="3110" y="2884"/>
                  </a:cubicBezTo>
                  <a:cubicBezTo>
                    <a:pt x="3086" y="2836"/>
                    <a:pt x="3026" y="2805"/>
                    <a:pt x="2969" y="2805"/>
                  </a:cubicBezTo>
                  <a:cubicBezTo>
                    <a:pt x="2948" y="2805"/>
                    <a:pt x="2928" y="2809"/>
                    <a:pt x="2910" y="2818"/>
                  </a:cubicBezTo>
                  <a:lnTo>
                    <a:pt x="2410" y="3118"/>
                  </a:lnTo>
                  <a:cubicBezTo>
                    <a:pt x="2143" y="2651"/>
                    <a:pt x="1843" y="2184"/>
                    <a:pt x="1542" y="1717"/>
                  </a:cubicBezTo>
                  <a:lnTo>
                    <a:pt x="2109" y="1383"/>
                  </a:lnTo>
                  <a:cubicBezTo>
                    <a:pt x="2176" y="1350"/>
                    <a:pt x="2209" y="1250"/>
                    <a:pt x="2176" y="1183"/>
                  </a:cubicBezTo>
                  <a:cubicBezTo>
                    <a:pt x="2127" y="1134"/>
                    <a:pt x="2061" y="1103"/>
                    <a:pt x="2002" y="1103"/>
                  </a:cubicBezTo>
                  <a:cubicBezTo>
                    <a:pt x="1981" y="1103"/>
                    <a:pt x="1960" y="1107"/>
                    <a:pt x="1943" y="1116"/>
                  </a:cubicBezTo>
                  <a:lnTo>
                    <a:pt x="1376" y="1450"/>
                  </a:lnTo>
                  <a:cubicBezTo>
                    <a:pt x="1042" y="983"/>
                    <a:pt x="708" y="516"/>
                    <a:pt x="308" y="49"/>
                  </a:cubicBezTo>
                  <a:cubicBezTo>
                    <a:pt x="274" y="15"/>
                    <a:pt x="236" y="0"/>
                    <a:pt x="1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>
              <a:extLst>
                <a:ext uri="{FF2B5EF4-FFF2-40B4-BE49-F238E27FC236}">
                  <a16:creationId xmlns:a16="http://schemas.microsoft.com/office/drawing/2014/main" id="{560BF186-018E-0070-6616-17BE70E45847}"/>
                </a:ext>
              </a:extLst>
            </p:cNvPr>
            <p:cNvSpPr/>
            <p:nvPr/>
          </p:nvSpPr>
          <p:spPr>
            <a:xfrm>
              <a:off x="2654575" y="3045625"/>
              <a:ext cx="741375" cy="594950"/>
            </a:xfrm>
            <a:custGeom>
              <a:avLst/>
              <a:gdLst/>
              <a:ahLst/>
              <a:cxnLst/>
              <a:rect l="l" t="t" r="r" b="b"/>
              <a:pathLst>
                <a:path w="29655" h="23798" extrusionOk="0">
                  <a:moveTo>
                    <a:pt x="29067" y="1"/>
                  </a:moveTo>
                  <a:cubicBezTo>
                    <a:pt x="29028" y="1"/>
                    <a:pt x="28990" y="5"/>
                    <a:pt x="28954" y="14"/>
                  </a:cubicBezTo>
                  <a:cubicBezTo>
                    <a:pt x="28587" y="14"/>
                    <a:pt x="28254" y="114"/>
                    <a:pt x="27953" y="314"/>
                  </a:cubicBezTo>
                  <a:cubicBezTo>
                    <a:pt x="26586" y="1115"/>
                    <a:pt x="26119" y="2649"/>
                    <a:pt x="25585" y="4317"/>
                  </a:cubicBezTo>
                  <a:cubicBezTo>
                    <a:pt x="24985" y="6252"/>
                    <a:pt x="24384" y="8286"/>
                    <a:pt x="22316" y="9454"/>
                  </a:cubicBezTo>
                  <a:cubicBezTo>
                    <a:pt x="22016" y="9621"/>
                    <a:pt x="21682" y="9754"/>
                    <a:pt x="21349" y="9754"/>
                  </a:cubicBezTo>
                  <a:cubicBezTo>
                    <a:pt x="20748" y="9754"/>
                    <a:pt x="20281" y="9354"/>
                    <a:pt x="19914" y="8553"/>
                  </a:cubicBezTo>
                  <a:cubicBezTo>
                    <a:pt x="19614" y="7719"/>
                    <a:pt x="19347" y="6885"/>
                    <a:pt x="19214" y="5985"/>
                  </a:cubicBezTo>
                  <a:cubicBezTo>
                    <a:pt x="18847" y="4317"/>
                    <a:pt x="18480" y="2582"/>
                    <a:pt x="17513" y="2582"/>
                  </a:cubicBezTo>
                  <a:cubicBezTo>
                    <a:pt x="17246" y="2616"/>
                    <a:pt x="16979" y="2716"/>
                    <a:pt x="16745" y="2849"/>
                  </a:cubicBezTo>
                  <a:cubicBezTo>
                    <a:pt x="15811" y="3383"/>
                    <a:pt x="15178" y="4350"/>
                    <a:pt x="14644" y="5951"/>
                  </a:cubicBezTo>
                  <a:cubicBezTo>
                    <a:pt x="14310" y="7152"/>
                    <a:pt x="14044" y="8353"/>
                    <a:pt x="13810" y="9587"/>
                  </a:cubicBezTo>
                  <a:cubicBezTo>
                    <a:pt x="13310" y="12323"/>
                    <a:pt x="12809" y="14924"/>
                    <a:pt x="11141" y="15858"/>
                  </a:cubicBezTo>
                  <a:cubicBezTo>
                    <a:pt x="10875" y="16025"/>
                    <a:pt x="10541" y="16125"/>
                    <a:pt x="10207" y="16159"/>
                  </a:cubicBezTo>
                  <a:cubicBezTo>
                    <a:pt x="9440" y="16159"/>
                    <a:pt x="9040" y="15491"/>
                    <a:pt x="8773" y="14991"/>
                  </a:cubicBezTo>
                  <a:cubicBezTo>
                    <a:pt x="8573" y="14491"/>
                    <a:pt x="8406" y="14024"/>
                    <a:pt x="8239" y="13490"/>
                  </a:cubicBezTo>
                  <a:cubicBezTo>
                    <a:pt x="7839" y="12256"/>
                    <a:pt x="7439" y="10988"/>
                    <a:pt x="6505" y="10988"/>
                  </a:cubicBezTo>
                  <a:cubicBezTo>
                    <a:pt x="6471" y="10977"/>
                    <a:pt x="6438" y="10973"/>
                    <a:pt x="6405" y="10973"/>
                  </a:cubicBezTo>
                  <a:cubicBezTo>
                    <a:pt x="6338" y="10973"/>
                    <a:pt x="6271" y="10988"/>
                    <a:pt x="6205" y="10988"/>
                  </a:cubicBezTo>
                  <a:cubicBezTo>
                    <a:pt x="5971" y="11055"/>
                    <a:pt x="5738" y="11155"/>
                    <a:pt x="5537" y="11288"/>
                  </a:cubicBezTo>
                  <a:cubicBezTo>
                    <a:pt x="2035" y="13323"/>
                    <a:pt x="167" y="19828"/>
                    <a:pt x="34" y="20262"/>
                  </a:cubicBezTo>
                  <a:cubicBezTo>
                    <a:pt x="0" y="21462"/>
                    <a:pt x="34" y="22630"/>
                    <a:pt x="167" y="23797"/>
                  </a:cubicBezTo>
                  <a:lnTo>
                    <a:pt x="29655" y="6785"/>
                  </a:lnTo>
                  <a:cubicBezTo>
                    <a:pt x="29588" y="6285"/>
                    <a:pt x="29521" y="5684"/>
                    <a:pt x="29488" y="4951"/>
                  </a:cubicBezTo>
                  <a:lnTo>
                    <a:pt x="29455" y="1014"/>
                  </a:lnTo>
                  <a:cubicBezTo>
                    <a:pt x="29455" y="681"/>
                    <a:pt x="29421" y="381"/>
                    <a:pt x="29388" y="80"/>
                  </a:cubicBezTo>
                  <a:cubicBezTo>
                    <a:pt x="29290" y="32"/>
                    <a:pt x="29175" y="1"/>
                    <a:pt x="29067" y="1"/>
                  </a:cubicBezTo>
                  <a:close/>
                </a:path>
              </a:pathLst>
            </a:custGeom>
            <a:solidFill>
              <a:srgbClr val="6453C2">
                <a:alpha val="33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6">
              <a:extLst>
                <a:ext uri="{FF2B5EF4-FFF2-40B4-BE49-F238E27FC236}">
                  <a16:creationId xmlns:a16="http://schemas.microsoft.com/office/drawing/2014/main" id="{9042B0E7-A73B-24DA-5A64-184DFF4C7597}"/>
                </a:ext>
              </a:extLst>
            </p:cNvPr>
            <p:cNvSpPr/>
            <p:nvPr/>
          </p:nvSpPr>
          <p:spPr>
            <a:xfrm>
              <a:off x="2648725" y="3039275"/>
              <a:ext cx="753075" cy="610475"/>
            </a:xfrm>
            <a:custGeom>
              <a:avLst/>
              <a:gdLst/>
              <a:ahLst/>
              <a:cxnLst/>
              <a:rect l="l" t="t" r="r" b="b"/>
              <a:pathLst>
                <a:path w="30123" h="24419" extrusionOk="0">
                  <a:moveTo>
                    <a:pt x="29188" y="1"/>
                  </a:moveTo>
                  <a:cubicBezTo>
                    <a:pt x="28788" y="34"/>
                    <a:pt x="28421" y="134"/>
                    <a:pt x="28054" y="368"/>
                  </a:cubicBezTo>
                  <a:cubicBezTo>
                    <a:pt x="25052" y="2136"/>
                    <a:pt x="26186" y="7339"/>
                    <a:pt x="22450" y="9508"/>
                  </a:cubicBezTo>
                  <a:cubicBezTo>
                    <a:pt x="22183" y="9674"/>
                    <a:pt x="21883" y="9775"/>
                    <a:pt x="21549" y="9775"/>
                  </a:cubicBezTo>
                  <a:cubicBezTo>
                    <a:pt x="20982" y="9775"/>
                    <a:pt x="20615" y="9374"/>
                    <a:pt x="20315" y="8707"/>
                  </a:cubicBezTo>
                  <a:cubicBezTo>
                    <a:pt x="19448" y="6739"/>
                    <a:pt x="19481" y="2636"/>
                    <a:pt x="17713" y="2636"/>
                  </a:cubicBezTo>
                  <a:cubicBezTo>
                    <a:pt x="17413" y="2636"/>
                    <a:pt x="17113" y="2736"/>
                    <a:pt x="16846" y="2903"/>
                  </a:cubicBezTo>
                  <a:cubicBezTo>
                    <a:pt x="15779" y="3537"/>
                    <a:pt x="15111" y="4738"/>
                    <a:pt x="14678" y="6139"/>
                  </a:cubicBezTo>
                  <a:cubicBezTo>
                    <a:pt x="13544" y="9674"/>
                    <a:pt x="13610" y="14578"/>
                    <a:pt x="11275" y="15912"/>
                  </a:cubicBezTo>
                  <a:cubicBezTo>
                    <a:pt x="11042" y="16079"/>
                    <a:pt x="10742" y="16179"/>
                    <a:pt x="10441" y="16179"/>
                  </a:cubicBezTo>
                  <a:cubicBezTo>
                    <a:pt x="9874" y="16179"/>
                    <a:pt x="9507" y="15779"/>
                    <a:pt x="9241" y="15145"/>
                  </a:cubicBezTo>
                  <a:cubicBezTo>
                    <a:pt x="8507" y="13644"/>
                    <a:pt x="8240" y="11009"/>
                    <a:pt x="6739" y="11009"/>
                  </a:cubicBezTo>
                  <a:cubicBezTo>
                    <a:pt x="6605" y="11009"/>
                    <a:pt x="6505" y="11009"/>
                    <a:pt x="6405" y="11042"/>
                  </a:cubicBezTo>
                  <a:cubicBezTo>
                    <a:pt x="6138" y="11109"/>
                    <a:pt x="5872" y="11209"/>
                    <a:pt x="5638" y="11342"/>
                  </a:cubicBezTo>
                  <a:cubicBezTo>
                    <a:pt x="1935" y="13511"/>
                    <a:pt x="34" y="20482"/>
                    <a:pt x="34" y="20482"/>
                  </a:cubicBezTo>
                  <a:cubicBezTo>
                    <a:pt x="1" y="21816"/>
                    <a:pt x="67" y="23117"/>
                    <a:pt x="201" y="24418"/>
                  </a:cubicBezTo>
                  <a:lnTo>
                    <a:pt x="634" y="24152"/>
                  </a:lnTo>
                  <a:cubicBezTo>
                    <a:pt x="601" y="24018"/>
                    <a:pt x="568" y="23851"/>
                    <a:pt x="568" y="23684"/>
                  </a:cubicBezTo>
                  <a:cubicBezTo>
                    <a:pt x="468" y="22650"/>
                    <a:pt x="434" y="21616"/>
                    <a:pt x="468" y="20549"/>
                  </a:cubicBezTo>
                  <a:cubicBezTo>
                    <a:pt x="634" y="19948"/>
                    <a:pt x="2502" y="13677"/>
                    <a:pt x="5838" y="11743"/>
                  </a:cubicBezTo>
                  <a:cubicBezTo>
                    <a:pt x="6038" y="11609"/>
                    <a:pt x="6272" y="11509"/>
                    <a:pt x="6472" y="11476"/>
                  </a:cubicBezTo>
                  <a:cubicBezTo>
                    <a:pt x="6572" y="11442"/>
                    <a:pt x="6639" y="11442"/>
                    <a:pt x="6705" y="11442"/>
                  </a:cubicBezTo>
                  <a:cubicBezTo>
                    <a:pt x="7473" y="11442"/>
                    <a:pt x="7873" y="12643"/>
                    <a:pt x="8240" y="13811"/>
                  </a:cubicBezTo>
                  <a:cubicBezTo>
                    <a:pt x="8407" y="14344"/>
                    <a:pt x="8573" y="14845"/>
                    <a:pt x="8807" y="15345"/>
                  </a:cubicBezTo>
                  <a:cubicBezTo>
                    <a:pt x="8940" y="15645"/>
                    <a:pt x="9407" y="16613"/>
                    <a:pt x="10408" y="16613"/>
                  </a:cubicBezTo>
                  <a:cubicBezTo>
                    <a:pt x="10775" y="16613"/>
                    <a:pt x="11142" y="16513"/>
                    <a:pt x="11476" y="16313"/>
                  </a:cubicBezTo>
                  <a:cubicBezTo>
                    <a:pt x="13243" y="15312"/>
                    <a:pt x="13744" y="12677"/>
                    <a:pt x="14244" y="9875"/>
                  </a:cubicBezTo>
                  <a:cubicBezTo>
                    <a:pt x="14444" y="8674"/>
                    <a:pt x="14745" y="7473"/>
                    <a:pt x="15078" y="6272"/>
                  </a:cubicBezTo>
                  <a:cubicBezTo>
                    <a:pt x="15578" y="4738"/>
                    <a:pt x="16212" y="3770"/>
                    <a:pt x="17046" y="3303"/>
                  </a:cubicBezTo>
                  <a:cubicBezTo>
                    <a:pt x="17246" y="3170"/>
                    <a:pt x="17480" y="3070"/>
                    <a:pt x="17713" y="3070"/>
                  </a:cubicBezTo>
                  <a:cubicBezTo>
                    <a:pt x="18514" y="3070"/>
                    <a:pt x="18881" y="4771"/>
                    <a:pt x="19214" y="6305"/>
                  </a:cubicBezTo>
                  <a:cubicBezTo>
                    <a:pt x="19348" y="7173"/>
                    <a:pt x="19581" y="8073"/>
                    <a:pt x="19915" y="8907"/>
                  </a:cubicBezTo>
                  <a:cubicBezTo>
                    <a:pt x="20315" y="9775"/>
                    <a:pt x="20849" y="10242"/>
                    <a:pt x="21549" y="10242"/>
                  </a:cubicBezTo>
                  <a:cubicBezTo>
                    <a:pt x="21950" y="10208"/>
                    <a:pt x="22317" y="10108"/>
                    <a:pt x="22650" y="9875"/>
                  </a:cubicBezTo>
                  <a:cubicBezTo>
                    <a:pt x="24785" y="8640"/>
                    <a:pt x="25452" y="6506"/>
                    <a:pt x="26053" y="4604"/>
                  </a:cubicBezTo>
                  <a:cubicBezTo>
                    <a:pt x="26553" y="3003"/>
                    <a:pt x="27020" y="1502"/>
                    <a:pt x="28288" y="735"/>
                  </a:cubicBezTo>
                  <a:cubicBezTo>
                    <a:pt x="28554" y="568"/>
                    <a:pt x="28855" y="468"/>
                    <a:pt x="29188" y="468"/>
                  </a:cubicBezTo>
                  <a:lnTo>
                    <a:pt x="29422" y="468"/>
                  </a:lnTo>
                  <a:cubicBezTo>
                    <a:pt x="29488" y="935"/>
                    <a:pt x="29488" y="1235"/>
                    <a:pt x="29488" y="1235"/>
                  </a:cubicBezTo>
                  <a:lnTo>
                    <a:pt x="29488" y="5205"/>
                  </a:lnTo>
                  <a:cubicBezTo>
                    <a:pt x="29522" y="5872"/>
                    <a:pt x="29555" y="6439"/>
                    <a:pt x="29622" y="6906"/>
                  </a:cubicBezTo>
                  <a:cubicBezTo>
                    <a:pt x="29622" y="7073"/>
                    <a:pt x="29655" y="7239"/>
                    <a:pt x="29689" y="7373"/>
                  </a:cubicBezTo>
                  <a:lnTo>
                    <a:pt x="30089" y="7139"/>
                  </a:lnTo>
                  <a:lnTo>
                    <a:pt x="30122" y="7173"/>
                  </a:lnTo>
                  <a:cubicBezTo>
                    <a:pt x="30022" y="6572"/>
                    <a:pt x="29989" y="5905"/>
                    <a:pt x="29955" y="5171"/>
                  </a:cubicBezTo>
                  <a:lnTo>
                    <a:pt x="29922" y="1235"/>
                  </a:lnTo>
                  <a:cubicBezTo>
                    <a:pt x="29922" y="902"/>
                    <a:pt x="29889" y="535"/>
                    <a:pt x="29822" y="168"/>
                  </a:cubicBezTo>
                  <a:cubicBezTo>
                    <a:pt x="29622" y="68"/>
                    <a:pt x="29422" y="1"/>
                    <a:pt x="291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>
              <a:extLst>
                <a:ext uri="{FF2B5EF4-FFF2-40B4-BE49-F238E27FC236}">
                  <a16:creationId xmlns:a16="http://schemas.microsoft.com/office/drawing/2014/main" id="{AAD4AF71-A975-5DC6-3E82-A690787F90A4}"/>
                </a:ext>
              </a:extLst>
            </p:cNvPr>
            <p:cNvSpPr/>
            <p:nvPr/>
          </p:nvSpPr>
          <p:spPr>
            <a:xfrm>
              <a:off x="2648725" y="2965550"/>
              <a:ext cx="753075" cy="684200"/>
            </a:xfrm>
            <a:custGeom>
              <a:avLst/>
              <a:gdLst/>
              <a:ahLst/>
              <a:cxnLst/>
              <a:rect l="l" t="t" r="r" b="b"/>
              <a:pathLst>
                <a:path w="30123" h="27368" extrusionOk="0">
                  <a:moveTo>
                    <a:pt x="27655" y="1"/>
                  </a:moveTo>
                  <a:cubicBezTo>
                    <a:pt x="27236" y="1"/>
                    <a:pt x="26740" y="143"/>
                    <a:pt x="26153" y="481"/>
                  </a:cubicBezTo>
                  <a:cubicBezTo>
                    <a:pt x="22250" y="2750"/>
                    <a:pt x="23351" y="9922"/>
                    <a:pt x="20549" y="11556"/>
                  </a:cubicBezTo>
                  <a:cubicBezTo>
                    <a:pt x="20235" y="11737"/>
                    <a:pt x="19968" y="11816"/>
                    <a:pt x="19737" y="11816"/>
                  </a:cubicBezTo>
                  <a:cubicBezTo>
                    <a:pt x="18226" y="11816"/>
                    <a:pt x="18206" y="8468"/>
                    <a:pt x="16322" y="8468"/>
                  </a:cubicBezTo>
                  <a:cubicBezTo>
                    <a:pt x="15946" y="8468"/>
                    <a:pt x="15496" y="8601"/>
                    <a:pt x="14945" y="8921"/>
                  </a:cubicBezTo>
                  <a:cubicBezTo>
                    <a:pt x="11209" y="11056"/>
                    <a:pt x="13077" y="15859"/>
                    <a:pt x="9341" y="18027"/>
                  </a:cubicBezTo>
                  <a:cubicBezTo>
                    <a:pt x="9004" y="18220"/>
                    <a:pt x="8712" y="18307"/>
                    <a:pt x="8458" y="18307"/>
                  </a:cubicBezTo>
                  <a:cubicBezTo>
                    <a:pt x="6154" y="18307"/>
                    <a:pt x="6925" y="11168"/>
                    <a:pt x="4630" y="11168"/>
                  </a:cubicBezTo>
                  <a:cubicBezTo>
                    <a:pt x="4373" y="11168"/>
                    <a:pt x="4078" y="11258"/>
                    <a:pt x="3737" y="11456"/>
                  </a:cubicBezTo>
                  <a:cubicBezTo>
                    <a:pt x="1" y="13624"/>
                    <a:pt x="34" y="18961"/>
                    <a:pt x="34" y="21463"/>
                  </a:cubicBezTo>
                  <a:lnTo>
                    <a:pt x="34" y="23431"/>
                  </a:lnTo>
                  <a:cubicBezTo>
                    <a:pt x="1" y="24765"/>
                    <a:pt x="67" y="26066"/>
                    <a:pt x="201" y="27367"/>
                  </a:cubicBezTo>
                  <a:lnTo>
                    <a:pt x="30122" y="10122"/>
                  </a:lnTo>
                  <a:cubicBezTo>
                    <a:pt x="30022" y="9521"/>
                    <a:pt x="29955" y="8854"/>
                    <a:pt x="29922" y="8120"/>
                  </a:cubicBezTo>
                  <a:lnTo>
                    <a:pt x="29922" y="4184"/>
                  </a:lnTo>
                  <a:cubicBezTo>
                    <a:pt x="29922" y="4184"/>
                    <a:pt x="29922" y="1"/>
                    <a:pt x="27655" y="1"/>
                  </a:cubicBezTo>
                  <a:close/>
                </a:path>
              </a:pathLst>
            </a:custGeom>
            <a:solidFill>
              <a:srgbClr val="6453C2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>
              <a:extLst>
                <a:ext uri="{FF2B5EF4-FFF2-40B4-BE49-F238E27FC236}">
                  <a16:creationId xmlns:a16="http://schemas.microsoft.com/office/drawing/2014/main" id="{78499ABF-4E65-3029-34AE-24C291A4012C}"/>
                </a:ext>
              </a:extLst>
            </p:cNvPr>
            <p:cNvSpPr/>
            <p:nvPr/>
          </p:nvSpPr>
          <p:spPr>
            <a:xfrm>
              <a:off x="2611200" y="3262450"/>
              <a:ext cx="803925" cy="463175"/>
            </a:xfrm>
            <a:custGeom>
              <a:avLst/>
              <a:gdLst/>
              <a:ahLst/>
              <a:cxnLst/>
              <a:rect l="l" t="t" r="r" b="b"/>
              <a:pathLst>
                <a:path w="32157" h="18527" extrusionOk="0">
                  <a:moveTo>
                    <a:pt x="31949" y="1"/>
                  </a:moveTo>
                  <a:cubicBezTo>
                    <a:pt x="31928" y="1"/>
                    <a:pt x="31908" y="5"/>
                    <a:pt x="31890" y="14"/>
                  </a:cubicBezTo>
                  <a:lnTo>
                    <a:pt x="101" y="18227"/>
                  </a:lnTo>
                  <a:cubicBezTo>
                    <a:pt x="34" y="18260"/>
                    <a:pt x="1" y="18360"/>
                    <a:pt x="34" y="18460"/>
                  </a:cubicBezTo>
                  <a:cubicBezTo>
                    <a:pt x="67" y="18494"/>
                    <a:pt x="101" y="18527"/>
                    <a:pt x="167" y="18527"/>
                  </a:cubicBezTo>
                  <a:cubicBezTo>
                    <a:pt x="201" y="18527"/>
                    <a:pt x="234" y="18527"/>
                    <a:pt x="234" y="18494"/>
                  </a:cubicBezTo>
                  <a:lnTo>
                    <a:pt x="32057" y="280"/>
                  </a:lnTo>
                  <a:cubicBezTo>
                    <a:pt x="32124" y="247"/>
                    <a:pt x="32157" y="147"/>
                    <a:pt x="32090" y="80"/>
                  </a:cubicBezTo>
                  <a:cubicBezTo>
                    <a:pt x="32066" y="31"/>
                    <a:pt x="32006" y="1"/>
                    <a:pt x="319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>
              <a:extLst>
                <a:ext uri="{FF2B5EF4-FFF2-40B4-BE49-F238E27FC236}">
                  <a16:creationId xmlns:a16="http://schemas.microsoft.com/office/drawing/2014/main" id="{B6B5BB05-89CF-13FE-62DD-F29F4E48688A}"/>
                </a:ext>
              </a:extLst>
            </p:cNvPr>
            <p:cNvSpPr/>
            <p:nvPr/>
          </p:nvSpPr>
          <p:spPr>
            <a:xfrm>
              <a:off x="2739625" y="3262775"/>
              <a:ext cx="7525" cy="15050"/>
            </a:xfrm>
            <a:custGeom>
              <a:avLst/>
              <a:gdLst/>
              <a:ahLst/>
              <a:cxnLst/>
              <a:rect l="l" t="t" r="r" b="b"/>
              <a:pathLst>
                <a:path w="301" h="602" extrusionOk="0">
                  <a:moveTo>
                    <a:pt x="134" y="1"/>
                  </a:moveTo>
                  <a:cubicBezTo>
                    <a:pt x="67" y="1"/>
                    <a:pt x="1" y="67"/>
                    <a:pt x="1" y="134"/>
                  </a:cubicBezTo>
                  <a:lnTo>
                    <a:pt x="1" y="468"/>
                  </a:lnTo>
                  <a:cubicBezTo>
                    <a:pt x="1" y="534"/>
                    <a:pt x="67" y="601"/>
                    <a:pt x="167" y="601"/>
                  </a:cubicBezTo>
                  <a:cubicBezTo>
                    <a:pt x="234" y="601"/>
                    <a:pt x="301" y="534"/>
                    <a:pt x="301" y="468"/>
                  </a:cubicBezTo>
                  <a:lnTo>
                    <a:pt x="301" y="134"/>
                  </a:lnTo>
                  <a:cubicBezTo>
                    <a:pt x="301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>
              <a:extLst>
                <a:ext uri="{FF2B5EF4-FFF2-40B4-BE49-F238E27FC236}">
                  <a16:creationId xmlns:a16="http://schemas.microsoft.com/office/drawing/2014/main" id="{8E59C38E-3D05-E21A-A917-AD52D224A054}"/>
                </a:ext>
              </a:extLst>
            </p:cNvPr>
            <p:cNvSpPr/>
            <p:nvPr/>
          </p:nvSpPr>
          <p:spPr>
            <a:xfrm>
              <a:off x="2739625" y="3285300"/>
              <a:ext cx="9200" cy="291900"/>
            </a:xfrm>
            <a:custGeom>
              <a:avLst/>
              <a:gdLst/>
              <a:ahLst/>
              <a:cxnLst/>
              <a:rect l="l" t="t" r="r" b="b"/>
              <a:pathLst>
                <a:path w="368" h="11676" extrusionOk="0">
                  <a:moveTo>
                    <a:pt x="167" y="0"/>
                  </a:moveTo>
                  <a:cubicBezTo>
                    <a:pt x="67" y="0"/>
                    <a:pt x="1" y="67"/>
                    <a:pt x="1" y="167"/>
                  </a:cubicBezTo>
                  <a:lnTo>
                    <a:pt x="1" y="767"/>
                  </a:lnTo>
                  <a:cubicBezTo>
                    <a:pt x="1" y="834"/>
                    <a:pt x="67" y="901"/>
                    <a:pt x="134" y="901"/>
                  </a:cubicBezTo>
                  <a:cubicBezTo>
                    <a:pt x="148" y="905"/>
                    <a:pt x="161" y="908"/>
                    <a:pt x="173" y="908"/>
                  </a:cubicBezTo>
                  <a:cubicBezTo>
                    <a:pt x="251" y="908"/>
                    <a:pt x="301" y="825"/>
                    <a:pt x="301" y="767"/>
                  </a:cubicBezTo>
                  <a:lnTo>
                    <a:pt x="301" y="167"/>
                  </a:lnTo>
                  <a:cubicBezTo>
                    <a:pt x="301" y="67"/>
                    <a:pt x="234" y="0"/>
                    <a:pt x="167" y="0"/>
                  </a:cubicBezTo>
                  <a:close/>
                  <a:moveTo>
                    <a:pt x="151" y="1209"/>
                  </a:moveTo>
                  <a:cubicBezTo>
                    <a:pt x="84" y="1209"/>
                    <a:pt x="17" y="1251"/>
                    <a:pt x="1" y="1335"/>
                  </a:cubicBezTo>
                  <a:lnTo>
                    <a:pt x="1" y="1935"/>
                  </a:lnTo>
                  <a:cubicBezTo>
                    <a:pt x="1" y="2035"/>
                    <a:pt x="67" y="2102"/>
                    <a:pt x="134" y="2102"/>
                  </a:cubicBezTo>
                  <a:cubicBezTo>
                    <a:pt x="234" y="2102"/>
                    <a:pt x="301" y="2035"/>
                    <a:pt x="301" y="1968"/>
                  </a:cubicBezTo>
                  <a:lnTo>
                    <a:pt x="301" y="1335"/>
                  </a:lnTo>
                  <a:cubicBezTo>
                    <a:pt x="284" y="1251"/>
                    <a:pt x="217" y="1209"/>
                    <a:pt x="151" y="1209"/>
                  </a:cubicBezTo>
                  <a:close/>
                  <a:moveTo>
                    <a:pt x="134" y="2402"/>
                  </a:moveTo>
                  <a:cubicBezTo>
                    <a:pt x="67" y="2402"/>
                    <a:pt x="1" y="2469"/>
                    <a:pt x="1" y="2535"/>
                  </a:cubicBezTo>
                  <a:lnTo>
                    <a:pt x="1" y="3136"/>
                  </a:lnTo>
                  <a:cubicBezTo>
                    <a:pt x="1" y="3236"/>
                    <a:pt x="67" y="3303"/>
                    <a:pt x="134" y="3303"/>
                  </a:cubicBezTo>
                  <a:cubicBezTo>
                    <a:pt x="234" y="3303"/>
                    <a:pt x="301" y="3236"/>
                    <a:pt x="301" y="3136"/>
                  </a:cubicBezTo>
                  <a:lnTo>
                    <a:pt x="301" y="2535"/>
                  </a:lnTo>
                  <a:cubicBezTo>
                    <a:pt x="301" y="2469"/>
                    <a:pt x="234" y="2402"/>
                    <a:pt x="134" y="2402"/>
                  </a:cubicBezTo>
                  <a:close/>
                  <a:moveTo>
                    <a:pt x="151" y="3586"/>
                  </a:moveTo>
                  <a:cubicBezTo>
                    <a:pt x="76" y="3586"/>
                    <a:pt x="1" y="3636"/>
                    <a:pt x="1" y="3736"/>
                  </a:cubicBezTo>
                  <a:lnTo>
                    <a:pt x="1" y="4337"/>
                  </a:lnTo>
                  <a:cubicBezTo>
                    <a:pt x="1" y="4437"/>
                    <a:pt x="67" y="4503"/>
                    <a:pt x="134" y="4503"/>
                  </a:cubicBezTo>
                  <a:cubicBezTo>
                    <a:pt x="234" y="4503"/>
                    <a:pt x="301" y="4437"/>
                    <a:pt x="301" y="4337"/>
                  </a:cubicBezTo>
                  <a:lnTo>
                    <a:pt x="301" y="3736"/>
                  </a:lnTo>
                  <a:cubicBezTo>
                    <a:pt x="301" y="3636"/>
                    <a:pt x="226" y="3586"/>
                    <a:pt x="151" y="3586"/>
                  </a:cubicBezTo>
                  <a:close/>
                  <a:moveTo>
                    <a:pt x="151" y="4787"/>
                  </a:moveTo>
                  <a:cubicBezTo>
                    <a:pt x="76" y="4787"/>
                    <a:pt x="1" y="4837"/>
                    <a:pt x="1" y="4937"/>
                  </a:cubicBezTo>
                  <a:lnTo>
                    <a:pt x="1" y="5538"/>
                  </a:lnTo>
                  <a:cubicBezTo>
                    <a:pt x="1" y="5638"/>
                    <a:pt x="67" y="5704"/>
                    <a:pt x="134" y="5704"/>
                  </a:cubicBezTo>
                  <a:cubicBezTo>
                    <a:pt x="234" y="5704"/>
                    <a:pt x="301" y="5638"/>
                    <a:pt x="301" y="5538"/>
                  </a:cubicBezTo>
                  <a:lnTo>
                    <a:pt x="301" y="4937"/>
                  </a:lnTo>
                  <a:cubicBezTo>
                    <a:pt x="301" y="4837"/>
                    <a:pt x="226" y="4787"/>
                    <a:pt x="151" y="4787"/>
                  </a:cubicBezTo>
                  <a:close/>
                  <a:moveTo>
                    <a:pt x="151" y="5988"/>
                  </a:moveTo>
                  <a:cubicBezTo>
                    <a:pt x="84" y="5988"/>
                    <a:pt x="17" y="6038"/>
                    <a:pt x="1" y="6138"/>
                  </a:cubicBezTo>
                  <a:lnTo>
                    <a:pt x="1" y="6738"/>
                  </a:lnTo>
                  <a:cubicBezTo>
                    <a:pt x="1" y="6805"/>
                    <a:pt x="67" y="6872"/>
                    <a:pt x="134" y="6872"/>
                  </a:cubicBezTo>
                  <a:cubicBezTo>
                    <a:pt x="148" y="6876"/>
                    <a:pt x="161" y="6878"/>
                    <a:pt x="173" y="6878"/>
                  </a:cubicBezTo>
                  <a:cubicBezTo>
                    <a:pt x="251" y="6878"/>
                    <a:pt x="301" y="6796"/>
                    <a:pt x="301" y="6738"/>
                  </a:cubicBezTo>
                  <a:lnTo>
                    <a:pt x="301" y="6138"/>
                  </a:lnTo>
                  <a:cubicBezTo>
                    <a:pt x="284" y="6038"/>
                    <a:pt x="217" y="5988"/>
                    <a:pt x="151" y="5988"/>
                  </a:cubicBezTo>
                  <a:close/>
                  <a:moveTo>
                    <a:pt x="167" y="7172"/>
                  </a:moveTo>
                  <a:cubicBezTo>
                    <a:pt x="67" y="7172"/>
                    <a:pt x="1" y="7239"/>
                    <a:pt x="1" y="7339"/>
                  </a:cubicBezTo>
                  <a:lnTo>
                    <a:pt x="1" y="7939"/>
                  </a:lnTo>
                  <a:cubicBezTo>
                    <a:pt x="1" y="8006"/>
                    <a:pt x="67" y="8073"/>
                    <a:pt x="134" y="8073"/>
                  </a:cubicBezTo>
                  <a:lnTo>
                    <a:pt x="167" y="8073"/>
                  </a:lnTo>
                  <a:cubicBezTo>
                    <a:pt x="234" y="8073"/>
                    <a:pt x="301" y="8006"/>
                    <a:pt x="301" y="7939"/>
                  </a:cubicBezTo>
                  <a:lnTo>
                    <a:pt x="301" y="7339"/>
                  </a:lnTo>
                  <a:cubicBezTo>
                    <a:pt x="301" y="7239"/>
                    <a:pt x="234" y="7172"/>
                    <a:pt x="167" y="7172"/>
                  </a:cubicBezTo>
                  <a:close/>
                  <a:moveTo>
                    <a:pt x="134" y="8373"/>
                  </a:moveTo>
                  <a:cubicBezTo>
                    <a:pt x="67" y="8373"/>
                    <a:pt x="1" y="8440"/>
                    <a:pt x="1" y="8540"/>
                  </a:cubicBezTo>
                  <a:lnTo>
                    <a:pt x="1" y="9140"/>
                  </a:lnTo>
                  <a:cubicBezTo>
                    <a:pt x="1" y="9207"/>
                    <a:pt x="67" y="9274"/>
                    <a:pt x="134" y="9274"/>
                  </a:cubicBezTo>
                  <a:cubicBezTo>
                    <a:pt x="234" y="9274"/>
                    <a:pt x="301" y="9207"/>
                    <a:pt x="301" y="9140"/>
                  </a:cubicBezTo>
                  <a:lnTo>
                    <a:pt x="301" y="8540"/>
                  </a:lnTo>
                  <a:cubicBezTo>
                    <a:pt x="301" y="8440"/>
                    <a:pt x="234" y="8373"/>
                    <a:pt x="134" y="8373"/>
                  </a:cubicBezTo>
                  <a:close/>
                  <a:moveTo>
                    <a:pt x="134" y="9574"/>
                  </a:moveTo>
                  <a:cubicBezTo>
                    <a:pt x="67" y="9574"/>
                    <a:pt x="1" y="9640"/>
                    <a:pt x="1" y="9741"/>
                  </a:cubicBezTo>
                  <a:lnTo>
                    <a:pt x="1" y="10341"/>
                  </a:lnTo>
                  <a:cubicBezTo>
                    <a:pt x="1" y="10408"/>
                    <a:pt x="67" y="10474"/>
                    <a:pt x="134" y="10474"/>
                  </a:cubicBezTo>
                  <a:cubicBezTo>
                    <a:pt x="234" y="10474"/>
                    <a:pt x="301" y="10408"/>
                    <a:pt x="301" y="10308"/>
                  </a:cubicBezTo>
                  <a:lnTo>
                    <a:pt x="301" y="9741"/>
                  </a:lnTo>
                  <a:cubicBezTo>
                    <a:pt x="301" y="9640"/>
                    <a:pt x="234" y="9574"/>
                    <a:pt x="134" y="9574"/>
                  </a:cubicBezTo>
                  <a:close/>
                  <a:moveTo>
                    <a:pt x="205" y="10766"/>
                  </a:moveTo>
                  <a:cubicBezTo>
                    <a:pt x="192" y="10766"/>
                    <a:pt x="179" y="10769"/>
                    <a:pt x="167" y="10775"/>
                  </a:cubicBezTo>
                  <a:cubicBezTo>
                    <a:pt x="67" y="10775"/>
                    <a:pt x="1" y="10841"/>
                    <a:pt x="1" y="10941"/>
                  </a:cubicBezTo>
                  <a:cubicBezTo>
                    <a:pt x="34" y="11108"/>
                    <a:pt x="67" y="11342"/>
                    <a:pt x="67" y="11542"/>
                  </a:cubicBezTo>
                  <a:cubicBezTo>
                    <a:pt x="67" y="11609"/>
                    <a:pt x="134" y="11675"/>
                    <a:pt x="234" y="11675"/>
                  </a:cubicBezTo>
                  <a:cubicBezTo>
                    <a:pt x="334" y="11675"/>
                    <a:pt x="368" y="11575"/>
                    <a:pt x="368" y="11508"/>
                  </a:cubicBezTo>
                  <a:cubicBezTo>
                    <a:pt x="368" y="11308"/>
                    <a:pt x="334" y="11108"/>
                    <a:pt x="334" y="10908"/>
                  </a:cubicBezTo>
                  <a:cubicBezTo>
                    <a:pt x="334" y="10826"/>
                    <a:pt x="266" y="10766"/>
                    <a:pt x="205" y="107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6">
              <a:extLst>
                <a:ext uri="{FF2B5EF4-FFF2-40B4-BE49-F238E27FC236}">
                  <a16:creationId xmlns:a16="http://schemas.microsoft.com/office/drawing/2014/main" id="{39D040C0-50E2-75D8-A7B7-191EB6A81CF0}"/>
                </a:ext>
              </a:extLst>
            </p:cNvPr>
            <p:cNvSpPr/>
            <p:nvPr/>
          </p:nvSpPr>
          <p:spPr>
            <a:xfrm>
              <a:off x="2742525" y="3584025"/>
              <a:ext cx="8800" cy="15675"/>
            </a:xfrm>
            <a:custGeom>
              <a:avLst/>
              <a:gdLst/>
              <a:ahLst/>
              <a:cxnLst/>
              <a:rect l="l" t="t" r="r" b="b"/>
              <a:pathLst>
                <a:path w="352" h="627" extrusionOk="0">
                  <a:moveTo>
                    <a:pt x="159" y="1"/>
                  </a:moveTo>
                  <a:cubicBezTo>
                    <a:pt x="78" y="1"/>
                    <a:pt x="0" y="68"/>
                    <a:pt x="18" y="193"/>
                  </a:cubicBezTo>
                  <a:lnTo>
                    <a:pt x="51" y="493"/>
                  </a:lnTo>
                  <a:cubicBezTo>
                    <a:pt x="51" y="560"/>
                    <a:pt x="118" y="627"/>
                    <a:pt x="218" y="627"/>
                  </a:cubicBezTo>
                  <a:cubicBezTo>
                    <a:pt x="318" y="627"/>
                    <a:pt x="352" y="527"/>
                    <a:pt x="352" y="460"/>
                  </a:cubicBezTo>
                  <a:lnTo>
                    <a:pt x="318" y="160"/>
                  </a:lnTo>
                  <a:cubicBezTo>
                    <a:pt x="303" y="51"/>
                    <a:pt x="230" y="1"/>
                    <a:pt x="1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6">
              <a:extLst>
                <a:ext uri="{FF2B5EF4-FFF2-40B4-BE49-F238E27FC236}">
                  <a16:creationId xmlns:a16="http://schemas.microsoft.com/office/drawing/2014/main" id="{85E17631-9465-2E18-E01F-27FF585CAF6D}"/>
                </a:ext>
              </a:extLst>
            </p:cNvPr>
            <p:cNvSpPr/>
            <p:nvPr/>
          </p:nvSpPr>
          <p:spPr>
            <a:xfrm>
              <a:off x="3299200" y="2973400"/>
              <a:ext cx="8350" cy="15875"/>
            </a:xfrm>
            <a:custGeom>
              <a:avLst/>
              <a:gdLst/>
              <a:ahLst/>
              <a:cxnLst/>
              <a:rect l="l" t="t" r="r" b="b"/>
              <a:pathLst>
                <a:path w="334" h="635" extrusionOk="0">
                  <a:moveTo>
                    <a:pt x="167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468"/>
                  </a:lnTo>
                  <a:cubicBezTo>
                    <a:pt x="0" y="568"/>
                    <a:pt x="67" y="634"/>
                    <a:pt x="167" y="634"/>
                  </a:cubicBezTo>
                  <a:cubicBezTo>
                    <a:pt x="267" y="634"/>
                    <a:pt x="334" y="568"/>
                    <a:pt x="334" y="468"/>
                  </a:cubicBezTo>
                  <a:lnTo>
                    <a:pt x="334" y="167"/>
                  </a:lnTo>
                  <a:cubicBezTo>
                    <a:pt x="334" y="67"/>
                    <a:pt x="267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>
              <a:extLst>
                <a:ext uri="{FF2B5EF4-FFF2-40B4-BE49-F238E27FC236}">
                  <a16:creationId xmlns:a16="http://schemas.microsoft.com/office/drawing/2014/main" id="{D3FAB025-7391-7F41-F1EA-8132B218AB25}"/>
                </a:ext>
              </a:extLst>
            </p:cNvPr>
            <p:cNvSpPr/>
            <p:nvPr/>
          </p:nvSpPr>
          <p:spPr>
            <a:xfrm>
              <a:off x="3299600" y="2997175"/>
              <a:ext cx="10450" cy="290650"/>
            </a:xfrm>
            <a:custGeom>
              <a:avLst/>
              <a:gdLst/>
              <a:ahLst/>
              <a:cxnLst/>
              <a:rect l="l" t="t" r="r" b="b"/>
              <a:pathLst>
                <a:path w="418" h="11626" extrusionOk="0">
                  <a:moveTo>
                    <a:pt x="168" y="0"/>
                  </a:moveTo>
                  <a:cubicBezTo>
                    <a:pt x="101" y="0"/>
                    <a:pt x="34" y="50"/>
                    <a:pt x="18" y="150"/>
                  </a:cubicBezTo>
                  <a:lnTo>
                    <a:pt x="18" y="718"/>
                  </a:lnTo>
                  <a:cubicBezTo>
                    <a:pt x="18" y="781"/>
                    <a:pt x="78" y="874"/>
                    <a:pt x="169" y="884"/>
                  </a:cubicBezTo>
                  <a:lnTo>
                    <a:pt x="169" y="884"/>
                  </a:lnTo>
                  <a:cubicBezTo>
                    <a:pt x="259" y="876"/>
                    <a:pt x="318" y="813"/>
                    <a:pt x="318" y="751"/>
                  </a:cubicBezTo>
                  <a:lnTo>
                    <a:pt x="318" y="150"/>
                  </a:lnTo>
                  <a:cubicBezTo>
                    <a:pt x="301" y="50"/>
                    <a:pt x="234" y="0"/>
                    <a:pt x="168" y="0"/>
                  </a:cubicBezTo>
                  <a:close/>
                  <a:moveTo>
                    <a:pt x="169" y="884"/>
                  </a:moveTo>
                  <a:cubicBezTo>
                    <a:pt x="163" y="884"/>
                    <a:pt x="157" y="884"/>
                    <a:pt x="151" y="884"/>
                  </a:cubicBezTo>
                  <a:lnTo>
                    <a:pt x="184" y="884"/>
                  </a:lnTo>
                  <a:cubicBezTo>
                    <a:pt x="179" y="884"/>
                    <a:pt x="174" y="884"/>
                    <a:pt x="169" y="884"/>
                  </a:cubicBezTo>
                  <a:close/>
                  <a:moveTo>
                    <a:pt x="168" y="1168"/>
                  </a:moveTo>
                  <a:cubicBezTo>
                    <a:pt x="93" y="1168"/>
                    <a:pt x="18" y="1218"/>
                    <a:pt x="18" y="1318"/>
                  </a:cubicBezTo>
                  <a:lnTo>
                    <a:pt x="18" y="1918"/>
                  </a:lnTo>
                  <a:cubicBezTo>
                    <a:pt x="18" y="1976"/>
                    <a:pt x="67" y="2058"/>
                    <a:pt x="145" y="2058"/>
                  </a:cubicBezTo>
                  <a:cubicBezTo>
                    <a:pt x="158" y="2058"/>
                    <a:pt x="171" y="2056"/>
                    <a:pt x="184" y="2052"/>
                  </a:cubicBezTo>
                  <a:lnTo>
                    <a:pt x="184" y="2052"/>
                  </a:lnTo>
                  <a:lnTo>
                    <a:pt x="151" y="2085"/>
                  </a:lnTo>
                  <a:cubicBezTo>
                    <a:pt x="251" y="2085"/>
                    <a:pt x="318" y="2018"/>
                    <a:pt x="318" y="1918"/>
                  </a:cubicBezTo>
                  <a:lnTo>
                    <a:pt x="318" y="1318"/>
                  </a:lnTo>
                  <a:cubicBezTo>
                    <a:pt x="318" y="1218"/>
                    <a:pt x="243" y="1168"/>
                    <a:pt x="168" y="1168"/>
                  </a:cubicBezTo>
                  <a:close/>
                  <a:moveTo>
                    <a:pt x="151" y="2352"/>
                  </a:moveTo>
                  <a:cubicBezTo>
                    <a:pt x="84" y="2352"/>
                    <a:pt x="18" y="2419"/>
                    <a:pt x="18" y="2519"/>
                  </a:cubicBezTo>
                  <a:lnTo>
                    <a:pt x="18" y="3119"/>
                  </a:lnTo>
                  <a:cubicBezTo>
                    <a:pt x="18" y="3186"/>
                    <a:pt x="84" y="3253"/>
                    <a:pt x="184" y="3253"/>
                  </a:cubicBezTo>
                  <a:lnTo>
                    <a:pt x="151" y="3253"/>
                  </a:lnTo>
                  <a:cubicBezTo>
                    <a:pt x="165" y="3257"/>
                    <a:pt x="178" y="3259"/>
                    <a:pt x="190" y="3259"/>
                  </a:cubicBezTo>
                  <a:cubicBezTo>
                    <a:pt x="268" y="3259"/>
                    <a:pt x="318" y="3177"/>
                    <a:pt x="318" y="3119"/>
                  </a:cubicBezTo>
                  <a:lnTo>
                    <a:pt x="318" y="2519"/>
                  </a:lnTo>
                  <a:cubicBezTo>
                    <a:pt x="318" y="2419"/>
                    <a:pt x="251" y="2352"/>
                    <a:pt x="151" y="2352"/>
                  </a:cubicBezTo>
                  <a:close/>
                  <a:moveTo>
                    <a:pt x="168" y="3570"/>
                  </a:moveTo>
                  <a:cubicBezTo>
                    <a:pt x="84" y="3570"/>
                    <a:pt x="1" y="3620"/>
                    <a:pt x="18" y="3720"/>
                  </a:cubicBezTo>
                  <a:lnTo>
                    <a:pt x="18" y="4287"/>
                  </a:lnTo>
                  <a:cubicBezTo>
                    <a:pt x="18" y="4387"/>
                    <a:pt x="84" y="4454"/>
                    <a:pt x="184" y="4454"/>
                  </a:cubicBezTo>
                  <a:lnTo>
                    <a:pt x="151" y="4454"/>
                  </a:lnTo>
                  <a:cubicBezTo>
                    <a:pt x="165" y="4458"/>
                    <a:pt x="178" y="4460"/>
                    <a:pt x="190" y="4460"/>
                  </a:cubicBezTo>
                  <a:cubicBezTo>
                    <a:pt x="268" y="4460"/>
                    <a:pt x="318" y="4378"/>
                    <a:pt x="318" y="4320"/>
                  </a:cubicBezTo>
                  <a:lnTo>
                    <a:pt x="318" y="3720"/>
                  </a:lnTo>
                  <a:cubicBezTo>
                    <a:pt x="335" y="3620"/>
                    <a:pt x="251" y="3570"/>
                    <a:pt x="168" y="3570"/>
                  </a:cubicBezTo>
                  <a:close/>
                  <a:moveTo>
                    <a:pt x="168" y="4762"/>
                  </a:moveTo>
                  <a:cubicBezTo>
                    <a:pt x="101" y="4762"/>
                    <a:pt x="34" y="4804"/>
                    <a:pt x="18" y="4887"/>
                  </a:cubicBezTo>
                  <a:lnTo>
                    <a:pt x="18" y="5488"/>
                  </a:lnTo>
                  <a:cubicBezTo>
                    <a:pt x="18" y="5582"/>
                    <a:pt x="77" y="5647"/>
                    <a:pt x="168" y="5654"/>
                  </a:cubicBezTo>
                  <a:lnTo>
                    <a:pt x="168" y="5654"/>
                  </a:lnTo>
                  <a:cubicBezTo>
                    <a:pt x="258" y="5647"/>
                    <a:pt x="318" y="5582"/>
                    <a:pt x="318" y="5488"/>
                  </a:cubicBezTo>
                  <a:lnTo>
                    <a:pt x="318" y="4887"/>
                  </a:lnTo>
                  <a:cubicBezTo>
                    <a:pt x="301" y="4804"/>
                    <a:pt x="234" y="4762"/>
                    <a:pt x="168" y="4762"/>
                  </a:cubicBezTo>
                  <a:close/>
                  <a:moveTo>
                    <a:pt x="168" y="5654"/>
                  </a:moveTo>
                  <a:lnTo>
                    <a:pt x="168" y="5654"/>
                  </a:lnTo>
                  <a:cubicBezTo>
                    <a:pt x="162" y="5654"/>
                    <a:pt x="157" y="5654"/>
                    <a:pt x="151" y="5654"/>
                  </a:cubicBezTo>
                  <a:lnTo>
                    <a:pt x="184" y="5654"/>
                  </a:lnTo>
                  <a:cubicBezTo>
                    <a:pt x="179" y="5654"/>
                    <a:pt x="173" y="5654"/>
                    <a:pt x="168" y="5654"/>
                  </a:cubicBezTo>
                  <a:close/>
                  <a:moveTo>
                    <a:pt x="168" y="5938"/>
                  </a:moveTo>
                  <a:cubicBezTo>
                    <a:pt x="93" y="5938"/>
                    <a:pt x="18" y="5988"/>
                    <a:pt x="18" y="6088"/>
                  </a:cubicBezTo>
                  <a:lnTo>
                    <a:pt x="18" y="6688"/>
                  </a:lnTo>
                  <a:cubicBezTo>
                    <a:pt x="18" y="6783"/>
                    <a:pt x="77" y="6848"/>
                    <a:pt x="168" y="6855"/>
                  </a:cubicBezTo>
                  <a:lnTo>
                    <a:pt x="168" y="6855"/>
                  </a:lnTo>
                  <a:cubicBezTo>
                    <a:pt x="258" y="6848"/>
                    <a:pt x="318" y="6783"/>
                    <a:pt x="318" y="6688"/>
                  </a:cubicBezTo>
                  <a:lnTo>
                    <a:pt x="318" y="6088"/>
                  </a:lnTo>
                  <a:cubicBezTo>
                    <a:pt x="318" y="5988"/>
                    <a:pt x="243" y="5938"/>
                    <a:pt x="168" y="5938"/>
                  </a:cubicBezTo>
                  <a:close/>
                  <a:moveTo>
                    <a:pt x="168" y="6855"/>
                  </a:moveTo>
                  <a:lnTo>
                    <a:pt x="168" y="6855"/>
                  </a:lnTo>
                  <a:cubicBezTo>
                    <a:pt x="162" y="6855"/>
                    <a:pt x="157" y="6855"/>
                    <a:pt x="151" y="6855"/>
                  </a:cubicBezTo>
                  <a:lnTo>
                    <a:pt x="184" y="6855"/>
                  </a:lnTo>
                  <a:cubicBezTo>
                    <a:pt x="179" y="6855"/>
                    <a:pt x="173" y="6855"/>
                    <a:pt x="168" y="6855"/>
                  </a:cubicBezTo>
                  <a:close/>
                  <a:moveTo>
                    <a:pt x="151" y="7122"/>
                  </a:moveTo>
                  <a:cubicBezTo>
                    <a:pt x="84" y="7155"/>
                    <a:pt x="18" y="7222"/>
                    <a:pt x="18" y="7289"/>
                  </a:cubicBezTo>
                  <a:lnTo>
                    <a:pt x="18" y="7889"/>
                  </a:lnTo>
                  <a:cubicBezTo>
                    <a:pt x="18" y="7989"/>
                    <a:pt x="84" y="8056"/>
                    <a:pt x="184" y="8056"/>
                  </a:cubicBezTo>
                  <a:cubicBezTo>
                    <a:pt x="251" y="8056"/>
                    <a:pt x="318" y="7989"/>
                    <a:pt x="318" y="7889"/>
                  </a:cubicBezTo>
                  <a:lnTo>
                    <a:pt x="318" y="7289"/>
                  </a:lnTo>
                  <a:cubicBezTo>
                    <a:pt x="318" y="7222"/>
                    <a:pt x="251" y="7122"/>
                    <a:pt x="151" y="7122"/>
                  </a:cubicBezTo>
                  <a:close/>
                  <a:moveTo>
                    <a:pt x="184" y="8323"/>
                  </a:moveTo>
                  <a:cubicBezTo>
                    <a:pt x="84" y="8323"/>
                    <a:pt x="18" y="8390"/>
                    <a:pt x="18" y="8490"/>
                  </a:cubicBezTo>
                  <a:lnTo>
                    <a:pt x="18" y="9090"/>
                  </a:lnTo>
                  <a:cubicBezTo>
                    <a:pt x="18" y="9190"/>
                    <a:pt x="84" y="9257"/>
                    <a:pt x="184" y="9257"/>
                  </a:cubicBezTo>
                  <a:lnTo>
                    <a:pt x="184" y="9224"/>
                  </a:lnTo>
                  <a:cubicBezTo>
                    <a:pt x="251" y="9224"/>
                    <a:pt x="318" y="9157"/>
                    <a:pt x="318" y="9057"/>
                  </a:cubicBezTo>
                  <a:lnTo>
                    <a:pt x="318" y="8490"/>
                  </a:lnTo>
                  <a:cubicBezTo>
                    <a:pt x="318" y="8390"/>
                    <a:pt x="251" y="8323"/>
                    <a:pt x="184" y="8323"/>
                  </a:cubicBezTo>
                  <a:close/>
                  <a:moveTo>
                    <a:pt x="151" y="9524"/>
                  </a:moveTo>
                  <a:cubicBezTo>
                    <a:pt x="84" y="9524"/>
                    <a:pt x="18" y="9591"/>
                    <a:pt x="18" y="9691"/>
                  </a:cubicBezTo>
                  <a:lnTo>
                    <a:pt x="18" y="10291"/>
                  </a:lnTo>
                  <a:cubicBezTo>
                    <a:pt x="18" y="10349"/>
                    <a:pt x="67" y="10431"/>
                    <a:pt x="145" y="10431"/>
                  </a:cubicBezTo>
                  <a:cubicBezTo>
                    <a:pt x="153" y="10431"/>
                    <a:pt x="160" y="10430"/>
                    <a:pt x="168" y="10429"/>
                  </a:cubicBezTo>
                  <a:lnTo>
                    <a:pt x="168" y="10429"/>
                  </a:lnTo>
                  <a:cubicBezTo>
                    <a:pt x="175" y="10430"/>
                    <a:pt x="183" y="10431"/>
                    <a:pt x="190" y="10431"/>
                  </a:cubicBezTo>
                  <a:cubicBezTo>
                    <a:pt x="268" y="10431"/>
                    <a:pt x="318" y="10349"/>
                    <a:pt x="318" y="10291"/>
                  </a:cubicBezTo>
                  <a:lnTo>
                    <a:pt x="318" y="9691"/>
                  </a:lnTo>
                  <a:cubicBezTo>
                    <a:pt x="318" y="9591"/>
                    <a:pt x="251" y="9524"/>
                    <a:pt x="151" y="9524"/>
                  </a:cubicBezTo>
                  <a:close/>
                  <a:moveTo>
                    <a:pt x="184" y="10725"/>
                  </a:moveTo>
                  <a:cubicBezTo>
                    <a:pt x="84" y="10725"/>
                    <a:pt x="18" y="10791"/>
                    <a:pt x="51" y="10891"/>
                  </a:cubicBezTo>
                  <a:cubicBezTo>
                    <a:pt x="51" y="11092"/>
                    <a:pt x="51" y="11292"/>
                    <a:pt x="84" y="11492"/>
                  </a:cubicBezTo>
                  <a:cubicBezTo>
                    <a:pt x="84" y="11559"/>
                    <a:pt x="151" y="11625"/>
                    <a:pt x="251" y="11625"/>
                  </a:cubicBezTo>
                  <a:cubicBezTo>
                    <a:pt x="351" y="11625"/>
                    <a:pt x="418" y="11559"/>
                    <a:pt x="385" y="11459"/>
                  </a:cubicBezTo>
                  <a:cubicBezTo>
                    <a:pt x="385" y="11258"/>
                    <a:pt x="351" y="11058"/>
                    <a:pt x="351" y="10858"/>
                  </a:cubicBezTo>
                  <a:cubicBezTo>
                    <a:pt x="351" y="10791"/>
                    <a:pt x="284" y="10725"/>
                    <a:pt x="184" y="107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>
              <a:extLst>
                <a:ext uri="{FF2B5EF4-FFF2-40B4-BE49-F238E27FC236}">
                  <a16:creationId xmlns:a16="http://schemas.microsoft.com/office/drawing/2014/main" id="{791E907B-9FCD-0BC9-C29F-9E69241C4FDD}"/>
                </a:ext>
              </a:extLst>
            </p:cNvPr>
            <p:cNvSpPr/>
            <p:nvPr/>
          </p:nvSpPr>
          <p:spPr>
            <a:xfrm>
              <a:off x="3303375" y="3295075"/>
              <a:ext cx="9175" cy="15250"/>
            </a:xfrm>
            <a:custGeom>
              <a:avLst/>
              <a:gdLst/>
              <a:ahLst/>
              <a:cxnLst/>
              <a:rect l="l" t="t" r="r" b="b"/>
              <a:pathLst>
                <a:path w="367" h="610" extrusionOk="0">
                  <a:moveTo>
                    <a:pt x="171" y="1"/>
                  </a:moveTo>
                  <a:cubicBezTo>
                    <a:pt x="158" y="1"/>
                    <a:pt x="145" y="4"/>
                    <a:pt x="133" y="10"/>
                  </a:cubicBezTo>
                  <a:cubicBezTo>
                    <a:pt x="33" y="10"/>
                    <a:pt x="0" y="76"/>
                    <a:pt x="0" y="176"/>
                  </a:cubicBezTo>
                  <a:lnTo>
                    <a:pt x="33" y="477"/>
                  </a:lnTo>
                  <a:cubicBezTo>
                    <a:pt x="33" y="577"/>
                    <a:pt x="100" y="610"/>
                    <a:pt x="200" y="610"/>
                  </a:cubicBezTo>
                  <a:cubicBezTo>
                    <a:pt x="300" y="610"/>
                    <a:pt x="367" y="543"/>
                    <a:pt x="334" y="443"/>
                  </a:cubicBezTo>
                  <a:lnTo>
                    <a:pt x="300" y="143"/>
                  </a:lnTo>
                  <a:cubicBezTo>
                    <a:pt x="300" y="61"/>
                    <a:pt x="232" y="1"/>
                    <a:pt x="1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>
              <a:extLst>
                <a:ext uri="{FF2B5EF4-FFF2-40B4-BE49-F238E27FC236}">
                  <a16:creationId xmlns:a16="http://schemas.microsoft.com/office/drawing/2014/main" id="{245407F5-D028-0787-FF99-3497705D1B05}"/>
                </a:ext>
              </a:extLst>
            </p:cNvPr>
            <p:cNvSpPr/>
            <p:nvPr/>
          </p:nvSpPr>
          <p:spPr>
            <a:xfrm>
              <a:off x="3019000" y="3198150"/>
              <a:ext cx="8350" cy="15450"/>
            </a:xfrm>
            <a:custGeom>
              <a:avLst/>
              <a:gdLst/>
              <a:ahLst/>
              <a:cxnLst/>
              <a:rect l="l" t="t" r="r" b="b"/>
              <a:pathLst>
                <a:path w="334" h="618" extrusionOk="0">
                  <a:moveTo>
                    <a:pt x="167" y="0"/>
                  </a:moveTo>
                  <a:cubicBezTo>
                    <a:pt x="92" y="0"/>
                    <a:pt x="17" y="50"/>
                    <a:pt x="0" y="151"/>
                  </a:cubicBezTo>
                  <a:lnTo>
                    <a:pt x="0" y="451"/>
                  </a:lnTo>
                  <a:cubicBezTo>
                    <a:pt x="0" y="551"/>
                    <a:pt x="67" y="618"/>
                    <a:pt x="167" y="618"/>
                  </a:cubicBezTo>
                  <a:cubicBezTo>
                    <a:pt x="267" y="618"/>
                    <a:pt x="334" y="517"/>
                    <a:pt x="334" y="451"/>
                  </a:cubicBezTo>
                  <a:lnTo>
                    <a:pt x="334" y="151"/>
                  </a:lnTo>
                  <a:cubicBezTo>
                    <a:pt x="317" y="50"/>
                    <a:pt x="24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>
              <a:extLst>
                <a:ext uri="{FF2B5EF4-FFF2-40B4-BE49-F238E27FC236}">
                  <a16:creationId xmlns:a16="http://schemas.microsoft.com/office/drawing/2014/main" id="{41854295-6C26-F321-CC0E-D0E375B66DC9}"/>
                </a:ext>
              </a:extLst>
            </p:cNvPr>
            <p:cNvSpPr/>
            <p:nvPr/>
          </p:nvSpPr>
          <p:spPr>
            <a:xfrm>
              <a:off x="3018575" y="3220675"/>
              <a:ext cx="10450" cy="197250"/>
            </a:xfrm>
            <a:custGeom>
              <a:avLst/>
              <a:gdLst/>
              <a:ahLst/>
              <a:cxnLst/>
              <a:rect l="l" t="t" r="r" b="b"/>
              <a:pathLst>
                <a:path w="418" h="7890" extrusionOk="0">
                  <a:moveTo>
                    <a:pt x="184" y="0"/>
                  </a:moveTo>
                  <a:cubicBezTo>
                    <a:pt x="92" y="0"/>
                    <a:pt x="1" y="50"/>
                    <a:pt x="17" y="150"/>
                  </a:cubicBezTo>
                  <a:lnTo>
                    <a:pt x="17" y="717"/>
                  </a:lnTo>
                  <a:cubicBezTo>
                    <a:pt x="17" y="817"/>
                    <a:pt x="84" y="884"/>
                    <a:pt x="184" y="884"/>
                  </a:cubicBezTo>
                  <a:cubicBezTo>
                    <a:pt x="251" y="884"/>
                    <a:pt x="317" y="817"/>
                    <a:pt x="351" y="717"/>
                  </a:cubicBezTo>
                  <a:lnTo>
                    <a:pt x="351" y="150"/>
                  </a:lnTo>
                  <a:cubicBezTo>
                    <a:pt x="367" y="50"/>
                    <a:pt x="276" y="0"/>
                    <a:pt x="184" y="0"/>
                  </a:cubicBezTo>
                  <a:close/>
                  <a:moveTo>
                    <a:pt x="184" y="1159"/>
                  </a:moveTo>
                  <a:cubicBezTo>
                    <a:pt x="109" y="1159"/>
                    <a:pt x="34" y="1201"/>
                    <a:pt x="17" y="1284"/>
                  </a:cubicBezTo>
                  <a:lnTo>
                    <a:pt x="17" y="1885"/>
                  </a:lnTo>
                  <a:cubicBezTo>
                    <a:pt x="17" y="1985"/>
                    <a:pt x="84" y="2052"/>
                    <a:pt x="184" y="2052"/>
                  </a:cubicBezTo>
                  <a:cubicBezTo>
                    <a:pt x="251" y="2052"/>
                    <a:pt x="317" y="1985"/>
                    <a:pt x="351" y="1885"/>
                  </a:cubicBezTo>
                  <a:lnTo>
                    <a:pt x="351" y="1284"/>
                  </a:lnTo>
                  <a:cubicBezTo>
                    <a:pt x="334" y="1201"/>
                    <a:pt x="259" y="1159"/>
                    <a:pt x="184" y="1159"/>
                  </a:cubicBezTo>
                  <a:close/>
                  <a:moveTo>
                    <a:pt x="184" y="2327"/>
                  </a:moveTo>
                  <a:cubicBezTo>
                    <a:pt x="109" y="2327"/>
                    <a:pt x="34" y="2368"/>
                    <a:pt x="17" y="2452"/>
                  </a:cubicBezTo>
                  <a:lnTo>
                    <a:pt x="17" y="3052"/>
                  </a:lnTo>
                  <a:cubicBezTo>
                    <a:pt x="17" y="3152"/>
                    <a:pt x="84" y="3219"/>
                    <a:pt x="184" y="3219"/>
                  </a:cubicBezTo>
                  <a:cubicBezTo>
                    <a:pt x="284" y="3219"/>
                    <a:pt x="351" y="3119"/>
                    <a:pt x="351" y="3019"/>
                  </a:cubicBezTo>
                  <a:lnTo>
                    <a:pt x="351" y="2452"/>
                  </a:lnTo>
                  <a:cubicBezTo>
                    <a:pt x="334" y="2368"/>
                    <a:pt x="259" y="2327"/>
                    <a:pt x="184" y="2327"/>
                  </a:cubicBezTo>
                  <a:close/>
                  <a:moveTo>
                    <a:pt x="184" y="3486"/>
                  </a:moveTo>
                  <a:cubicBezTo>
                    <a:pt x="84" y="3486"/>
                    <a:pt x="17" y="3553"/>
                    <a:pt x="17" y="3619"/>
                  </a:cubicBezTo>
                  <a:lnTo>
                    <a:pt x="17" y="4220"/>
                  </a:lnTo>
                  <a:cubicBezTo>
                    <a:pt x="17" y="4320"/>
                    <a:pt x="84" y="4387"/>
                    <a:pt x="184" y="4387"/>
                  </a:cubicBezTo>
                  <a:cubicBezTo>
                    <a:pt x="251" y="4387"/>
                    <a:pt x="317" y="4320"/>
                    <a:pt x="351" y="4220"/>
                  </a:cubicBezTo>
                  <a:lnTo>
                    <a:pt x="351" y="3619"/>
                  </a:lnTo>
                  <a:cubicBezTo>
                    <a:pt x="351" y="3553"/>
                    <a:pt x="251" y="3486"/>
                    <a:pt x="184" y="3486"/>
                  </a:cubicBezTo>
                  <a:close/>
                  <a:moveTo>
                    <a:pt x="184" y="4653"/>
                  </a:moveTo>
                  <a:cubicBezTo>
                    <a:pt x="84" y="4653"/>
                    <a:pt x="17" y="4720"/>
                    <a:pt x="17" y="4820"/>
                  </a:cubicBezTo>
                  <a:lnTo>
                    <a:pt x="17" y="5387"/>
                  </a:lnTo>
                  <a:cubicBezTo>
                    <a:pt x="17" y="5487"/>
                    <a:pt x="84" y="5554"/>
                    <a:pt x="184" y="5554"/>
                  </a:cubicBezTo>
                  <a:lnTo>
                    <a:pt x="184" y="5521"/>
                  </a:lnTo>
                  <a:cubicBezTo>
                    <a:pt x="251" y="5521"/>
                    <a:pt x="351" y="5454"/>
                    <a:pt x="351" y="5387"/>
                  </a:cubicBezTo>
                  <a:lnTo>
                    <a:pt x="351" y="4820"/>
                  </a:lnTo>
                  <a:cubicBezTo>
                    <a:pt x="351" y="4720"/>
                    <a:pt x="251" y="4653"/>
                    <a:pt x="184" y="4653"/>
                  </a:cubicBezTo>
                  <a:close/>
                  <a:moveTo>
                    <a:pt x="184" y="5821"/>
                  </a:moveTo>
                  <a:cubicBezTo>
                    <a:pt x="84" y="5821"/>
                    <a:pt x="17" y="5888"/>
                    <a:pt x="17" y="5988"/>
                  </a:cubicBezTo>
                  <a:lnTo>
                    <a:pt x="17" y="6555"/>
                  </a:lnTo>
                  <a:cubicBezTo>
                    <a:pt x="17" y="6655"/>
                    <a:pt x="84" y="6722"/>
                    <a:pt x="184" y="6722"/>
                  </a:cubicBezTo>
                  <a:cubicBezTo>
                    <a:pt x="251" y="6722"/>
                    <a:pt x="317" y="6621"/>
                    <a:pt x="317" y="6555"/>
                  </a:cubicBezTo>
                  <a:lnTo>
                    <a:pt x="317" y="5954"/>
                  </a:lnTo>
                  <a:cubicBezTo>
                    <a:pt x="317" y="5888"/>
                    <a:pt x="251" y="5821"/>
                    <a:pt x="184" y="5821"/>
                  </a:cubicBezTo>
                  <a:close/>
                  <a:moveTo>
                    <a:pt x="234" y="6980"/>
                  </a:moveTo>
                  <a:cubicBezTo>
                    <a:pt x="218" y="6980"/>
                    <a:pt x="202" y="6983"/>
                    <a:pt x="184" y="6988"/>
                  </a:cubicBezTo>
                  <a:cubicBezTo>
                    <a:pt x="117" y="6988"/>
                    <a:pt x="51" y="7055"/>
                    <a:pt x="51" y="7155"/>
                  </a:cubicBezTo>
                  <a:cubicBezTo>
                    <a:pt x="51" y="7355"/>
                    <a:pt x="84" y="7555"/>
                    <a:pt x="84" y="7722"/>
                  </a:cubicBezTo>
                  <a:cubicBezTo>
                    <a:pt x="117" y="7822"/>
                    <a:pt x="184" y="7889"/>
                    <a:pt x="251" y="7889"/>
                  </a:cubicBezTo>
                  <a:cubicBezTo>
                    <a:pt x="351" y="7856"/>
                    <a:pt x="418" y="7789"/>
                    <a:pt x="418" y="7689"/>
                  </a:cubicBezTo>
                  <a:cubicBezTo>
                    <a:pt x="384" y="7522"/>
                    <a:pt x="351" y="7322"/>
                    <a:pt x="351" y="7122"/>
                  </a:cubicBezTo>
                  <a:cubicBezTo>
                    <a:pt x="351" y="7039"/>
                    <a:pt x="306" y="6980"/>
                    <a:pt x="234" y="69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>
              <a:extLst>
                <a:ext uri="{FF2B5EF4-FFF2-40B4-BE49-F238E27FC236}">
                  <a16:creationId xmlns:a16="http://schemas.microsoft.com/office/drawing/2014/main" id="{920C81CC-255F-DB26-8E7A-91091FA494AF}"/>
                </a:ext>
              </a:extLst>
            </p:cNvPr>
            <p:cNvSpPr/>
            <p:nvPr/>
          </p:nvSpPr>
          <p:spPr>
            <a:xfrm>
              <a:off x="3022325" y="3424350"/>
              <a:ext cx="9200" cy="15250"/>
            </a:xfrm>
            <a:custGeom>
              <a:avLst/>
              <a:gdLst/>
              <a:ahLst/>
              <a:cxnLst/>
              <a:rect l="l" t="t" r="r" b="b"/>
              <a:pathLst>
                <a:path w="368" h="610" extrusionOk="0">
                  <a:moveTo>
                    <a:pt x="207" y="0"/>
                  </a:moveTo>
                  <a:cubicBezTo>
                    <a:pt x="193" y="0"/>
                    <a:pt x="180" y="3"/>
                    <a:pt x="167" y="9"/>
                  </a:cubicBezTo>
                  <a:cubicBezTo>
                    <a:pt x="67" y="9"/>
                    <a:pt x="1" y="76"/>
                    <a:pt x="34" y="176"/>
                  </a:cubicBezTo>
                  <a:lnTo>
                    <a:pt x="67" y="476"/>
                  </a:lnTo>
                  <a:cubicBezTo>
                    <a:pt x="67" y="543"/>
                    <a:pt x="134" y="609"/>
                    <a:pt x="234" y="609"/>
                  </a:cubicBezTo>
                  <a:cubicBezTo>
                    <a:pt x="334" y="609"/>
                    <a:pt x="368" y="509"/>
                    <a:pt x="368" y="443"/>
                  </a:cubicBezTo>
                  <a:lnTo>
                    <a:pt x="334" y="109"/>
                  </a:lnTo>
                  <a:cubicBezTo>
                    <a:pt x="334" y="55"/>
                    <a:pt x="268" y="0"/>
                    <a:pt x="2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6">
              <a:extLst>
                <a:ext uri="{FF2B5EF4-FFF2-40B4-BE49-F238E27FC236}">
                  <a16:creationId xmlns:a16="http://schemas.microsoft.com/office/drawing/2014/main" id="{0839D238-6312-275D-4168-FDF3B6C68FD1}"/>
                </a:ext>
              </a:extLst>
            </p:cNvPr>
            <p:cNvSpPr/>
            <p:nvPr/>
          </p:nvSpPr>
          <p:spPr>
            <a:xfrm>
              <a:off x="2729625" y="3234550"/>
              <a:ext cx="26700" cy="32300"/>
            </a:xfrm>
            <a:custGeom>
              <a:avLst/>
              <a:gdLst/>
              <a:ahLst/>
              <a:cxnLst/>
              <a:rect l="l" t="t" r="r" b="b"/>
              <a:pathLst>
                <a:path w="1068" h="1292" extrusionOk="0">
                  <a:moveTo>
                    <a:pt x="801" y="0"/>
                  </a:moveTo>
                  <a:cubicBezTo>
                    <a:pt x="723" y="0"/>
                    <a:pt x="632" y="30"/>
                    <a:pt x="534" y="96"/>
                  </a:cubicBezTo>
                  <a:cubicBezTo>
                    <a:pt x="234" y="262"/>
                    <a:pt x="34" y="596"/>
                    <a:pt x="0" y="963"/>
                  </a:cubicBezTo>
                  <a:cubicBezTo>
                    <a:pt x="0" y="1165"/>
                    <a:pt x="106" y="1291"/>
                    <a:pt x="267" y="1291"/>
                  </a:cubicBezTo>
                  <a:cubicBezTo>
                    <a:pt x="345" y="1291"/>
                    <a:pt x="436" y="1262"/>
                    <a:pt x="534" y="1196"/>
                  </a:cubicBezTo>
                  <a:cubicBezTo>
                    <a:pt x="834" y="1030"/>
                    <a:pt x="1034" y="696"/>
                    <a:pt x="1068" y="329"/>
                  </a:cubicBezTo>
                  <a:cubicBezTo>
                    <a:pt x="1068" y="127"/>
                    <a:pt x="962" y="0"/>
                    <a:pt x="8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6">
              <a:extLst>
                <a:ext uri="{FF2B5EF4-FFF2-40B4-BE49-F238E27FC236}">
                  <a16:creationId xmlns:a16="http://schemas.microsoft.com/office/drawing/2014/main" id="{0385769E-6F48-3C1A-8D85-6E5385E0C13B}"/>
                </a:ext>
              </a:extLst>
            </p:cNvPr>
            <p:cNvSpPr/>
            <p:nvPr/>
          </p:nvSpPr>
          <p:spPr>
            <a:xfrm>
              <a:off x="3009825" y="3169875"/>
              <a:ext cx="26700" cy="32200"/>
            </a:xfrm>
            <a:custGeom>
              <a:avLst/>
              <a:gdLst/>
              <a:ahLst/>
              <a:cxnLst/>
              <a:rect l="l" t="t" r="r" b="b"/>
              <a:pathLst>
                <a:path w="1068" h="1288" extrusionOk="0">
                  <a:moveTo>
                    <a:pt x="800" y="0"/>
                  </a:moveTo>
                  <a:cubicBezTo>
                    <a:pt x="723" y="0"/>
                    <a:pt x="632" y="26"/>
                    <a:pt x="534" y="81"/>
                  </a:cubicBezTo>
                  <a:cubicBezTo>
                    <a:pt x="234" y="247"/>
                    <a:pt x="34" y="581"/>
                    <a:pt x="0" y="948"/>
                  </a:cubicBezTo>
                  <a:cubicBezTo>
                    <a:pt x="0" y="1159"/>
                    <a:pt x="116" y="1287"/>
                    <a:pt x="288" y="1287"/>
                  </a:cubicBezTo>
                  <a:cubicBezTo>
                    <a:pt x="361" y="1287"/>
                    <a:pt x="445" y="1264"/>
                    <a:pt x="534" y="1215"/>
                  </a:cubicBezTo>
                  <a:cubicBezTo>
                    <a:pt x="834" y="1015"/>
                    <a:pt x="1034" y="681"/>
                    <a:pt x="1068" y="314"/>
                  </a:cubicBezTo>
                  <a:cubicBezTo>
                    <a:pt x="1068" y="112"/>
                    <a:pt x="962" y="0"/>
                    <a:pt x="8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6">
              <a:extLst>
                <a:ext uri="{FF2B5EF4-FFF2-40B4-BE49-F238E27FC236}">
                  <a16:creationId xmlns:a16="http://schemas.microsoft.com/office/drawing/2014/main" id="{6ADED0BA-0A60-87AF-0483-FA42D6D0FDBF}"/>
                </a:ext>
              </a:extLst>
            </p:cNvPr>
            <p:cNvSpPr/>
            <p:nvPr/>
          </p:nvSpPr>
          <p:spPr>
            <a:xfrm>
              <a:off x="3290025" y="2961400"/>
              <a:ext cx="26700" cy="32200"/>
            </a:xfrm>
            <a:custGeom>
              <a:avLst/>
              <a:gdLst/>
              <a:ahLst/>
              <a:cxnLst/>
              <a:rect l="l" t="t" r="r" b="b"/>
              <a:pathLst>
                <a:path w="1068" h="1288" extrusionOk="0">
                  <a:moveTo>
                    <a:pt x="800" y="0"/>
                  </a:moveTo>
                  <a:cubicBezTo>
                    <a:pt x="723" y="0"/>
                    <a:pt x="632" y="26"/>
                    <a:pt x="534" y="80"/>
                  </a:cubicBezTo>
                  <a:cubicBezTo>
                    <a:pt x="234" y="247"/>
                    <a:pt x="34" y="581"/>
                    <a:pt x="0" y="948"/>
                  </a:cubicBezTo>
                  <a:cubicBezTo>
                    <a:pt x="0" y="1159"/>
                    <a:pt x="116" y="1287"/>
                    <a:pt x="288" y="1287"/>
                  </a:cubicBezTo>
                  <a:cubicBezTo>
                    <a:pt x="361" y="1287"/>
                    <a:pt x="445" y="1264"/>
                    <a:pt x="534" y="1215"/>
                  </a:cubicBezTo>
                  <a:cubicBezTo>
                    <a:pt x="834" y="1014"/>
                    <a:pt x="1034" y="681"/>
                    <a:pt x="1068" y="314"/>
                  </a:cubicBezTo>
                  <a:cubicBezTo>
                    <a:pt x="1068" y="111"/>
                    <a:pt x="962" y="0"/>
                    <a:pt x="8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6">
              <a:extLst>
                <a:ext uri="{FF2B5EF4-FFF2-40B4-BE49-F238E27FC236}">
                  <a16:creationId xmlns:a16="http://schemas.microsoft.com/office/drawing/2014/main" id="{6B084944-EC20-36B3-BB08-314AD2E79AA5}"/>
                </a:ext>
              </a:extLst>
            </p:cNvPr>
            <p:cNvSpPr/>
            <p:nvPr/>
          </p:nvSpPr>
          <p:spPr>
            <a:xfrm>
              <a:off x="2581175" y="3231100"/>
              <a:ext cx="43350" cy="450325"/>
            </a:xfrm>
            <a:custGeom>
              <a:avLst/>
              <a:gdLst/>
              <a:ahLst/>
              <a:cxnLst/>
              <a:rect l="l" t="t" r="r" b="b"/>
              <a:pathLst>
                <a:path w="1734" h="18013" extrusionOk="0">
                  <a:moveTo>
                    <a:pt x="835" y="0"/>
                  </a:moveTo>
                  <a:cubicBezTo>
                    <a:pt x="768" y="0"/>
                    <a:pt x="701" y="67"/>
                    <a:pt x="701" y="133"/>
                  </a:cubicBezTo>
                  <a:lnTo>
                    <a:pt x="701" y="2035"/>
                  </a:lnTo>
                  <a:lnTo>
                    <a:pt x="134" y="2368"/>
                  </a:lnTo>
                  <a:cubicBezTo>
                    <a:pt x="67" y="2402"/>
                    <a:pt x="34" y="2502"/>
                    <a:pt x="67" y="2569"/>
                  </a:cubicBezTo>
                  <a:cubicBezTo>
                    <a:pt x="101" y="2635"/>
                    <a:pt x="134" y="2635"/>
                    <a:pt x="201" y="2635"/>
                  </a:cubicBezTo>
                  <a:lnTo>
                    <a:pt x="268" y="2635"/>
                  </a:lnTo>
                  <a:lnTo>
                    <a:pt x="701" y="2402"/>
                  </a:lnTo>
                  <a:lnTo>
                    <a:pt x="701" y="4003"/>
                  </a:lnTo>
                  <a:lnTo>
                    <a:pt x="134" y="4336"/>
                  </a:lnTo>
                  <a:cubicBezTo>
                    <a:pt x="1" y="4403"/>
                    <a:pt x="67" y="4603"/>
                    <a:pt x="201" y="4603"/>
                  </a:cubicBezTo>
                  <a:lnTo>
                    <a:pt x="301" y="4603"/>
                  </a:lnTo>
                  <a:lnTo>
                    <a:pt x="701" y="4370"/>
                  </a:lnTo>
                  <a:lnTo>
                    <a:pt x="701" y="5971"/>
                  </a:lnTo>
                  <a:lnTo>
                    <a:pt x="134" y="6271"/>
                  </a:lnTo>
                  <a:cubicBezTo>
                    <a:pt x="67" y="6338"/>
                    <a:pt x="34" y="6438"/>
                    <a:pt x="101" y="6505"/>
                  </a:cubicBezTo>
                  <a:cubicBezTo>
                    <a:pt x="101" y="6538"/>
                    <a:pt x="168" y="6571"/>
                    <a:pt x="234" y="6571"/>
                  </a:cubicBezTo>
                  <a:lnTo>
                    <a:pt x="301" y="6571"/>
                  </a:lnTo>
                  <a:lnTo>
                    <a:pt x="701" y="6305"/>
                  </a:lnTo>
                  <a:lnTo>
                    <a:pt x="701" y="7939"/>
                  </a:lnTo>
                  <a:lnTo>
                    <a:pt x="134" y="8239"/>
                  </a:lnTo>
                  <a:cubicBezTo>
                    <a:pt x="67" y="8306"/>
                    <a:pt x="34" y="8406"/>
                    <a:pt x="101" y="8473"/>
                  </a:cubicBezTo>
                  <a:cubicBezTo>
                    <a:pt x="101" y="8506"/>
                    <a:pt x="168" y="8539"/>
                    <a:pt x="234" y="8539"/>
                  </a:cubicBezTo>
                  <a:cubicBezTo>
                    <a:pt x="268" y="8539"/>
                    <a:pt x="268" y="8539"/>
                    <a:pt x="301" y="8506"/>
                  </a:cubicBezTo>
                  <a:lnTo>
                    <a:pt x="701" y="8273"/>
                  </a:lnTo>
                  <a:lnTo>
                    <a:pt x="701" y="9874"/>
                  </a:lnTo>
                  <a:lnTo>
                    <a:pt x="134" y="10207"/>
                  </a:lnTo>
                  <a:cubicBezTo>
                    <a:pt x="67" y="10274"/>
                    <a:pt x="34" y="10341"/>
                    <a:pt x="101" y="10441"/>
                  </a:cubicBezTo>
                  <a:cubicBezTo>
                    <a:pt x="134" y="10474"/>
                    <a:pt x="168" y="10508"/>
                    <a:pt x="234" y="10508"/>
                  </a:cubicBezTo>
                  <a:lnTo>
                    <a:pt x="301" y="10508"/>
                  </a:lnTo>
                  <a:lnTo>
                    <a:pt x="735" y="10274"/>
                  </a:lnTo>
                  <a:lnTo>
                    <a:pt x="735" y="11875"/>
                  </a:lnTo>
                  <a:lnTo>
                    <a:pt x="168" y="12209"/>
                  </a:lnTo>
                  <a:cubicBezTo>
                    <a:pt x="67" y="12242"/>
                    <a:pt x="67" y="12342"/>
                    <a:pt x="101" y="12409"/>
                  </a:cubicBezTo>
                  <a:cubicBezTo>
                    <a:pt x="134" y="12476"/>
                    <a:pt x="168" y="12476"/>
                    <a:pt x="234" y="12476"/>
                  </a:cubicBezTo>
                  <a:lnTo>
                    <a:pt x="301" y="12476"/>
                  </a:lnTo>
                  <a:lnTo>
                    <a:pt x="735" y="12242"/>
                  </a:lnTo>
                  <a:lnTo>
                    <a:pt x="735" y="13843"/>
                  </a:lnTo>
                  <a:lnTo>
                    <a:pt x="168" y="14177"/>
                  </a:lnTo>
                  <a:cubicBezTo>
                    <a:pt x="101" y="14210"/>
                    <a:pt x="67" y="14310"/>
                    <a:pt x="101" y="14377"/>
                  </a:cubicBezTo>
                  <a:cubicBezTo>
                    <a:pt x="134" y="14410"/>
                    <a:pt x="168" y="14444"/>
                    <a:pt x="234" y="14444"/>
                  </a:cubicBezTo>
                  <a:lnTo>
                    <a:pt x="301" y="14444"/>
                  </a:lnTo>
                  <a:lnTo>
                    <a:pt x="735" y="14210"/>
                  </a:lnTo>
                  <a:lnTo>
                    <a:pt x="735" y="15778"/>
                  </a:lnTo>
                  <a:lnTo>
                    <a:pt x="134" y="16112"/>
                  </a:lnTo>
                  <a:cubicBezTo>
                    <a:pt x="1" y="16212"/>
                    <a:pt x="67" y="16412"/>
                    <a:pt x="234" y="16412"/>
                  </a:cubicBezTo>
                  <a:lnTo>
                    <a:pt x="301" y="16412"/>
                  </a:lnTo>
                  <a:lnTo>
                    <a:pt x="735" y="16145"/>
                  </a:lnTo>
                  <a:cubicBezTo>
                    <a:pt x="801" y="16712"/>
                    <a:pt x="835" y="17312"/>
                    <a:pt x="901" y="17880"/>
                  </a:cubicBezTo>
                  <a:cubicBezTo>
                    <a:pt x="901" y="17946"/>
                    <a:pt x="968" y="18013"/>
                    <a:pt x="1068" y="18013"/>
                  </a:cubicBezTo>
                  <a:cubicBezTo>
                    <a:pt x="1135" y="18013"/>
                    <a:pt x="1202" y="17913"/>
                    <a:pt x="1202" y="17846"/>
                  </a:cubicBezTo>
                  <a:cubicBezTo>
                    <a:pt x="1102" y="17212"/>
                    <a:pt x="1068" y="16579"/>
                    <a:pt x="1035" y="15978"/>
                  </a:cubicBezTo>
                  <a:lnTo>
                    <a:pt x="1569" y="15645"/>
                  </a:lnTo>
                  <a:cubicBezTo>
                    <a:pt x="1710" y="15560"/>
                    <a:pt x="1636" y="15356"/>
                    <a:pt x="1488" y="15356"/>
                  </a:cubicBezTo>
                  <a:cubicBezTo>
                    <a:pt x="1462" y="15356"/>
                    <a:pt x="1432" y="15362"/>
                    <a:pt x="1402" y="15378"/>
                  </a:cubicBezTo>
                  <a:lnTo>
                    <a:pt x="1035" y="15611"/>
                  </a:lnTo>
                  <a:cubicBezTo>
                    <a:pt x="1035" y="15077"/>
                    <a:pt x="1001" y="14544"/>
                    <a:pt x="1035" y="14010"/>
                  </a:cubicBezTo>
                  <a:lnTo>
                    <a:pt x="1569" y="13676"/>
                  </a:lnTo>
                  <a:cubicBezTo>
                    <a:pt x="1635" y="13643"/>
                    <a:pt x="1669" y="13543"/>
                    <a:pt x="1635" y="13476"/>
                  </a:cubicBezTo>
                  <a:cubicBezTo>
                    <a:pt x="1611" y="13428"/>
                    <a:pt x="1551" y="13397"/>
                    <a:pt x="1494" y="13397"/>
                  </a:cubicBezTo>
                  <a:cubicBezTo>
                    <a:pt x="1473" y="13397"/>
                    <a:pt x="1453" y="13401"/>
                    <a:pt x="1435" y="13410"/>
                  </a:cubicBezTo>
                  <a:lnTo>
                    <a:pt x="1001" y="13643"/>
                  </a:lnTo>
                  <a:lnTo>
                    <a:pt x="1001" y="12042"/>
                  </a:lnTo>
                  <a:lnTo>
                    <a:pt x="1569" y="11742"/>
                  </a:lnTo>
                  <a:cubicBezTo>
                    <a:pt x="1733" y="11659"/>
                    <a:pt x="1649" y="11441"/>
                    <a:pt x="1503" y="11441"/>
                  </a:cubicBezTo>
                  <a:cubicBezTo>
                    <a:pt x="1471" y="11441"/>
                    <a:pt x="1437" y="11451"/>
                    <a:pt x="1402" y="11475"/>
                  </a:cubicBezTo>
                  <a:lnTo>
                    <a:pt x="1001" y="11708"/>
                  </a:lnTo>
                  <a:lnTo>
                    <a:pt x="1001" y="10074"/>
                  </a:lnTo>
                  <a:lnTo>
                    <a:pt x="1569" y="9774"/>
                  </a:lnTo>
                  <a:cubicBezTo>
                    <a:pt x="1635" y="9707"/>
                    <a:pt x="1669" y="9640"/>
                    <a:pt x="1602" y="9540"/>
                  </a:cubicBezTo>
                  <a:cubicBezTo>
                    <a:pt x="1581" y="9499"/>
                    <a:pt x="1535" y="9470"/>
                    <a:pt x="1487" y="9470"/>
                  </a:cubicBezTo>
                  <a:cubicBezTo>
                    <a:pt x="1458" y="9470"/>
                    <a:pt x="1427" y="9481"/>
                    <a:pt x="1402" y="9507"/>
                  </a:cubicBezTo>
                  <a:lnTo>
                    <a:pt x="968" y="9740"/>
                  </a:lnTo>
                  <a:lnTo>
                    <a:pt x="968" y="8139"/>
                  </a:lnTo>
                  <a:lnTo>
                    <a:pt x="1535" y="7806"/>
                  </a:lnTo>
                  <a:cubicBezTo>
                    <a:pt x="1705" y="7721"/>
                    <a:pt x="1611" y="7517"/>
                    <a:pt x="1477" y="7517"/>
                  </a:cubicBezTo>
                  <a:cubicBezTo>
                    <a:pt x="1453" y="7517"/>
                    <a:pt x="1427" y="7523"/>
                    <a:pt x="1402" y="7539"/>
                  </a:cubicBezTo>
                  <a:lnTo>
                    <a:pt x="968" y="7772"/>
                  </a:lnTo>
                  <a:lnTo>
                    <a:pt x="968" y="6171"/>
                  </a:lnTo>
                  <a:lnTo>
                    <a:pt x="1535" y="5838"/>
                  </a:lnTo>
                  <a:cubicBezTo>
                    <a:pt x="1602" y="5804"/>
                    <a:pt x="1635" y="5704"/>
                    <a:pt x="1569" y="5637"/>
                  </a:cubicBezTo>
                  <a:cubicBezTo>
                    <a:pt x="1547" y="5574"/>
                    <a:pt x="1499" y="5551"/>
                    <a:pt x="1450" y="5551"/>
                  </a:cubicBezTo>
                  <a:cubicBezTo>
                    <a:pt x="1422" y="5551"/>
                    <a:pt x="1393" y="5558"/>
                    <a:pt x="1368" y="5571"/>
                  </a:cubicBezTo>
                  <a:lnTo>
                    <a:pt x="968" y="5804"/>
                  </a:lnTo>
                  <a:lnTo>
                    <a:pt x="968" y="4170"/>
                  </a:lnTo>
                  <a:lnTo>
                    <a:pt x="1569" y="3836"/>
                  </a:lnTo>
                  <a:cubicBezTo>
                    <a:pt x="1669" y="3803"/>
                    <a:pt x="1669" y="3703"/>
                    <a:pt x="1635" y="3636"/>
                  </a:cubicBezTo>
                  <a:cubicBezTo>
                    <a:pt x="1614" y="3573"/>
                    <a:pt x="1566" y="3549"/>
                    <a:pt x="1517" y="3549"/>
                  </a:cubicBezTo>
                  <a:cubicBezTo>
                    <a:pt x="1488" y="3549"/>
                    <a:pt x="1460" y="3557"/>
                    <a:pt x="1435" y="3569"/>
                  </a:cubicBezTo>
                  <a:lnTo>
                    <a:pt x="1001" y="3803"/>
                  </a:lnTo>
                  <a:lnTo>
                    <a:pt x="1001" y="2202"/>
                  </a:lnTo>
                  <a:lnTo>
                    <a:pt x="1569" y="1868"/>
                  </a:lnTo>
                  <a:cubicBezTo>
                    <a:pt x="1635" y="1835"/>
                    <a:pt x="1669" y="1735"/>
                    <a:pt x="1635" y="1668"/>
                  </a:cubicBezTo>
                  <a:cubicBezTo>
                    <a:pt x="1611" y="1619"/>
                    <a:pt x="1551" y="1588"/>
                    <a:pt x="1481" y="1588"/>
                  </a:cubicBezTo>
                  <a:cubicBezTo>
                    <a:pt x="1455" y="1588"/>
                    <a:pt x="1429" y="1592"/>
                    <a:pt x="1402" y="1601"/>
                  </a:cubicBezTo>
                  <a:lnTo>
                    <a:pt x="1001" y="1835"/>
                  </a:lnTo>
                  <a:lnTo>
                    <a:pt x="1001" y="133"/>
                  </a:lnTo>
                  <a:cubicBezTo>
                    <a:pt x="1001" y="67"/>
                    <a:pt x="935" y="0"/>
                    <a:pt x="8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6">
              <a:extLst>
                <a:ext uri="{FF2B5EF4-FFF2-40B4-BE49-F238E27FC236}">
                  <a16:creationId xmlns:a16="http://schemas.microsoft.com/office/drawing/2014/main" id="{11AFB8C2-3BBD-A29E-63E9-07A4EF372B97}"/>
                </a:ext>
              </a:extLst>
            </p:cNvPr>
            <p:cNvSpPr/>
            <p:nvPr/>
          </p:nvSpPr>
          <p:spPr>
            <a:xfrm>
              <a:off x="2745475" y="3488925"/>
              <a:ext cx="879800" cy="520300"/>
            </a:xfrm>
            <a:custGeom>
              <a:avLst/>
              <a:gdLst/>
              <a:ahLst/>
              <a:cxnLst/>
              <a:rect l="l" t="t" r="r" b="b"/>
              <a:pathLst>
                <a:path w="35192" h="20812" extrusionOk="0">
                  <a:moveTo>
                    <a:pt x="32556" y="0"/>
                  </a:moveTo>
                  <a:cubicBezTo>
                    <a:pt x="32100" y="0"/>
                    <a:pt x="31642" y="118"/>
                    <a:pt x="31222" y="361"/>
                  </a:cubicBezTo>
                  <a:lnTo>
                    <a:pt x="1368" y="17607"/>
                  </a:lnTo>
                  <a:cubicBezTo>
                    <a:pt x="300" y="18207"/>
                    <a:pt x="0" y="19375"/>
                    <a:pt x="767" y="20176"/>
                  </a:cubicBezTo>
                  <a:cubicBezTo>
                    <a:pt x="1175" y="20601"/>
                    <a:pt x="1828" y="20811"/>
                    <a:pt x="2512" y="20811"/>
                  </a:cubicBezTo>
                  <a:cubicBezTo>
                    <a:pt x="3060" y="20811"/>
                    <a:pt x="3628" y="20676"/>
                    <a:pt x="4103" y="20409"/>
                  </a:cubicBezTo>
                  <a:lnTo>
                    <a:pt x="33958" y="3163"/>
                  </a:lnTo>
                  <a:cubicBezTo>
                    <a:pt x="35025" y="2563"/>
                    <a:pt x="35192" y="1495"/>
                    <a:pt x="34425" y="728"/>
                  </a:cubicBezTo>
                  <a:cubicBezTo>
                    <a:pt x="33889" y="252"/>
                    <a:pt x="33224" y="0"/>
                    <a:pt x="32556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6">
              <a:extLst>
                <a:ext uri="{FF2B5EF4-FFF2-40B4-BE49-F238E27FC236}">
                  <a16:creationId xmlns:a16="http://schemas.microsoft.com/office/drawing/2014/main" id="{88F34906-CA00-C2D0-6941-8218C1ACDEBA}"/>
                </a:ext>
              </a:extLst>
            </p:cNvPr>
            <p:cNvSpPr/>
            <p:nvPr/>
          </p:nvSpPr>
          <p:spPr>
            <a:xfrm>
              <a:off x="2620675" y="3281500"/>
              <a:ext cx="857200" cy="495900"/>
            </a:xfrm>
            <a:custGeom>
              <a:avLst/>
              <a:gdLst/>
              <a:ahLst/>
              <a:cxnLst/>
              <a:rect l="l" t="t" r="r" b="b"/>
              <a:pathLst>
                <a:path w="34288" h="19836" extrusionOk="0">
                  <a:moveTo>
                    <a:pt x="33966" y="0"/>
                  </a:moveTo>
                  <a:cubicBezTo>
                    <a:pt x="33938" y="0"/>
                    <a:pt x="33909" y="6"/>
                    <a:pt x="33879" y="19"/>
                  </a:cubicBezTo>
                  <a:lnTo>
                    <a:pt x="255" y="19433"/>
                  </a:lnTo>
                  <a:cubicBezTo>
                    <a:pt x="0" y="19497"/>
                    <a:pt x="81" y="19835"/>
                    <a:pt x="322" y="19835"/>
                  </a:cubicBezTo>
                  <a:cubicBezTo>
                    <a:pt x="333" y="19835"/>
                    <a:pt x="344" y="19834"/>
                    <a:pt x="355" y="19833"/>
                  </a:cubicBezTo>
                  <a:lnTo>
                    <a:pt x="456" y="19833"/>
                  </a:lnTo>
                  <a:lnTo>
                    <a:pt x="34113" y="386"/>
                  </a:lnTo>
                  <a:cubicBezTo>
                    <a:pt x="34288" y="269"/>
                    <a:pt x="34157" y="0"/>
                    <a:pt x="339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6">
              <a:extLst>
                <a:ext uri="{FF2B5EF4-FFF2-40B4-BE49-F238E27FC236}">
                  <a16:creationId xmlns:a16="http://schemas.microsoft.com/office/drawing/2014/main" id="{F8C9A978-4504-5859-1FAD-F49B10EB7438}"/>
                </a:ext>
              </a:extLst>
            </p:cNvPr>
            <p:cNvSpPr/>
            <p:nvPr/>
          </p:nvSpPr>
          <p:spPr>
            <a:xfrm>
              <a:off x="2640400" y="3326150"/>
              <a:ext cx="853125" cy="497050"/>
            </a:xfrm>
            <a:custGeom>
              <a:avLst/>
              <a:gdLst/>
              <a:ahLst/>
              <a:cxnLst/>
              <a:rect l="l" t="t" r="r" b="b"/>
              <a:pathLst>
                <a:path w="34125" h="19882" extrusionOk="0">
                  <a:moveTo>
                    <a:pt x="33898" y="1"/>
                  </a:moveTo>
                  <a:cubicBezTo>
                    <a:pt x="33861" y="1"/>
                    <a:pt x="33824" y="12"/>
                    <a:pt x="33791" y="34"/>
                  </a:cubicBezTo>
                  <a:lnTo>
                    <a:pt x="134" y="19448"/>
                  </a:lnTo>
                  <a:cubicBezTo>
                    <a:pt x="33" y="19515"/>
                    <a:pt x="0" y="19648"/>
                    <a:pt x="67" y="19748"/>
                  </a:cubicBezTo>
                  <a:cubicBezTo>
                    <a:pt x="100" y="19815"/>
                    <a:pt x="167" y="19882"/>
                    <a:pt x="234" y="19882"/>
                  </a:cubicBezTo>
                  <a:cubicBezTo>
                    <a:pt x="300" y="19882"/>
                    <a:pt x="334" y="19848"/>
                    <a:pt x="367" y="19848"/>
                  </a:cubicBezTo>
                  <a:lnTo>
                    <a:pt x="33991" y="434"/>
                  </a:lnTo>
                  <a:cubicBezTo>
                    <a:pt x="34091" y="368"/>
                    <a:pt x="34124" y="234"/>
                    <a:pt x="34091" y="134"/>
                  </a:cubicBezTo>
                  <a:cubicBezTo>
                    <a:pt x="34047" y="45"/>
                    <a:pt x="33973" y="1"/>
                    <a:pt x="338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6">
              <a:extLst>
                <a:ext uri="{FF2B5EF4-FFF2-40B4-BE49-F238E27FC236}">
                  <a16:creationId xmlns:a16="http://schemas.microsoft.com/office/drawing/2014/main" id="{2914AB5C-957C-035C-B8FF-FBE3C5B3A1FC}"/>
                </a:ext>
              </a:extLst>
            </p:cNvPr>
            <p:cNvSpPr/>
            <p:nvPr/>
          </p:nvSpPr>
          <p:spPr>
            <a:xfrm>
              <a:off x="2659575" y="3369900"/>
              <a:ext cx="856650" cy="496675"/>
            </a:xfrm>
            <a:custGeom>
              <a:avLst/>
              <a:gdLst/>
              <a:ahLst/>
              <a:cxnLst/>
              <a:rect l="l" t="t" r="r" b="b"/>
              <a:pathLst>
                <a:path w="34266" h="19867" extrusionOk="0">
                  <a:moveTo>
                    <a:pt x="33945" y="0"/>
                  </a:moveTo>
                  <a:cubicBezTo>
                    <a:pt x="33917" y="0"/>
                    <a:pt x="33888" y="6"/>
                    <a:pt x="33858" y="19"/>
                  </a:cubicBezTo>
                  <a:lnTo>
                    <a:pt x="234" y="19466"/>
                  </a:lnTo>
                  <a:cubicBezTo>
                    <a:pt x="0" y="19566"/>
                    <a:pt x="100" y="19866"/>
                    <a:pt x="334" y="19866"/>
                  </a:cubicBezTo>
                  <a:cubicBezTo>
                    <a:pt x="367" y="19866"/>
                    <a:pt x="401" y="19866"/>
                    <a:pt x="434" y="19833"/>
                  </a:cubicBezTo>
                  <a:lnTo>
                    <a:pt x="34091" y="386"/>
                  </a:lnTo>
                  <a:cubicBezTo>
                    <a:pt x="34266" y="269"/>
                    <a:pt x="34136" y="0"/>
                    <a:pt x="3394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6">
              <a:extLst>
                <a:ext uri="{FF2B5EF4-FFF2-40B4-BE49-F238E27FC236}">
                  <a16:creationId xmlns:a16="http://schemas.microsoft.com/office/drawing/2014/main" id="{3B68A910-3477-5CE4-C694-88150C9D7A39}"/>
                </a:ext>
              </a:extLst>
            </p:cNvPr>
            <p:cNvSpPr/>
            <p:nvPr/>
          </p:nvSpPr>
          <p:spPr>
            <a:xfrm>
              <a:off x="2686250" y="3411600"/>
              <a:ext cx="855000" cy="496675"/>
            </a:xfrm>
            <a:custGeom>
              <a:avLst/>
              <a:gdLst/>
              <a:ahLst/>
              <a:cxnLst/>
              <a:rect l="l" t="t" r="r" b="b"/>
              <a:pathLst>
                <a:path w="34200" h="19867" extrusionOk="0">
                  <a:moveTo>
                    <a:pt x="33888" y="0"/>
                  </a:moveTo>
                  <a:cubicBezTo>
                    <a:pt x="33858" y="0"/>
                    <a:pt x="33825" y="6"/>
                    <a:pt x="33792" y="19"/>
                  </a:cubicBezTo>
                  <a:lnTo>
                    <a:pt x="168" y="19466"/>
                  </a:lnTo>
                  <a:cubicBezTo>
                    <a:pt x="34" y="19499"/>
                    <a:pt x="1" y="19633"/>
                    <a:pt x="67" y="19733"/>
                  </a:cubicBezTo>
                  <a:cubicBezTo>
                    <a:pt x="101" y="19799"/>
                    <a:pt x="168" y="19866"/>
                    <a:pt x="268" y="19866"/>
                  </a:cubicBezTo>
                  <a:cubicBezTo>
                    <a:pt x="301" y="19866"/>
                    <a:pt x="334" y="19866"/>
                    <a:pt x="368" y="19833"/>
                  </a:cubicBezTo>
                  <a:lnTo>
                    <a:pt x="34025" y="385"/>
                  </a:lnTo>
                  <a:cubicBezTo>
                    <a:pt x="34200" y="269"/>
                    <a:pt x="34095" y="0"/>
                    <a:pt x="338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6">
              <a:extLst>
                <a:ext uri="{FF2B5EF4-FFF2-40B4-BE49-F238E27FC236}">
                  <a16:creationId xmlns:a16="http://schemas.microsoft.com/office/drawing/2014/main" id="{B43A4F95-ECC3-E809-D804-B6B973FD310F}"/>
                </a:ext>
              </a:extLst>
            </p:cNvPr>
            <p:cNvSpPr/>
            <p:nvPr/>
          </p:nvSpPr>
          <p:spPr>
            <a:xfrm>
              <a:off x="3398425" y="2685675"/>
              <a:ext cx="835625" cy="470125"/>
            </a:xfrm>
            <a:custGeom>
              <a:avLst/>
              <a:gdLst/>
              <a:ahLst/>
              <a:cxnLst/>
              <a:rect l="l" t="t" r="r" b="b"/>
              <a:pathLst>
                <a:path w="33425" h="18805" extrusionOk="0">
                  <a:moveTo>
                    <a:pt x="31526" y="1"/>
                  </a:moveTo>
                  <a:cubicBezTo>
                    <a:pt x="30642" y="1"/>
                    <a:pt x="29589" y="309"/>
                    <a:pt x="28855" y="735"/>
                  </a:cubicBezTo>
                  <a:lnTo>
                    <a:pt x="1135" y="16713"/>
                  </a:lnTo>
                  <a:cubicBezTo>
                    <a:pt x="101" y="17314"/>
                    <a:pt x="1" y="18048"/>
                    <a:pt x="835" y="18515"/>
                  </a:cubicBezTo>
                  <a:cubicBezTo>
                    <a:pt x="1199" y="18704"/>
                    <a:pt x="1685" y="18804"/>
                    <a:pt x="2205" y="18804"/>
                  </a:cubicBezTo>
                  <a:cubicBezTo>
                    <a:pt x="2875" y="18804"/>
                    <a:pt x="3603" y="18638"/>
                    <a:pt x="4204" y="18281"/>
                  </a:cubicBezTo>
                  <a:lnTo>
                    <a:pt x="32224" y="2136"/>
                  </a:lnTo>
                  <a:cubicBezTo>
                    <a:pt x="33258" y="1536"/>
                    <a:pt x="33425" y="535"/>
                    <a:pt x="32491" y="168"/>
                  </a:cubicBezTo>
                  <a:cubicBezTo>
                    <a:pt x="32220" y="52"/>
                    <a:pt x="31887" y="1"/>
                    <a:pt x="3152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6">
              <a:extLst>
                <a:ext uri="{FF2B5EF4-FFF2-40B4-BE49-F238E27FC236}">
                  <a16:creationId xmlns:a16="http://schemas.microsoft.com/office/drawing/2014/main" id="{855D2944-3F72-E12D-9178-2E794ABEFDA8}"/>
                </a:ext>
              </a:extLst>
            </p:cNvPr>
            <p:cNvSpPr/>
            <p:nvPr/>
          </p:nvSpPr>
          <p:spPr>
            <a:xfrm>
              <a:off x="3501000" y="2742100"/>
              <a:ext cx="810600" cy="471500"/>
            </a:xfrm>
            <a:custGeom>
              <a:avLst/>
              <a:gdLst/>
              <a:ahLst/>
              <a:cxnLst/>
              <a:rect l="l" t="t" r="r" b="b"/>
              <a:pathLst>
                <a:path w="32424" h="18860" extrusionOk="0">
                  <a:moveTo>
                    <a:pt x="32137" y="0"/>
                  </a:moveTo>
                  <a:cubicBezTo>
                    <a:pt x="32109" y="0"/>
                    <a:pt x="32082" y="4"/>
                    <a:pt x="32057" y="13"/>
                  </a:cubicBezTo>
                  <a:lnTo>
                    <a:pt x="134" y="18459"/>
                  </a:lnTo>
                  <a:cubicBezTo>
                    <a:pt x="34" y="18493"/>
                    <a:pt x="1" y="18626"/>
                    <a:pt x="67" y="18759"/>
                  </a:cubicBezTo>
                  <a:cubicBezTo>
                    <a:pt x="101" y="18826"/>
                    <a:pt x="167" y="18860"/>
                    <a:pt x="268" y="18860"/>
                  </a:cubicBezTo>
                  <a:cubicBezTo>
                    <a:pt x="301" y="18860"/>
                    <a:pt x="334" y="18860"/>
                    <a:pt x="368" y="18826"/>
                  </a:cubicBezTo>
                  <a:lnTo>
                    <a:pt x="32257" y="413"/>
                  </a:lnTo>
                  <a:cubicBezTo>
                    <a:pt x="32357" y="346"/>
                    <a:pt x="32424" y="213"/>
                    <a:pt x="32357" y="113"/>
                  </a:cubicBezTo>
                  <a:cubicBezTo>
                    <a:pt x="32307" y="38"/>
                    <a:pt x="32220" y="0"/>
                    <a:pt x="321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6">
              <a:extLst>
                <a:ext uri="{FF2B5EF4-FFF2-40B4-BE49-F238E27FC236}">
                  <a16:creationId xmlns:a16="http://schemas.microsoft.com/office/drawing/2014/main" id="{B6D9DE33-A81D-BB80-18F8-7EA35500784E}"/>
                </a:ext>
              </a:extLst>
            </p:cNvPr>
            <p:cNvSpPr/>
            <p:nvPr/>
          </p:nvSpPr>
          <p:spPr>
            <a:xfrm>
              <a:off x="3534350" y="2777400"/>
              <a:ext cx="811450" cy="472050"/>
            </a:xfrm>
            <a:custGeom>
              <a:avLst/>
              <a:gdLst/>
              <a:ahLst/>
              <a:cxnLst/>
              <a:rect l="l" t="t" r="r" b="b"/>
              <a:pathLst>
                <a:path w="32458" h="18882" extrusionOk="0">
                  <a:moveTo>
                    <a:pt x="32205" y="0"/>
                  </a:moveTo>
                  <a:cubicBezTo>
                    <a:pt x="32166" y="0"/>
                    <a:pt x="32126" y="11"/>
                    <a:pt x="32091" y="35"/>
                  </a:cubicBezTo>
                  <a:lnTo>
                    <a:pt x="134" y="18448"/>
                  </a:lnTo>
                  <a:cubicBezTo>
                    <a:pt x="34" y="18515"/>
                    <a:pt x="1" y="18648"/>
                    <a:pt x="34" y="18748"/>
                  </a:cubicBezTo>
                  <a:cubicBezTo>
                    <a:pt x="101" y="18815"/>
                    <a:pt x="168" y="18882"/>
                    <a:pt x="234" y="18882"/>
                  </a:cubicBezTo>
                  <a:cubicBezTo>
                    <a:pt x="268" y="18882"/>
                    <a:pt x="301" y="18849"/>
                    <a:pt x="335" y="18849"/>
                  </a:cubicBezTo>
                  <a:lnTo>
                    <a:pt x="32291" y="402"/>
                  </a:lnTo>
                  <a:cubicBezTo>
                    <a:pt x="32391" y="335"/>
                    <a:pt x="32457" y="202"/>
                    <a:pt x="32391" y="102"/>
                  </a:cubicBezTo>
                  <a:cubicBezTo>
                    <a:pt x="32348" y="37"/>
                    <a:pt x="32277" y="0"/>
                    <a:pt x="322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6">
              <a:extLst>
                <a:ext uri="{FF2B5EF4-FFF2-40B4-BE49-F238E27FC236}">
                  <a16:creationId xmlns:a16="http://schemas.microsoft.com/office/drawing/2014/main" id="{04CA26AF-FAA4-1053-F839-8E7E0983C5D6}"/>
                </a:ext>
              </a:extLst>
            </p:cNvPr>
            <p:cNvSpPr/>
            <p:nvPr/>
          </p:nvSpPr>
          <p:spPr>
            <a:xfrm>
              <a:off x="3565150" y="3277525"/>
              <a:ext cx="111850" cy="379725"/>
            </a:xfrm>
            <a:custGeom>
              <a:avLst/>
              <a:gdLst/>
              <a:ahLst/>
              <a:cxnLst/>
              <a:rect l="l" t="t" r="r" b="b"/>
              <a:pathLst>
                <a:path w="4474" h="15189" extrusionOk="0">
                  <a:moveTo>
                    <a:pt x="262" y="0"/>
                  </a:moveTo>
                  <a:cubicBezTo>
                    <a:pt x="134" y="0"/>
                    <a:pt x="1" y="142"/>
                    <a:pt x="103" y="245"/>
                  </a:cubicBezTo>
                  <a:cubicBezTo>
                    <a:pt x="1371" y="1746"/>
                    <a:pt x="2338" y="3447"/>
                    <a:pt x="3005" y="5281"/>
                  </a:cubicBezTo>
                  <a:cubicBezTo>
                    <a:pt x="3639" y="7149"/>
                    <a:pt x="4006" y="9084"/>
                    <a:pt x="4106" y="11052"/>
                  </a:cubicBezTo>
                  <a:lnTo>
                    <a:pt x="4106" y="11219"/>
                  </a:lnTo>
                  <a:cubicBezTo>
                    <a:pt x="4139" y="12053"/>
                    <a:pt x="4139" y="12053"/>
                    <a:pt x="4139" y="13354"/>
                  </a:cubicBezTo>
                  <a:lnTo>
                    <a:pt x="4139" y="15022"/>
                  </a:lnTo>
                  <a:cubicBezTo>
                    <a:pt x="4139" y="15122"/>
                    <a:pt x="4206" y="15189"/>
                    <a:pt x="4306" y="15189"/>
                  </a:cubicBezTo>
                  <a:cubicBezTo>
                    <a:pt x="4406" y="15189"/>
                    <a:pt x="4473" y="15089"/>
                    <a:pt x="4473" y="15022"/>
                  </a:cubicBezTo>
                  <a:lnTo>
                    <a:pt x="4473" y="13321"/>
                  </a:lnTo>
                  <a:cubicBezTo>
                    <a:pt x="4473" y="12020"/>
                    <a:pt x="4473" y="12020"/>
                    <a:pt x="4440" y="11152"/>
                  </a:cubicBezTo>
                  <a:lnTo>
                    <a:pt x="4440" y="11019"/>
                  </a:lnTo>
                  <a:cubicBezTo>
                    <a:pt x="4306" y="9017"/>
                    <a:pt x="3939" y="7049"/>
                    <a:pt x="3272" y="5181"/>
                  </a:cubicBezTo>
                  <a:cubicBezTo>
                    <a:pt x="2605" y="3313"/>
                    <a:pt x="1638" y="1579"/>
                    <a:pt x="370" y="44"/>
                  </a:cubicBezTo>
                  <a:cubicBezTo>
                    <a:pt x="339" y="13"/>
                    <a:pt x="301" y="0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6">
              <a:extLst>
                <a:ext uri="{FF2B5EF4-FFF2-40B4-BE49-F238E27FC236}">
                  <a16:creationId xmlns:a16="http://schemas.microsoft.com/office/drawing/2014/main" id="{6F2579CB-5A04-A6D0-9A3A-77B0599BAF7A}"/>
                </a:ext>
              </a:extLst>
            </p:cNvPr>
            <p:cNvSpPr/>
            <p:nvPr/>
          </p:nvSpPr>
          <p:spPr>
            <a:xfrm>
              <a:off x="3648600" y="3109325"/>
              <a:ext cx="346125" cy="221400"/>
            </a:xfrm>
            <a:custGeom>
              <a:avLst/>
              <a:gdLst/>
              <a:ahLst/>
              <a:cxnLst/>
              <a:rect l="l" t="t" r="r" b="b"/>
              <a:pathLst>
                <a:path w="13845" h="8856" extrusionOk="0">
                  <a:moveTo>
                    <a:pt x="12824" y="1"/>
                  </a:moveTo>
                  <a:cubicBezTo>
                    <a:pt x="12729" y="1"/>
                    <a:pt x="12632" y="23"/>
                    <a:pt x="12543" y="68"/>
                  </a:cubicBezTo>
                  <a:lnTo>
                    <a:pt x="334" y="7106"/>
                  </a:lnTo>
                  <a:cubicBezTo>
                    <a:pt x="68" y="7273"/>
                    <a:pt x="1" y="7606"/>
                    <a:pt x="168" y="7840"/>
                  </a:cubicBezTo>
                  <a:cubicBezTo>
                    <a:pt x="334" y="8073"/>
                    <a:pt x="501" y="8307"/>
                    <a:pt x="635" y="8574"/>
                  </a:cubicBezTo>
                  <a:cubicBezTo>
                    <a:pt x="724" y="8752"/>
                    <a:pt x="902" y="8855"/>
                    <a:pt x="1089" y="8855"/>
                  </a:cubicBezTo>
                  <a:cubicBezTo>
                    <a:pt x="1183" y="8855"/>
                    <a:pt x="1280" y="8829"/>
                    <a:pt x="1369" y="8774"/>
                  </a:cubicBezTo>
                  <a:lnTo>
                    <a:pt x="13511" y="1769"/>
                  </a:lnTo>
                  <a:cubicBezTo>
                    <a:pt x="13744" y="1635"/>
                    <a:pt x="13844" y="1302"/>
                    <a:pt x="13711" y="1035"/>
                  </a:cubicBezTo>
                  <a:cubicBezTo>
                    <a:pt x="13611" y="768"/>
                    <a:pt x="13444" y="501"/>
                    <a:pt x="13310" y="268"/>
                  </a:cubicBezTo>
                  <a:cubicBezTo>
                    <a:pt x="13199" y="90"/>
                    <a:pt x="13014" y="1"/>
                    <a:pt x="1282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6">
              <a:extLst>
                <a:ext uri="{FF2B5EF4-FFF2-40B4-BE49-F238E27FC236}">
                  <a16:creationId xmlns:a16="http://schemas.microsoft.com/office/drawing/2014/main" id="{6AEAA82F-E3AB-F75E-78DC-06592BF8DF98}"/>
                </a:ext>
              </a:extLst>
            </p:cNvPr>
            <p:cNvSpPr/>
            <p:nvPr/>
          </p:nvSpPr>
          <p:spPr>
            <a:xfrm>
              <a:off x="3691975" y="2954900"/>
              <a:ext cx="757225" cy="468200"/>
            </a:xfrm>
            <a:custGeom>
              <a:avLst/>
              <a:gdLst/>
              <a:ahLst/>
              <a:cxnLst/>
              <a:rect l="l" t="t" r="r" b="b"/>
              <a:pathLst>
                <a:path w="30289" h="18728" extrusionOk="0">
                  <a:moveTo>
                    <a:pt x="29554" y="1"/>
                  </a:moveTo>
                  <a:cubicBezTo>
                    <a:pt x="29472" y="1"/>
                    <a:pt x="29391" y="24"/>
                    <a:pt x="29321" y="74"/>
                  </a:cubicBezTo>
                  <a:lnTo>
                    <a:pt x="401" y="16785"/>
                  </a:lnTo>
                  <a:cubicBezTo>
                    <a:pt x="134" y="16952"/>
                    <a:pt x="0" y="17286"/>
                    <a:pt x="101" y="17586"/>
                  </a:cubicBezTo>
                  <a:cubicBezTo>
                    <a:pt x="167" y="17853"/>
                    <a:pt x="267" y="18120"/>
                    <a:pt x="334" y="18420"/>
                  </a:cubicBezTo>
                  <a:cubicBezTo>
                    <a:pt x="381" y="18606"/>
                    <a:pt x="540" y="18727"/>
                    <a:pt x="723" y="18727"/>
                  </a:cubicBezTo>
                  <a:cubicBezTo>
                    <a:pt x="803" y="18727"/>
                    <a:pt x="887" y="18704"/>
                    <a:pt x="968" y="18653"/>
                  </a:cubicBezTo>
                  <a:lnTo>
                    <a:pt x="29888" y="1975"/>
                  </a:lnTo>
                  <a:cubicBezTo>
                    <a:pt x="30155" y="1808"/>
                    <a:pt x="30289" y="1475"/>
                    <a:pt x="30222" y="1174"/>
                  </a:cubicBezTo>
                  <a:cubicBezTo>
                    <a:pt x="30122" y="874"/>
                    <a:pt x="30055" y="607"/>
                    <a:pt x="29989" y="340"/>
                  </a:cubicBezTo>
                  <a:cubicBezTo>
                    <a:pt x="29942" y="129"/>
                    <a:pt x="29747" y="1"/>
                    <a:pt x="2955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6">
              <a:extLst>
                <a:ext uri="{FF2B5EF4-FFF2-40B4-BE49-F238E27FC236}">
                  <a16:creationId xmlns:a16="http://schemas.microsoft.com/office/drawing/2014/main" id="{DB465EAD-FA19-554B-F030-D784BF6067B9}"/>
                </a:ext>
              </a:extLst>
            </p:cNvPr>
            <p:cNvSpPr/>
            <p:nvPr/>
          </p:nvSpPr>
          <p:spPr>
            <a:xfrm>
              <a:off x="3691975" y="2954900"/>
              <a:ext cx="757225" cy="468200"/>
            </a:xfrm>
            <a:custGeom>
              <a:avLst/>
              <a:gdLst/>
              <a:ahLst/>
              <a:cxnLst/>
              <a:rect l="l" t="t" r="r" b="b"/>
              <a:pathLst>
                <a:path w="30289" h="18728" extrusionOk="0">
                  <a:moveTo>
                    <a:pt x="29554" y="1"/>
                  </a:moveTo>
                  <a:cubicBezTo>
                    <a:pt x="29472" y="1"/>
                    <a:pt x="29391" y="24"/>
                    <a:pt x="29321" y="74"/>
                  </a:cubicBezTo>
                  <a:lnTo>
                    <a:pt x="401" y="16785"/>
                  </a:lnTo>
                  <a:cubicBezTo>
                    <a:pt x="134" y="16952"/>
                    <a:pt x="0" y="17286"/>
                    <a:pt x="101" y="17586"/>
                  </a:cubicBezTo>
                  <a:cubicBezTo>
                    <a:pt x="167" y="17853"/>
                    <a:pt x="267" y="18120"/>
                    <a:pt x="334" y="18420"/>
                  </a:cubicBezTo>
                  <a:cubicBezTo>
                    <a:pt x="381" y="18606"/>
                    <a:pt x="540" y="18727"/>
                    <a:pt x="723" y="18727"/>
                  </a:cubicBezTo>
                  <a:cubicBezTo>
                    <a:pt x="803" y="18727"/>
                    <a:pt x="887" y="18704"/>
                    <a:pt x="968" y="18653"/>
                  </a:cubicBezTo>
                  <a:lnTo>
                    <a:pt x="29888" y="1975"/>
                  </a:lnTo>
                  <a:cubicBezTo>
                    <a:pt x="30155" y="1808"/>
                    <a:pt x="30289" y="1475"/>
                    <a:pt x="30222" y="1174"/>
                  </a:cubicBezTo>
                  <a:cubicBezTo>
                    <a:pt x="30122" y="874"/>
                    <a:pt x="30055" y="607"/>
                    <a:pt x="29989" y="340"/>
                  </a:cubicBezTo>
                  <a:cubicBezTo>
                    <a:pt x="29942" y="129"/>
                    <a:pt x="29747" y="1"/>
                    <a:pt x="29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6">
              <a:extLst>
                <a:ext uri="{FF2B5EF4-FFF2-40B4-BE49-F238E27FC236}">
                  <a16:creationId xmlns:a16="http://schemas.microsoft.com/office/drawing/2014/main" id="{4492FB13-2D62-670A-8C5A-194AD24D158B}"/>
                </a:ext>
              </a:extLst>
            </p:cNvPr>
            <p:cNvSpPr/>
            <p:nvPr/>
          </p:nvSpPr>
          <p:spPr>
            <a:xfrm>
              <a:off x="3714500" y="3185225"/>
              <a:ext cx="517050" cy="336100"/>
            </a:xfrm>
            <a:custGeom>
              <a:avLst/>
              <a:gdLst/>
              <a:ahLst/>
              <a:cxnLst/>
              <a:rect l="l" t="t" r="r" b="b"/>
              <a:pathLst>
                <a:path w="20682" h="13444" extrusionOk="0">
                  <a:moveTo>
                    <a:pt x="20222" y="0"/>
                  </a:moveTo>
                  <a:cubicBezTo>
                    <a:pt x="20151" y="0"/>
                    <a:pt x="20079" y="21"/>
                    <a:pt x="20014" y="67"/>
                  </a:cubicBezTo>
                  <a:lnTo>
                    <a:pt x="434" y="11375"/>
                  </a:lnTo>
                  <a:cubicBezTo>
                    <a:pt x="167" y="11575"/>
                    <a:pt x="0" y="11876"/>
                    <a:pt x="33" y="12209"/>
                  </a:cubicBezTo>
                  <a:cubicBezTo>
                    <a:pt x="67" y="12509"/>
                    <a:pt x="100" y="12810"/>
                    <a:pt x="134" y="13110"/>
                  </a:cubicBezTo>
                  <a:cubicBezTo>
                    <a:pt x="109" y="13303"/>
                    <a:pt x="277" y="13443"/>
                    <a:pt x="448" y="13443"/>
                  </a:cubicBezTo>
                  <a:cubicBezTo>
                    <a:pt x="513" y="13443"/>
                    <a:pt x="578" y="13423"/>
                    <a:pt x="634" y="13377"/>
                  </a:cubicBezTo>
                  <a:lnTo>
                    <a:pt x="20248" y="2069"/>
                  </a:lnTo>
                  <a:cubicBezTo>
                    <a:pt x="20515" y="1902"/>
                    <a:pt x="20682" y="1568"/>
                    <a:pt x="20682" y="1235"/>
                  </a:cubicBezTo>
                  <a:cubicBezTo>
                    <a:pt x="20648" y="934"/>
                    <a:pt x="20615" y="634"/>
                    <a:pt x="20581" y="334"/>
                  </a:cubicBezTo>
                  <a:cubicBezTo>
                    <a:pt x="20581" y="141"/>
                    <a:pt x="20407" y="0"/>
                    <a:pt x="2022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6">
              <a:extLst>
                <a:ext uri="{FF2B5EF4-FFF2-40B4-BE49-F238E27FC236}">
                  <a16:creationId xmlns:a16="http://schemas.microsoft.com/office/drawing/2014/main" id="{FEE6557E-C226-16CD-EE94-74E8F05CC8D6}"/>
                </a:ext>
              </a:extLst>
            </p:cNvPr>
            <p:cNvSpPr/>
            <p:nvPr/>
          </p:nvSpPr>
          <p:spPr>
            <a:xfrm>
              <a:off x="3714500" y="3185225"/>
              <a:ext cx="517050" cy="336100"/>
            </a:xfrm>
            <a:custGeom>
              <a:avLst/>
              <a:gdLst/>
              <a:ahLst/>
              <a:cxnLst/>
              <a:rect l="l" t="t" r="r" b="b"/>
              <a:pathLst>
                <a:path w="20682" h="13444" extrusionOk="0">
                  <a:moveTo>
                    <a:pt x="20222" y="0"/>
                  </a:moveTo>
                  <a:cubicBezTo>
                    <a:pt x="20151" y="0"/>
                    <a:pt x="20079" y="21"/>
                    <a:pt x="20014" y="67"/>
                  </a:cubicBezTo>
                  <a:lnTo>
                    <a:pt x="434" y="11375"/>
                  </a:lnTo>
                  <a:cubicBezTo>
                    <a:pt x="167" y="11575"/>
                    <a:pt x="0" y="11876"/>
                    <a:pt x="33" y="12209"/>
                  </a:cubicBezTo>
                  <a:cubicBezTo>
                    <a:pt x="67" y="12509"/>
                    <a:pt x="100" y="12810"/>
                    <a:pt x="134" y="13110"/>
                  </a:cubicBezTo>
                  <a:cubicBezTo>
                    <a:pt x="109" y="13303"/>
                    <a:pt x="277" y="13443"/>
                    <a:pt x="448" y="13443"/>
                  </a:cubicBezTo>
                  <a:cubicBezTo>
                    <a:pt x="513" y="13443"/>
                    <a:pt x="578" y="13423"/>
                    <a:pt x="634" y="13377"/>
                  </a:cubicBezTo>
                  <a:lnTo>
                    <a:pt x="20248" y="2069"/>
                  </a:lnTo>
                  <a:cubicBezTo>
                    <a:pt x="20515" y="1902"/>
                    <a:pt x="20682" y="1568"/>
                    <a:pt x="20682" y="1235"/>
                  </a:cubicBezTo>
                  <a:cubicBezTo>
                    <a:pt x="20648" y="934"/>
                    <a:pt x="20615" y="634"/>
                    <a:pt x="20581" y="334"/>
                  </a:cubicBezTo>
                  <a:cubicBezTo>
                    <a:pt x="20581" y="141"/>
                    <a:pt x="20407" y="0"/>
                    <a:pt x="202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6">
              <a:extLst>
                <a:ext uri="{FF2B5EF4-FFF2-40B4-BE49-F238E27FC236}">
                  <a16:creationId xmlns:a16="http://schemas.microsoft.com/office/drawing/2014/main" id="{2CE24D63-5759-8BBA-AEC3-EBCDF6C914B3}"/>
                </a:ext>
              </a:extLst>
            </p:cNvPr>
            <p:cNvSpPr/>
            <p:nvPr/>
          </p:nvSpPr>
          <p:spPr>
            <a:xfrm>
              <a:off x="3719500" y="3446925"/>
              <a:ext cx="233525" cy="173775"/>
            </a:xfrm>
            <a:custGeom>
              <a:avLst/>
              <a:gdLst/>
              <a:ahLst/>
              <a:cxnLst/>
              <a:rect l="l" t="t" r="r" b="b"/>
              <a:pathLst>
                <a:path w="9341" h="6951" extrusionOk="0">
                  <a:moveTo>
                    <a:pt x="9075" y="1"/>
                  </a:moveTo>
                  <a:cubicBezTo>
                    <a:pt x="9012" y="1"/>
                    <a:pt x="8943" y="24"/>
                    <a:pt x="8873" y="73"/>
                  </a:cubicBezTo>
                  <a:lnTo>
                    <a:pt x="467" y="4910"/>
                  </a:lnTo>
                  <a:cubicBezTo>
                    <a:pt x="167" y="5077"/>
                    <a:pt x="0" y="5410"/>
                    <a:pt x="0" y="5744"/>
                  </a:cubicBezTo>
                  <a:lnTo>
                    <a:pt x="0" y="6611"/>
                  </a:lnTo>
                  <a:cubicBezTo>
                    <a:pt x="0" y="6822"/>
                    <a:pt x="99" y="6951"/>
                    <a:pt x="250" y="6951"/>
                  </a:cubicBezTo>
                  <a:cubicBezTo>
                    <a:pt x="314" y="6951"/>
                    <a:pt x="388" y="6928"/>
                    <a:pt x="467" y="6878"/>
                  </a:cubicBezTo>
                  <a:lnTo>
                    <a:pt x="8873" y="2041"/>
                  </a:lnTo>
                  <a:cubicBezTo>
                    <a:pt x="9140" y="1875"/>
                    <a:pt x="9307" y="1574"/>
                    <a:pt x="9340" y="1207"/>
                  </a:cubicBezTo>
                  <a:lnTo>
                    <a:pt x="9340" y="340"/>
                  </a:lnTo>
                  <a:cubicBezTo>
                    <a:pt x="9340" y="129"/>
                    <a:pt x="9225" y="1"/>
                    <a:pt x="9075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6">
              <a:extLst>
                <a:ext uri="{FF2B5EF4-FFF2-40B4-BE49-F238E27FC236}">
                  <a16:creationId xmlns:a16="http://schemas.microsoft.com/office/drawing/2014/main" id="{4324699D-0323-BE3D-66D4-6420CB7CA40B}"/>
                </a:ext>
              </a:extLst>
            </p:cNvPr>
            <p:cNvSpPr/>
            <p:nvPr/>
          </p:nvSpPr>
          <p:spPr>
            <a:xfrm>
              <a:off x="3719500" y="3446925"/>
              <a:ext cx="233525" cy="173775"/>
            </a:xfrm>
            <a:custGeom>
              <a:avLst/>
              <a:gdLst/>
              <a:ahLst/>
              <a:cxnLst/>
              <a:rect l="l" t="t" r="r" b="b"/>
              <a:pathLst>
                <a:path w="9341" h="6951" extrusionOk="0">
                  <a:moveTo>
                    <a:pt x="9075" y="1"/>
                  </a:moveTo>
                  <a:cubicBezTo>
                    <a:pt x="9012" y="1"/>
                    <a:pt x="8943" y="24"/>
                    <a:pt x="8873" y="73"/>
                  </a:cubicBezTo>
                  <a:lnTo>
                    <a:pt x="467" y="4910"/>
                  </a:lnTo>
                  <a:cubicBezTo>
                    <a:pt x="167" y="5077"/>
                    <a:pt x="0" y="5410"/>
                    <a:pt x="0" y="5744"/>
                  </a:cubicBezTo>
                  <a:lnTo>
                    <a:pt x="0" y="6611"/>
                  </a:lnTo>
                  <a:cubicBezTo>
                    <a:pt x="0" y="6822"/>
                    <a:pt x="99" y="6951"/>
                    <a:pt x="250" y="6951"/>
                  </a:cubicBezTo>
                  <a:cubicBezTo>
                    <a:pt x="314" y="6951"/>
                    <a:pt x="388" y="6928"/>
                    <a:pt x="467" y="6878"/>
                  </a:cubicBezTo>
                  <a:lnTo>
                    <a:pt x="8873" y="2041"/>
                  </a:lnTo>
                  <a:cubicBezTo>
                    <a:pt x="9140" y="1875"/>
                    <a:pt x="9307" y="1574"/>
                    <a:pt x="9340" y="1207"/>
                  </a:cubicBezTo>
                  <a:lnTo>
                    <a:pt x="9340" y="340"/>
                  </a:lnTo>
                  <a:cubicBezTo>
                    <a:pt x="9340" y="129"/>
                    <a:pt x="9225" y="1"/>
                    <a:pt x="9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6">
              <a:extLst>
                <a:ext uri="{FF2B5EF4-FFF2-40B4-BE49-F238E27FC236}">
                  <a16:creationId xmlns:a16="http://schemas.microsoft.com/office/drawing/2014/main" id="{2D7306A4-EFCD-E313-E0F1-3D6EA61E89B5}"/>
                </a:ext>
              </a:extLst>
            </p:cNvPr>
            <p:cNvSpPr/>
            <p:nvPr/>
          </p:nvSpPr>
          <p:spPr>
            <a:xfrm>
              <a:off x="3711150" y="3241925"/>
              <a:ext cx="758900" cy="462850"/>
            </a:xfrm>
            <a:custGeom>
              <a:avLst/>
              <a:gdLst/>
              <a:ahLst/>
              <a:cxnLst/>
              <a:rect l="l" t="t" r="r" b="b"/>
              <a:pathLst>
                <a:path w="30356" h="18514" extrusionOk="0">
                  <a:moveTo>
                    <a:pt x="30222" y="1"/>
                  </a:moveTo>
                  <a:cubicBezTo>
                    <a:pt x="30122" y="1"/>
                    <a:pt x="30055" y="67"/>
                    <a:pt x="30055" y="167"/>
                  </a:cubicBezTo>
                  <a:lnTo>
                    <a:pt x="30055" y="935"/>
                  </a:lnTo>
                  <a:lnTo>
                    <a:pt x="27821" y="2202"/>
                  </a:lnTo>
                  <a:lnTo>
                    <a:pt x="27821" y="1635"/>
                  </a:lnTo>
                  <a:cubicBezTo>
                    <a:pt x="27804" y="1552"/>
                    <a:pt x="27729" y="1510"/>
                    <a:pt x="27658" y="1510"/>
                  </a:cubicBezTo>
                  <a:cubicBezTo>
                    <a:pt x="27587" y="1510"/>
                    <a:pt x="27520" y="1552"/>
                    <a:pt x="27520" y="1635"/>
                  </a:cubicBezTo>
                  <a:lnTo>
                    <a:pt x="27520" y="2402"/>
                  </a:lnTo>
                  <a:lnTo>
                    <a:pt x="25285" y="3670"/>
                  </a:lnTo>
                  <a:lnTo>
                    <a:pt x="25285" y="3136"/>
                  </a:lnTo>
                  <a:cubicBezTo>
                    <a:pt x="25302" y="3036"/>
                    <a:pt x="25210" y="2986"/>
                    <a:pt x="25119" y="2986"/>
                  </a:cubicBezTo>
                  <a:cubicBezTo>
                    <a:pt x="25027" y="2986"/>
                    <a:pt x="24935" y="3036"/>
                    <a:pt x="24952" y="3136"/>
                  </a:cubicBezTo>
                  <a:lnTo>
                    <a:pt x="24952" y="3870"/>
                  </a:lnTo>
                  <a:lnTo>
                    <a:pt x="22717" y="5138"/>
                  </a:lnTo>
                  <a:lnTo>
                    <a:pt x="22717" y="4604"/>
                  </a:lnTo>
                  <a:cubicBezTo>
                    <a:pt x="22717" y="4537"/>
                    <a:pt x="22650" y="4437"/>
                    <a:pt x="22583" y="4437"/>
                  </a:cubicBezTo>
                  <a:cubicBezTo>
                    <a:pt x="22483" y="4437"/>
                    <a:pt x="22417" y="4537"/>
                    <a:pt x="22417" y="4604"/>
                  </a:cubicBezTo>
                  <a:lnTo>
                    <a:pt x="22417" y="5338"/>
                  </a:lnTo>
                  <a:lnTo>
                    <a:pt x="20182" y="6605"/>
                  </a:lnTo>
                  <a:lnTo>
                    <a:pt x="20182" y="6105"/>
                  </a:lnTo>
                  <a:cubicBezTo>
                    <a:pt x="20182" y="5988"/>
                    <a:pt x="20107" y="5930"/>
                    <a:pt x="20032" y="5930"/>
                  </a:cubicBezTo>
                  <a:cubicBezTo>
                    <a:pt x="19957" y="5930"/>
                    <a:pt x="19882" y="5988"/>
                    <a:pt x="19882" y="6105"/>
                  </a:cubicBezTo>
                  <a:lnTo>
                    <a:pt x="19882" y="6806"/>
                  </a:lnTo>
                  <a:lnTo>
                    <a:pt x="17613" y="8106"/>
                  </a:lnTo>
                  <a:lnTo>
                    <a:pt x="17613" y="7573"/>
                  </a:lnTo>
                  <a:cubicBezTo>
                    <a:pt x="17647" y="7473"/>
                    <a:pt x="17547" y="7406"/>
                    <a:pt x="17480" y="7406"/>
                  </a:cubicBezTo>
                  <a:cubicBezTo>
                    <a:pt x="17380" y="7406"/>
                    <a:pt x="17313" y="7473"/>
                    <a:pt x="17313" y="7573"/>
                  </a:cubicBezTo>
                  <a:lnTo>
                    <a:pt x="17313" y="8273"/>
                  </a:lnTo>
                  <a:lnTo>
                    <a:pt x="15078" y="9574"/>
                  </a:lnTo>
                  <a:lnTo>
                    <a:pt x="15078" y="9040"/>
                  </a:lnTo>
                  <a:cubicBezTo>
                    <a:pt x="15061" y="8957"/>
                    <a:pt x="14986" y="8915"/>
                    <a:pt x="14916" y="8915"/>
                  </a:cubicBezTo>
                  <a:cubicBezTo>
                    <a:pt x="14845" y="8915"/>
                    <a:pt x="14778" y="8957"/>
                    <a:pt x="14778" y="9040"/>
                  </a:cubicBezTo>
                  <a:lnTo>
                    <a:pt x="14778" y="9741"/>
                  </a:lnTo>
                  <a:lnTo>
                    <a:pt x="12543" y="11042"/>
                  </a:lnTo>
                  <a:lnTo>
                    <a:pt x="12543" y="10542"/>
                  </a:lnTo>
                  <a:cubicBezTo>
                    <a:pt x="12526" y="10441"/>
                    <a:pt x="12451" y="10391"/>
                    <a:pt x="12376" y="10391"/>
                  </a:cubicBezTo>
                  <a:cubicBezTo>
                    <a:pt x="12301" y="10391"/>
                    <a:pt x="12226" y="10441"/>
                    <a:pt x="12209" y="10542"/>
                  </a:cubicBezTo>
                  <a:lnTo>
                    <a:pt x="12209" y="11209"/>
                  </a:lnTo>
                  <a:lnTo>
                    <a:pt x="9974" y="12510"/>
                  </a:lnTo>
                  <a:lnTo>
                    <a:pt x="9974" y="12043"/>
                  </a:lnTo>
                  <a:cubicBezTo>
                    <a:pt x="9958" y="11943"/>
                    <a:pt x="9891" y="11893"/>
                    <a:pt x="9824" y="11893"/>
                  </a:cubicBezTo>
                  <a:cubicBezTo>
                    <a:pt x="9758" y="11893"/>
                    <a:pt x="9691" y="11943"/>
                    <a:pt x="9674" y="12043"/>
                  </a:cubicBezTo>
                  <a:lnTo>
                    <a:pt x="9674" y="12710"/>
                  </a:lnTo>
                  <a:lnTo>
                    <a:pt x="7439" y="13977"/>
                  </a:lnTo>
                  <a:lnTo>
                    <a:pt x="7439" y="13510"/>
                  </a:lnTo>
                  <a:cubicBezTo>
                    <a:pt x="7423" y="13427"/>
                    <a:pt x="7348" y="13385"/>
                    <a:pt x="7273" y="13385"/>
                  </a:cubicBezTo>
                  <a:cubicBezTo>
                    <a:pt x="7197" y="13385"/>
                    <a:pt x="7122" y="13427"/>
                    <a:pt x="7106" y="13510"/>
                  </a:cubicBezTo>
                  <a:lnTo>
                    <a:pt x="7106" y="14177"/>
                  </a:lnTo>
                  <a:lnTo>
                    <a:pt x="4871" y="15478"/>
                  </a:lnTo>
                  <a:lnTo>
                    <a:pt x="4871" y="14978"/>
                  </a:lnTo>
                  <a:cubicBezTo>
                    <a:pt x="4871" y="14895"/>
                    <a:pt x="4804" y="14853"/>
                    <a:pt x="4733" y="14853"/>
                  </a:cubicBezTo>
                  <a:cubicBezTo>
                    <a:pt x="4662" y="14853"/>
                    <a:pt x="4587" y="14895"/>
                    <a:pt x="4571" y="14978"/>
                  </a:cubicBezTo>
                  <a:lnTo>
                    <a:pt x="4571" y="15645"/>
                  </a:lnTo>
                  <a:lnTo>
                    <a:pt x="2336" y="16946"/>
                  </a:lnTo>
                  <a:lnTo>
                    <a:pt x="2336" y="16479"/>
                  </a:lnTo>
                  <a:cubicBezTo>
                    <a:pt x="2319" y="16379"/>
                    <a:pt x="2252" y="16329"/>
                    <a:pt x="2186" y="16329"/>
                  </a:cubicBezTo>
                  <a:cubicBezTo>
                    <a:pt x="2119" y="16329"/>
                    <a:pt x="2052" y="16379"/>
                    <a:pt x="2035" y="16479"/>
                  </a:cubicBezTo>
                  <a:lnTo>
                    <a:pt x="2035" y="17113"/>
                  </a:lnTo>
                  <a:lnTo>
                    <a:pt x="101" y="18247"/>
                  </a:lnTo>
                  <a:cubicBezTo>
                    <a:pt x="1" y="18280"/>
                    <a:pt x="1" y="18381"/>
                    <a:pt x="34" y="18447"/>
                  </a:cubicBezTo>
                  <a:cubicBezTo>
                    <a:pt x="67" y="18481"/>
                    <a:pt x="101" y="18514"/>
                    <a:pt x="167" y="18514"/>
                  </a:cubicBezTo>
                  <a:lnTo>
                    <a:pt x="234" y="18514"/>
                  </a:lnTo>
                  <a:lnTo>
                    <a:pt x="2035" y="17480"/>
                  </a:lnTo>
                  <a:lnTo>
                    <a:pt x="2035" y="18114"/>
                  </a:lnTo>
                  <a:cubicBezTo>
                    <a:pt x="2052" y="18197"/>
                    <a:pt x="2119" y="18239"/>
                    <a:pt x="2186" y="18239"/>
                  </a:cubicBezTo>
                  <a:cubicBezTo>
                    <a:pt x="2252" y="18239"/>
                    <a:pt x="2319" y="18197"/>
                    <a:pt x="2336" y="18114"/>
                  </a:cubicBezTo>
                  <a:lnTo>
                    <a:pt x="2336" y="17280"/>
                  </a:lnTo>
                  <a:lnTo>
                    <a:pt x="4571" y="16012"/>
                  </a:lnTo>
                  <a:lnTo>
                    <a:pt x="4571" y="16613"/>
                  </a:lnTo>
                  <a:cubicBezTo>
                    <a:pt x="4587" y="16696"/>
                    <a:pt x="4662" y="16738"/>
                    <a:pt x="4733" y="16738"/>
                  </a:cubicBezTo>
                  <a:cubicBezTo>
                    <a:pt x="4804" y="16738"/>
                    <a:pt x="4871" y="16696"/>
                    <a:pt x="4871" y="16613"/>
                  </a:cubicBezTo>
                  <a:lnTo>
                    <a:pt x="4871" y="15812"/>
                  </a:lnTo>
                  <a:lnTo>
                    <a:pt x="7106" y="14511"/>
                  </a:lnTo>
                  <a:lnTo>
                    <a:pt x="7106" y="15145"/>
                  </a:lnTo>
                  <a:cubicBezTo>
                    <a:pt x="7122" y="15228"/>
                    <a:pt x="7197" y="15270"/>
                    <a:pt x="7273" y="15270"/>
                  </a:cubicBezTo>
                  <a:cubicBezTo>
                    <a:pt x="7348" y="15270"/>
                    <a:pt x="7423" y="15228"/>
                    <a:pt x="7439" y="15145"/>
                  </a:cubicBezTo>
                  <a:lnTo>
                    <a:pt x="7439" y="14344"/>
                  </a:lnTo>
                  <a:lnTo>
                    <a:pt x="9674" y="13043"/>
                  </a:lnTo>
                  <a:lnTo>
                    <a:pt x="9674" y="13644"/>
                  </a:lnTo>
                  <a:cubicBezTo>
                    <a:pt x="9691" y="13744"/>
                    <a:pt x="9758" y="13794"/>
                    <a:pt x="9824" y="13794"/>
                  </a:cubicBezTo>
                  <a:cubicBezTo>
                    <a:pt x="9891" y="13794"/>
                    <a:pt x="9958" y="13744"/>
                    <a:pt x="9974" y="13644"/>
                  </a:cubicBezTo>
                  <a:lnTo>
                    <a:pt x="9974" y="12877"/>
                  </a:lnTo>
                  <a:lnTo>
                    <a:pt x="12209" y="11576"/>
                  </a:lnTo>
                  <a:lnTo>
                    <a:pt x="12209" y="12176"/>
                  </a:lnTo>
                  <a:cubicBezTo>
                    <a:pt x="12226" y="12259"/>
                    <a:pt x="12301" y="12301"/>
                    <a:pt x="12376" y="12301"/>
                  </a:cubicBezTo>
                  <a:cubicBezTo>
                    <a:pt x="12451" y="12301"/>
                    <a:pt x="12526" y="12259"/>
                    <a:pt x="12543" y="12176"/>
                  </a:cubicBezTo>
                  <a:lnTo>
                    <a:pt x="12543" y="11409"/>
                  </a:lnTo>
                  <a:lnTo>
                    <a:pt x="14778" y="10108"/>
                  </a:lnTo>
                  <a:lnTo>
                    <a:pt x="14778" y="10675"/>
                  </a:lnTo>
                  <a:cubicBezTo>
                    <a:pt x="14778" y="10775"/>
                    <a:pt x="14845" y="10825"/>
                    <a:pt x="14916" y="10825"/>
                  </a:cubicBezTo>
                  <a:cubicBezTo>
                    <a:pt x="14986" y="10825"/>
                    <a:pt x="15061" y="10775"/>
                    <a:pt x="15078" y="10675"/>
                  </a:cubicBezTo>
                  <a:lnTo>
                    <a:pt x="15078" y="9941"/>
                  </a:lnTo>
                  <a:lnTo>
                    <a:pt x="17313" y="8640"/>
                  </a:lnTo>
                  <a:lnTo>
                    <a:pt x="17313" y="9241"/>
                  </a:lnTo>
                  <a:cubicBezTo>
                    <a:pt x="17313" y="9307"/>
                    <a:pt x="17380" y="9374"/>
                    <a:pt x="17480" y="9374"/>
                  </a:cubicBezTo>
                  <a:cubicBezTo>
                    <a:pt x="17547" y="9374"/>
                    <a:pt x="17613" y="9307"/>
                    <a:pt x="17613" y="9241"/>
                  </a:cubicBezTo>
                  <a:lnTo>
                    <a:pt x="17613" y="8473"/>
                  </a:lnTo>
                  <a:lnTo>
                    <a:pt x="19848" y="7172"/>
                  </a:lnTo>
                  <a:lnTo>
                    <a:pt x="19848" y="7740"/>
                  </a:lnTo>
                  <a:cubicBezTo>
                    <a:pt x="19848" y="7840"/>
                    <a:pt x="19932" y="7890"/>
                    <a:pt x="20015" y="7890"/>
                  </a:cubicBezTo>
                  <a:cubicBezTo>
                    <a:pt x="20098" y="7890"/>
                    <a:pt x="20182" y="7840"/>
                    <a:pt x="20182" y="7740"/>
                  </a:cubicBezTo>
                  <a:lnTo>
                    <a:pt x="20182" y="6972"/>
                  </a:lnTo>
                  <a:lnTo>
                    <a:pt x="22417" y="5671"/>
                  </a:lnTo>
                  <a:lnTo>
                    <a:pt x="22417" y="6238"/>
                  </a:lnTo>
                  <a:cubicBezTo>
                    <a:pt x="22417" y="6339"/>
                    <a:pt x="22483" y="6405"/>
                    <a:pt x="22550" y="6405"/>
                  </a:cubicBezTo>
                  <a:cubicBezTo>
                    <a:pt x="22650" y="6405"/>
                    <a:pt x="22717" y="6339"/>
                    <a:pt x="22717" y="6238"/>
                  </a:cubicBezTo>
                  <a:lnTo>
                    <a:pt x="22717" y="5505"/>
                  </a:lnTo>
                  <a:lnTo>
                    <a:pt x="24952" y="4204"/>
                  </a:lnTo>
                  <a:lnTo>
                    <a:pt x="24952" y="4771"/>
                  </a:lnTo>
                  <a:cubicBezTo>
                    <a:pt x="24969" y="4854"/>
                    <a:pt x="25044" y="4896"/>
                    <a:pt x="25114" y="4896"/>
                  </a:cubicBezTo>
                  <a:cubicBezTo>
                    <a:pt x="25185" y="4896"/>
                    <a:pt x="25252" y="4854"/>
                    <a:pt x="25252" y="4771"/>
                  </a:cubicBezTo>
                  <a:lnTo>
                    <a:pt x="25252" y="4037"/>
                  </a:lnTo>
                  <a:lnTo>
                    <a:pt x="27487" y="2736"/>
                  </a:lnTo>
                  <a:lnTo>
                    <a:pt x="27487" y="3270"/>
                  </a:lnTo>
                  <a:cubicBezTo>
                    <a:pt x="27504" y="3353"/>
                    <a:pt x="27579" y="3395"/>
                    <a:pt x="27654" y="3395"/>
                  </a:cubicBezTo>
                  <a:cubicBezTo>
                    <a:pt x="27729" y="3395"/>
                    <a:pt x="27804" y="3353"/>
                    <a:pt x="27821" y="3270"/>
                  </a:cubicBezTo>
                  <a:lnTo>
                    <a:pt x="27821" y="2569"/>
                  </a:lnTo>
                  <a:lnTo>
                    <a:pt x="30055" y="1268"/>
                  </a:lnTo>
                  <a:lnTo>
                    <a:pt x="30055" y="1802"/>
                  </a:lnTo>
                  <a:cubicBezTo>
                    <a:pt x="30072" y="1885"/>
                    <a:pt x="30139" y="1927"/>
                    <a:pt x="30206" y="1927"/>
                  </a:cubicBezTo>
                  <a:cubicBezTo>
                    <a:pt x="30272" y="1927"/>
                    <a:pt x="30339" y="1885"/>
                    <a:pt x="30356" y="1802"/>
                  </a:cubicBezTo>
                  <a:lnTo>
                    <a:pt x="30356" y="167"/>
                  </a:lnTo>
                  <a:cubicBezTo>
                    <a:pt x="30356" y="67"/>
                    <a:pt x="30289" y="1"/>
                    <a:pt x="302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6">
              <a:extLst>
                <a:ext uri="{FF2B5EF4-FFF2-40B4-BE49-F238E27FC236}">
                  <a16:creationId xmlns:a16="http://schemas.microsoft.com/office/drawing/2014/main" id="{45C395D5-354D-6975-19E8-1EAFC2BE61A5}"/>
                </a:ext>
              </a:extLst>
            </p:cNvPr>
            <p:cNvSpPr/>
            <p:nvPr/>
          </p:nvSpPr>
          <p:spPr>
            <a:xfrm>
              <a:off x="3672800" y="3754800"/>
              <a:ext cx="180975" cy="277725"/>
            </a:xfrm>
            <a:custGeom>
              <a:avLst/>
              <a:gdLst/>
              <a:ahLst/>
              <a:cxnLst/>
              <a:rect l="l" t="t" r="r" b="b"/>
              <a:pathLst>
                <a:path w="7239" h="11109" extrusionOk="0">
                  <a:moveTo>
                    <a:pt x="7239" y="0"/>
                  </a:moveTo>
                  <a:lnTo>
                    <a:pt x="7239" y="0"/>
                  </a:lnTo>
                  <a:cubicBezTo>
                    <a:pt x="6638" y="134"/>
                    <a:pt x="6105" y="367"/>
                    <a:pt x="5604" y="668"/>
                  </a:cubicBezTo>
                  <a:cubicBezTo>
                    <a:pt x="2502" y="2469"/>
                    <a:pt x="0" y="7039"/>
                    <a:pt x="0" y="10808"/>
                  </a:cubicBezTo>
                  <a:lnTo>
                    <a:pt x="0" y="11108"/>
                  </a:lnTo>
                  <a:lnTo>
                    <a:pt x="5604" y="8573"/>
                  </a:lnTo>
                  <a:lnTo>
                    <a:pt x="7239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6">
              <a:extLst>
                <a:ext uri="{FF2B5EF4-FFF2-40B4-BE49-F238E27FC236}">
                  <a16:creationId xmlns:a16="http://schemas.microsoft.com/office/drawing/2014/main" id="{266721C1-73FD-1DA7-064B-FDCF8AC34EFC}"/>
                </a:ext>
              </a:extLst>
            </p:cNvPr>
            <p:cNvSpPr/>
            <p:nvPr/>
          </p:nvSpPr>
          <p:spPr>
            <a:xfrm>
              <a:off x="3812900" y="3752850"/>
              <a:ext cx="140125" cy="216300"/>
            </a:xfrm>
            <a:custGeom>
              <a:avLst/>
              <a:gdLst/>
              <a:ahLst/>
              <a:cxnLst/>
              <a:rect l="l" t="t" r="r" b="b"/>
              <a:pathLst>
                <a:path w="5605" h="8652" extrusionOk="0">
                  <a:moveTo>
                    <a:pt x="2379" y="1"/>
                  </a:moveTo>
                  <a:cubicBezTo>
                    <a:pt x="2140" y="1"/>
                    <a:pt x="1891" y="26"/>
                    <a:pt x="1635" y="78"/>
                  </a:cubicBezTo>
                  <a:lnTo>
                    <a:pt x="0" y="8651"/>
                  </a:lnTo>
                  <a:lnTo>
                    <a:pt x="5538" y="5416"/>
                  </a:lnTo>
                  <a:cubicBezTo>
                    <a:pt x="5571" y="5082"/>
                    <a:pt x="5604" y="4715"/>
                    <a:pt x="5604" y="4381"/>
                  </a:cubicBezTo>
                  <a:cubicBezTo>
                    <a:pt x="5604" y="1625"/>
                    <a:pt x="4287" y="1"/>
                    <a:pt x="2379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6">
              <a:extLst>
                <a:ext uri="{FF2B5EF4-FFF2-40B4-BE49-F238E27FC236}">
                  <a16:creationId xmlns:a16="http://schemas.microsoft.com/office/drawing/2014/main" id="{C084571C-1DF7-2104-A060-25F7A1741A65}"/>
                </a:ext>
              </a:extLst>
            </p:cNvPr>
            <p:cNvSpPr/>
            <p:nvPr/>
          </p:nvSpPr>
          <p:spPr>
            <a:xfrm>
              <a:off x="3812900" y="3888225"/>
              <a:ext cx="138450" cy="80075"/>
            </a:xfrm>
            <a:custGeom>
              <a:avLst/>
              <a:gdLst/>
              <a:ahLst/>
              <a:cxnLst/>
              <a:rect l="l" t="t" r="r" b="b"/>
              <a:pathLst>
                <a:path w="5538" h="3203" extrusionOk="0">
                  <a:moveTo>
                    <a:pt x="5538" y="1"/>
                  </a:moveTo>
                  <a:lnTo>
                    <a:pt x="0" y="3203"/>
                  </a:lnTo>
                  <a:lnTo>
                    <a:pt x="4837" y="2903"/>
                  </a:lnTo>
                  <a:cubicBezTo>
                    <a:pt x="5171" y="1969"/>
                    <a:pt x="5437" y="1001"/>
                    <a:pt x="5538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6">
              <a:extLst>
                <a:ext uri="{FF2B5EF4-FFF2-40B4-BE49-F238E27FC236}">
                  <a16:creationId xmlns:a16="http://schemas.microsoft.com/office/drawing/2014/main" id="{CBD865A8-8554-AEE6-D3F0-FF2D4180A3DC}"/>
                </a:ext>
              </a:extLst>
            </p:cNvPr>
            <p:cNvSpPr/>
            <p:nvPr/>
          </p:nvSpPr>
          <p:spPr>
            <a:xfrm>
              <a:off x="3672800" y="3959950"/>
              <a:ext cx="261050" cy="174150"/>
            </a:xfrm>
            <a:custGeom>
              <a:avLst/>
              <a:gdLst/>
              <a:ahLst/>
              <a:cxnLst/>
              <a:rect l="l" t="t" r="r" b="b"/>
              <a:pathLst>
                <a:path w="10442" h="6966" extrusionOk="0">
                  <a:moveTo>
                    <a:pt x="10441" y="0"/>
                  </a:moveTo>
                  <a:lnTo>
                    <a:pt x="5604" y="334"/>
                  </a:lnTo>
                  <a:lnTo>
                    <a:pt x="0" y="2902"/>
                  </a:lnTo>
                  <a:cubicBezTo>
                    <a:pt x="96" y="5481"/>
                    <a:pt x="1387" y="6965"/>
                    <a:pt x="3214" y="6965"/>
                  </a:cubicBezTo>
                  <a:cubicBezTo>
                    <a:pt x="3940" y="6965"/>
                    <a:pt x="4751" y="6731"/>
                    <a:pt x="5604" y="6238"/>
                  </a:cubicBezTo>
                  <a:cubicBezTo>
                    <a:pt x="7672" y="5037"/>
                    <a:pt x="9474" y="2635"/>
                    <a:pt x="1044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6">
              <a:extLst>
                <a:ext uri="{FF2B5EF4-FFF2-40B4-BE49-F238E27FC236}">
                  <a16:creationId xmlns:a16="http://schemas.microsoft.com/office/drawing/2014/main" id="{457C976D-AA75-AD1B-E109-996293DDEAE8}"/>
                </a:ext>
              </a:extLst>
            </p:cNvPr>
            <p:cNvSpPr/>
            <p:nvPr/>
          </p:nvSpPr>
          <p:spPr>
            <a:xfrm>
              <a:off x="3812900" y="3752850"/>
              <a:ext cx="140125" cy="216300"/>
            </a:xfrm>
            <a:custGeom>
              <a:avLst/>
              <a:gdLst/>
              <a:ahLst/>
              <a:cxnLst/>
              <a:rect l="l" t="t" r="r" b="b"/>
              <a:pathLst>
                <a:path w="5605" h="8652" extrusionOk="0">
                  <a:moveTo>
                    <a:pt x="2379" y="1"/>
                  </a:moveTo>
                  <a:cubicBezTo>
                    <a:pt x="2140" y="1"/>
                    <a:pt x="1891" y="26"/>
                    <a:pt x="1635" y="78"/>
                  </a:cubicBezTo>
                  <a:lnTo>
                    <a:pt x="0" y="8651"/>
                  </a:lnTo>
                  <a:lnTo>
                    <a:pt x="5538" y="5416"/>
                  </a:lnTo>
                  <a:cubicBezTo>
                    <a:pt x="5571" y="5082"/>
                    <a:pt x="5604" y="4715"/>
                    <a:pt x="5604" y="4381"/>
                  </a:cubicBezTo>
                  <a:cubicBezTo>
                    <a:pt x="5604" y="1625"/>
                    <a:pt x="4287" y="1"/>
                    <a:pt x="2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6">
              <a:extLst>
                <a:ext uri="{FF2B5EF4-FFF2-40B4-BE49-F238E27FC236}">
                  <a16:creationId xmlns:a16="http://schemas.microsoft.com/office/drawing/2014/main" id="{03C68B29-5DBE-038D-0091-102CBBF20628}"/>
                </a:ext>
              </a:extLst>
            </p:cNvPr>
            <p:cNvSpPr/>
            <p:nvPr/>
          </p:nvSpPr>
          <p:spPr>
            <a:xfrm>
              <a:off x="3812900" y="3888225"/>
              <a:ext cx="138450" cy="80075"/>
            </a:xfrm>
            <a:custGeom>
              <a:avLst/>
              <a:gdLst/>
              <a:ahLst/>
              <a:cxnLst/>
              <a:rect l="l" t="t" r="r" b="b"/>
              <a:pathLst>
                <a:path w="5538" h="3203" extrusionOk="0">
                  <a:moveTo>
                    <a:pt x="5538" y="1"/>
                  </a:moveTo>
                  <a:lnTo>
                    <a:pt x="0" y="3203"/>
                  </a:lnTo>
                  <a:lnTo>
                    <a:pt x="4837" y="2903"/>
                  </a:lnTo>
                  <a:cubicBezTo>
                    <a:pt x="5171" y="1969"/>
                    <a:pt x="5437" y="1001"/>
                    <a:pt x="55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6">
              <a:extLst>
                <a:ext uri="{FF2B5EF4-FFF2-40B4-BE49-F238E27FC236}">
                  <a16:creationId xmlns:a16="http://schemas.microsoft.com/office/drawing/2014/main" id="{497A15F0-61AC-BE10-9CC4-ED7475410EA4}"/>
                </a:ext>
              </a:extLst>
            </p:cNvPr>
            <p:cNvSpPr/>
            <p:nvPr/>
          </p:nvSpPr>
          <p:spPr>
            <a:xfrm>
              <a:off x="3672800" y="3959950"/>
              <a:ext cx="261050" cy="174150"/>
            </a:xfrm>
            <a:custGeom>
              <a:avLst/>
              <a:gdLst/>
              <a:ahLst/>
              <a:cxnLst/>
              <a:rect l="l" t="t" r="r" b="b"/>
              <a:pathLst>
                <a:path w="10442" h="6966" extrusionOk="0">
                  <a:moveTo>
                    <a:pt x="10441" y="0"/>
                  </a:moveTo>
                  <a:lnTo>
                    <a:pt x="5604" y="334"/>
                  </a:lnTo>
                  <a:lnTo>
                    <a:pt x="0" y="2902"/>
                  </a:lnTo>
                  <a:cubicBezTo>
                    <a:pt x="96" y="5481"/>
                    <a:pt x="1387" y="6965"/>
                    <a:pt x="3214" y="6965"/>
                  </a:cubicBezTo>
                  <a:cubicBezTo>
                    <a:pt x="3940" y="6965"/>
                    <a:pt x="4751" y="6731"/>
                    <a:pt x="5604" y="6238"/>
                  </a:cubicBezTo>
                  <a:cubicBezTo>
                    <a:pt x="7672" y="5037"/>
                    <a:pt x="9474" y="2635"/>
                    <a:pt x="10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6">
              <a:extLst>
                <a:ext uri="{FF2B5EF4-FFF2-40B4-BE49-F238E27FC236}">
                  <a16:creationId xmlns:a16="http://schemas.microsoft.com/office/drawing/2014/main" id="{31234CB8-D38F-56FA-CBFA-4839CE20F5BB}"/>
                </a:ext>
              </a:extLst>
            </p:cNvPr>
            <p:cNvSpPr/>
            <p:nvPr/>
          </p:nvSpPr>
          <p:spPr>
            <a:xfrm>
              <a:off x="3667800" y="3749475"/>
              <a:ext cx="191825" cy="288875"/>
            </a:xfrm>
            <a:custGeom>
              <a:avLst/>
              <a:gdLst/>
              <a:ahLst/>
              <a:cxnLst/>
              <a:rect l="l" t="t" r="r" b="b"/>
              <a:pathLst>
                <a:path w="7673" h="11555" extrusionOk="0">
                  <a:moveTo>
                    <a:pt x="7139" y="514"/>
                  </a:moveTo>
                  <a:lnTo>
                    <a:pt x="5571" y="8619"/>
                  </a:lnTo>
                  <a:lnTo>
                    <a:pt x="400" y="10988"/>
                  </a:lnTo>
                  <a:cubicBezTo>
                    <a:pt x="434" y="7285"/>
                    <a:pt x="2869" y="2849"/>
                    <a:pt x="5904" y="1081"/>
                  </a:cubicBezTo>
                  <a:cubicBezTo>
                    <a:pt x="6305" y="847"/>
                    <a:pt x="6705" y="647"/>
                    <a:pt x="7139" y="514"/>
                  </a:cubicBezTo>
                  <a:close/>
                  <a:moveTo>
                    <a:pt x="7445" y="0"/>
                  </a:moveTo>
                  <a:cubicBezTo>
                    <a:pt x="7423" y="0"/>
                    <a:pt x="7399" y="4"/>
                    <a:pt x="7372" y="13"/>
                  </a:cubicBezTo>
                  <a:cubicBezTo>
                    <a:pt x="6772" y="147"/>
                    <a:pt x="6205" y="380"/>
                    <a:pt x="5704" y="680"/>
                  </a:cubicBezTo>
                  <a:cubicBezTo>
                    <a:pt x="2535" y="2548"/>
                    <a:pt x="0" y="7185"/>
                    <a:pt x="0" y="11021"/>
                  </a:cubicBezTo>
                  <a:lnTo>
                    <a:pt x="0" y="11355"/>
                  </a:lnTo>
                  <a:cubicBezTo>
                    <a:pt x="0" y="11421"/>
                    <a:pt x="33" y="11488"/>
                    <a:pt x="100" y="11521"/>
                  </a:cubicBezTo>
                  <a:cubicBezTo>
                    <a:pt x="134" y="11555"/>
                    <a:pt x="167" y="11555"/>
                    <a:pt x="200" y="11555"/>
                  </a:cubicBezTo>
                  <a:lnTo>
                    <a:pt x="300" y="11555"/>
                  </a:lnTo>
                  <a:lnTo>
                    <a:pt x="5904" y="8986"/>
                  </a:lnTo>
                  <a:cubicBezTo>
                    <a:pt x="5938" y="8953"/>
                    <a:pt x="6004" y="8886"/>
                    <a:pt x="6004" y="8820"/>
                  </a:cubicBezTo>
                  <a:lnTo>
                    <a:pt x="7639" y="247"/>
                  </a:lnTo>
                  <a:cubicBezTo>
                    <a:pt x="7672" y="180"/>
                    <a:pt x="7639" y="113"/>
                    <a:pt x="7572" y="80"/>
                  </a:cubicBezTo>
                  <a:cubicBezTo>
                    <a:pt x="7548" y="31"/>
                    <a:pt x="7505" y="0"/>
                    <a:pt x="7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6">
              <a:extLst>
                <a:ext uri="{FF2B5EF4-FFF2-40B4-BE49-F238E27FC236}">
                  <a16:creationId xmlns:a16="http://schemas.microsoft.com/office/drawing/2014/main" id="{274C5996-3137-77E5-2B5A-D4A3C93171D1}"/>
                </a:ext>
              </a:extLst>
            </p:cNvPr>
            <p:cNvSpPr/>
            <p:nvPr/>
          </p:nvSpPr>
          <p:spPr>
            <a:xfrm>
              <a:off x="3807050" y="3747050"/>
              <a:ext cx="150975" cy="227100"/>
            </a:xfrm>
            <a:custGeom>
              <a:avLst/>
              <a:gdLst/>
              <a:ahLst/>
              <a:cxnLst/>
              <a:rect l="l" t="t" r="r" b="b"/>
              <a:pathLst>
                <a:path w="6039" h="9084" extrusionOk="0">
                  <a:moveTo>
                    <a:pt x="2667" y="448"/>
                  </a:moveTo>
                  <a:cubicBezTo>
                    <a:pt x="3259" y="448"/>
                    <a:pt x="3828" y="636"/>
                    <a:pt x="4304" y="1011"/>
                  </a:cubicBezTo>
                  <a:cubicBezTo>
                    <a:pt x="5171" y="1711"/>
                    <a:pt x="5638" y="2979"/>
                    <a:pt x="5638" y="4613"/>
                  </a:cubicBezTo>
                  <a:cubicBezTo>
                    <a:pt x="5638" y="4914"/>
                    <a:pt x="5605" y="5214"/>
                    <a:pt x="5571" y="5514"/>
                  </a:cubicBezTo>
                  <a:lnTo>
                    <a:pt x="568" y="8416"/>
                  </a:lnTo>
                  <a:lnTo>
                    <a:pt x="568" y="8416"/>
                  </a:lnTo>
                  <a:lnTo>
                    <a:pt x="2069" y="511"/>
                  </a:lnTo>
                  <a:cubicBezTo>
                    <a:pt x="2269" y="469"/>
                    <a:pt x="2469" y="448"/>
                    <a:pt x="2667" y="448"/>
                  </a:cubicBezTo>
                  <a:close/>
                  <a:moveTo>
                    <a:pt x="2614" y="1"/>
                  </a:moveTo>
                  <a:cubicBezTo>
                    <a:pt x="2343" y="1"/>
                    <a:pt x="2070" y="36"/>
                    <a:pt x="1802" y="110"/>
                  </a:cubicBezTo>
                  <a:cubicBezTo>
                    <a:pt x="1735" y="110"/>
                    <a:pt x="1669" y="177"/>
                    <a:pt x="1635" y="277"/>
                  </a:cubicBezTo>
                  <a:lnTo>
                    <a:pt x="1" y="8816"/>
                  </a:lnTo>
                  <a:cubicBezTo>
                    <a:pt x="1" y="8917"/>
                    <a:pt x="34" y="8983"/>
                    <a:pt x="101" y="9050"/>
                  </a:cubicBezTo>
                  <a:cubicBezTo>
                    <a:pt x="134" y="9083"/>
                    <a:pt x="168" y="9083"/>
                    <a:pt x="234" y="9083"/>
                  </a:cubicBezTo>
                  <a:cubicBezTo>
                    <a:pt x="268" y="9083"/>
                    <a:pt x="301" y="9083"/>
                    <a:pt x="334" y="9050"/>
                  </a:cubicBezTo>
                  <a:lnTo>
                    <a:pt x="5872" y="5848"/>
                  </a:lnTo>
                  <a:cubicBezTo>
                    <a:pt x="5938" y="5814"/>
                    <a:pt x="5972" y="5748"/>
                    <a:pt x="6005" y="5681"/>
                  </a:cubicBezTo>
                  <a:cubicBezTo>
                    <a:pt x="6038" y="5314"/>
                    <a:pt x="6038" y="4980"/>
                    <a:pt x="6038" y="4613"/>
                  </a:cubicBezTo>
                  <a:cubicBezTo>
                    <a:pt x="6038" y="2846"/>
                    <a:pt x="5538" y="1478"/>
                    <a:pt x="4571" y="677"/>
                  </a:cubicBezTo>
                  <a:cubicBezTo>
                    <a:pt x="4016" y="243"/>
                    <a:pt x="3322" y="1"/>
                    <a:pt x="26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6">
              <a:extLst>
                <a:ext uri="{FF2B5EF4-FFF2-40B4-BE49-F238E27FC236}">
                  <a16:creationId xmlns:a16="http://schemas.microsoft.com/office/drawing/2014/main" id="{D2F57E21-0CF4-9F43-4F9F-7ED0FB8A965E}"/>
                </a:ext>
              </a:extLst>
            </p:cNvPr>
            <p:cNvSpPr/>
            <p:nvPr/>
          </p:nvSpPr>
          <p:spPr>
            <a:xfrm>
              <a:off x="3806225" y="3882600"/>
              <a:ext cx="150975" cy="91550"/>
            </a:xfrm>
            <a:custGeom>
              <a:avLst/>
              <a:gdLst/>
              <a:ahLst/>
              <a:cxnLst/>
              <a:rect l="l" t="t" r="r" b="b"/>
              <a:pathLst>
                <a:path w="6039" h="3662" extrusionOk="0">
                  <a:moveTo>
                    <a:pt x="5538" y="659"/>
                  </a:moveTo>
                  <a:lnTo>
                    <a:pt x="5538" y="659"/>
                  </a:lnTo>
                  <a:cubicBezTo>
                    <a:pt x="5404" y="1393"/>
                    <a:pt x="5204" y="2160"/>
                    <a:pt x="4937" y="2894"/>
                  </a:cubicBezTo>
                  <a:lnTo>
                    <a:pt x="1201" y="3161"/>
                  </a:lnTo>
                  <a:lnTo>
                    <a:pt x="5538" y="659"/>
                  </a:lnTo>
                  <a:close/>
                  <a:moveTo>
                    <a:pt x="5809" y="0"/>
                  </a:moveTo>
                  <a:cubicBezTo>
                    <a:pt x="5771" y="0"/>
                    <a:pt x="5738" y="9"/>
                    <a:pt x="5704" y="25"/>
                  </a:cubicBezTo>
                  <a:lnTo>
                    <a:pt x="134" y="3261"/>
                  </a:lnTo>
                  <a:cubicBezTo>
                    <a:pt x="67" y="3294"/>
                    <a:pt x="0" y="3428"/>
                    <a:pt x="67" y="3528"/>
                  </a:cubicBezTo>
                  <a:cubicBezTo>
                    <a:pt x="67" y="3595"/>
                    <a:pt x="167" y="3661"/>
                    <a:pt x="267" y="3661"/>
                  </a:cubicBezTo>
                  <a:lnTo>
                    <a:pt x="267" y="3628"/>
                  </a:lnTo>
                  <a:lnTo>
                    <a:pt x="5104" y="3294"/>
                  </a:lnTo>
                  <a:cubicBezTo>
                    <a:pt x="5204" y="3294"/>
                    <a:pt x="5271" y="3228"/>
                    <a:pt x="5304" y="3161"/>
                  </a:cubicBezTo>
                  <a:cubicBezTo>
                    <a:pt x="5671" y="2227"/>
                    <a:pt x="5905" y="1260"/>
                    <a:pt x="6038" y="259"/>
                  </a:cubicBezTo>
                  <a:cubicBezTo>
                    <a:pt x="6038" y="159"/>
                    <a:pt x="6005" y="92"/>
                    <a:pt x="5938" y="25"/>
                  </a:cubicBezTo>
                  <a:cubicBezTo>
                    <a:pt x="5888" y="9"/>
                    <a:pt x="5846" y="0"/>
                    <a:pt x="5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6">
              <a:extLst>
                <a:ext uri="{FF2B5EF4-FFF2-40B4-BE49-F238E27FC236}">
                  <a16:creationId xmlns:a16="http://schemas.microsoft.com/office/drawing/2014/main" id="{A1A797D0-8472-B268-9240-E7383F899A40}"/>
                </a:ext>
              </a:extLst>
            </p:cNvPr>
            <p:cNvSpPr/>
            <p:nvPr/>
          </p:nvSpPr>
          <p:spPr>
            <a:xfrm>
              <a:off x="3666950" y="3955450"/>
              <a:ext cx="272725" cy="184650"/>
            </a:xfrm>
            <a:custGeom>
              <a:avLst/>
              <a:gdLst/>
              <a:ahLst/>
              <a:cxnLst/>
              <a:rect l="l" t="t" r="r" b="b"/>
              <a:pathLst>
                <a:path w="10909" h="7386" extrusionOk="0">
                  <a:moveTo>
                    <a:pt x="10341" y="414"/>
                  </a:moveTo>
                  <a:lnTo>
                    <a:pt x="10341" y="414"/>
                  </a:lnTo>
                  <a:cubicBezTo>
                    <a:pt x="9341" y="2949"/>
                    <a:pt x="7573" y="5150"/>
                    <a:pt x="5705" y="6218"/>
                  </a:cubicBezTo>
                  <a:cubicBezTo>
                    <a:pt x="4916" y="6691"/>
                    <a:pt x="4150" y="6931"/>
                    <a:pt x="3456" y="6931"/>
                  </a:cubicBezTo>
                  <a:cubicBezTo>
                    <a:pt x="2977" y="6931"/>
                    <a:pt x="2531" y="6817"/>
                    <a:pt x="2136" y="6585"/>
                  </a:cubicBezTo>
                  <a:cubicBezTo>
                    <a:pt x="1135" y="6051"/>
                    <a:pt x="568" y="4850"/>
                    <a:pt x="468" y="3216"/>
                  </a:cubicBezTo>
                  <a:lnTo>
                    <a:pt x="5872" y="747"/>
                  </a:lnTo>
                  <a:lnTo>
                    <a:pt x="10341" y="414"/>
                  </a:lnTo>
                  <a:close/>
                  <a:moveTo>
                    <a:pt x="10715" y="0"/>
                  </a:moveTo>
                  <a:cubicBezTo>
                    <a:pt x="10693" y="0"/>
                    <a:pt x="10669" y="5"/>
                    <a:pt x="10642" y="13"/>
                  </a:cubicBezTo>
                  <a:lnTo>
                    <a:pt x="5805" y="347"/>
                  </a:lnTo>
                  <a:cubicBezTo>
                    <a:pt x="5805" y="330"/>
                    <a:pt x="5797" y="322"/>
                    <a:pt x="5784" y="322"/>
                  </a:cubicBezTo>
                  <a:cubicBezTo>
                    <a:pt x="5772" y="322"/>
                    <a:pt x="5755" y="330"/>
                    <a:pt x="5738" y="347"/>
                  </a:cubicBezTo>
                  <a:lnTo>
                    <a:pt x="134" y="2882"/>
                  </a:lnTo>
                  <a:cubicBezTo>
                    <a:pt x="67" y="2916"/>
                    <a:pt x="1" y="3016"/>
                    <a:pt x="34" y="3116"/>
                  </a:cubicBezTo>
                  <a:cubicBezTo>
                    <a:pt x="101" y="4984"/>
                    <a:pt x="768" y="6351"/>
                    <a:pt x="1935" y="7018"/>
                  </a:cubicBezTo>
                  <a:cubicBezTo>
                    <a:pt x="2402" y="7252"/>
                    <a:pt x="2903" y="7385"/>
                    <a:pt x="3437" y="7385"/>
                  </a:cubicBezTo>
                  <a:cubicBezTo>
                    <a:pt x="4337" y="7352"/>
                    <a:pt x="5204" y="7119"/>
                    <a:pt x="5938" y="6652"/>
                  </a:cubicBezTo>
                  <a:cubicBezTo>
                    <a:pt x="7973" y="5484"/>
                    <a:pt x="9874" y="3049"/>
                    <a:pt x="10875" y="280"/>
                  </a:cubicBezTo>
                  <a:cubicBezTo>
                    <a:pt x="10909" y="214"/>
                    <a:pt x="10909" y="147"/>
                    <a:pt x="10842" y="80"/>
                  </a:cubicBezTo>
                  <a:cubicBezTo>
                    <a:pt x="10817" y="31"/>
                    <a:pt x="10775" y="0"/>
                    <a:pt x="10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6">
              <a:extLst>
                <a:ext uri="{FF2B5EF4-FFF2-40B4-BE49-F238E27FC236}">
                  <a16:creationId xmlns:a16="http://schemas.microsoft.com/office/drawing/2014/main" id="{C2212A29-EBB7-66EE-2CEB-B8D04AF43176}"/>
                </a:ext>
              </a:extLst>
            </p:cNvPr>
            <p:cNvSpPr/>
            <p:nvPr/>
          </p:nvSpPr>
          <p:spPr>
            <a:xfrm>
              <a:off x="4185650" y="3528800"/>
              <a:ext cx="140975" cy="272725"/>
            </a:xfrm>
            <a:custGeom>
              <a:avLst/>
              <a:gdLst/>
              <a:ahLst/>
              <a:cxnLst/>
              <a:rect l="l" t="t" r="r" b="b"/>
              <a:pathLst>
                <a:path w="5639" h="10909" extrusionOk="0">
                  <a:moveTo>
                    <a:pt x="3103" y="1"/>
                  </a:moveTo>
                  <a:cubicBezTo>
                    <a:pt x="1268" y="2202"/>
                    <a:pt x="34" y="5271"/>
                    <a:pt x="34" y="7940"/>
                  </a:cubicBezTo>
                  <a:cubicBezTo>
                    <a:pt x="1" y="8974"/>
                    <a:pt x="234" y="10008"/>
                    <a:pt x="735" y="10908"/>
                  </a:cubicBezTo>
                  <a:lnTo>
                    <a:pt x="5638" y="4737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6">
              <a:extLst>
                <a:ext uri="{FF2B5EF4-FFF2-40B4-BE49-F238E27FC236}">
                  <a16:creationId xmlns:a16="http://schemas.microsoft.com/office/drawing/2014/main" id="{1B9F5DD4-4CF7-DA01-B5F3-2AB987AA2066}"/>
                </a:ext>
              </a:extLst>
            </p:cNvPr>
            <p:cNvSpPr/>
            <p:nvPr/>
          </p:nvSpPr>
          <p:spPr>
            <a:xfrm>
              <a:off x="4263225" y="3455425"/>
              <a:ext cx="126775" cy="190975"/>
            </a:xfrm>
            <a:custGeom>
              <a:avLst/>
              <a:gdLst/>
              <a:ahLst/>
              <a:cxnLst/>
              <a:rect l="l" t="t" r="r" b="b"/>
              <a:pathLst>
                <a:path w="5071" h="7639" extrusionOk="0">
                  <a:moveTo>
                    <a:pt x="5070" y="0"/>
                  </a:moveTo>
                  <a:cubicBezTo>
                    <a:pt x="4170" y="0"/>
                    <a:pt x="3269" y="234"/>
                    <a:pt x="2535" y="734"/>
                  </a:cubicBezTo>
                  <a:cubicBezTo>
                    <a:pt x="1568" y="1301"/>
                    <a:pt x="701" y="2068"/>
                    <a:pt x="0" y="2936"/>
                  </a:cubicBezTo>
                  <a:lnTo>
                    <a:pt x="2535" y="7639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6">
              <a:extLst>
                <a:ext uri="{FF2B5EF4-FFF2-40B4-BE49-F238E27FC236}">
                  <a16:creationId xmlns:a16="http://schemas.microsoft.com/office/drawing/2014/main" id="{EA2BC010-CFAE-F8B3-79E2-F90DB45A0B4A}"/>
                </a:ext>
              </a:extLst>
            </p:cNvPr>
            <p:cNvSpPr/>
            <p:nvPr/>
          </p:nvSpPr>
          <p:spPr>
            <a:xfrm>
              <a:off x="4326600" y="3455425"/>
              <a:ext cx="126775" cy="191825"/>
            </a:xfrm>
            <a:custGeom>
              <a:avLst/>
              <a:gdLst/>
              <a:ahLst/>
              <a:cxnLst/>
              <a:rect l="l" t="t" r="r" b="b"/>
              <a:pathLst>
                <a:path w="5071" h="7673" extrusionOk="0">
                  <a:moveTo>
                    <a:pt x="2535" y="0"/>
                  </a:moveTo>
                  <a:lnTo>
                    <a:pt x="0" y="7672"/>
                  </a:lnTo>
                  <a:lnTo>
                    <a:pt x="0" y="7672"/>
                  </a:lnTo>
                  <a:lnTo>
                    <a:pt x="5071" y="1801"/>
                  </a:lnTo>
                  <a:cubicBezTo>
                    <a:pt x="4637" y="734"/>
                    <a:pt x="3636" y="67"/>
                    <a:pt x="253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6">
              <a:extLst>
                <a:ext uri="{FF2B5EF4-FFF2-40B4-BE49-F238E27FC236}">
                  <a16:creationId xmlns:a16="http://schemas.microsoft.com/office/drawing/2014/main" id="{CFB1E012-7FA4-416D-BB13-62A9C2C3D6CC}"/>
                </a:ext>
              </a:extLst>
            </p:cNvPr>
            <p:cNvSpPr/>
            <p:nvPr/>
          </p:nvSpPr>
          <p:spPr>
            <a:xfrm>
              <a:off x="4204000" y="3500450"/>
              <a:ext cx="263550" cy="337875"/>
            </a:xfrm>
            <a:custGeom>
              <a:avLst/>
              <a:gdLst/>
              <a:ahLst/>
              <a:cxnLst/>
              <a:rect l="l" t="t" r="r" b="b"/>
              <a:pathLst>
                <a:path w="10542" h="13515" extrusionOk="0">
                  <a:moveTo>
                    <a:pt x="9975" y="0"/>
                  </a:moveTo>
                  <a:lnTo>
                    <a:pt x="4904" y="5871"/>
                  </a:lnTo>
                  <a:lnTo>
                    <a:pt x="1" y="12076"/>
                  </a:lnTo>
                  <a:cubicBezTo>
                    <a:pt x="575" y="13007"/>
                    <a:pt x="1456" y="13515"/>
                    <a:pt x="2517" y="13515"/>
                  </a:cubicBezTo>
                  <a:cubicBezTo>
                    <a:pt x="3242" y="13515"/>
                    <a:pt x="4051" y="13277"/>
                    <a:pt x="4904" y="12776"/>
                  </a:cubicBezTo>
                  <a:cubicBezTo>
                    <a:pt x="8006" y="11008"/>
                    <a:pt x="10508" y="6438"/>
                    <a:pt x="10508" y="2636"/>
                  </a:cubicBezTo>
                  <a:cubicBezTo>
                    <a:pt x="10542" y="1702"/>
                    <a:pt x="10341" y="801"/>
                    <a:pt x="997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6">
              <a:extLst>
                <a:ext uri="{FF2B5EF4-FFF2-40B4-BE49-F238E27FC236}">
                  <a16:creationId xmlns:a16="http://schemas.microsoft.com/office/drawing/2014/main" id="{A63EDC66-CA7F-BF4A-2C6F-D1AFF50CE58F}"/>
                </a:ext>
              </a:extLst>
            </p:cNvPr>
            <p:cNvSpPr/>
            <p:nvPr/>
          </p:nvSpPr>
          <p:spPr>
            <a:xfrm>
              <a:off x="4263225" y="3455425"/>
              <a:ext cx="126775" cy="190975"/>
            </a:xfrm>
            <a:custGeom>
              <a:avLst/>
              <a:gdLst/>
              <a:ahLst/>
              <a:cxnLst/>
              <a:rect l="l" t="t" r="r" b="b"/>
              <a:pathLst>
                <a:path w="5071" h="7639" extrusionOk="0">
                  <a:moveTo>
                    <a:pt x="5070" y="0"/>
                  </a:moveTo>
                  <a:cubicBezTo>
                    <a:pt x="4170" y="0"/>
                    <a:pt x="3269" y="234"/>
                    <a:pt x="2535" y="734"/>
                  </a:cubicBezTo>
                  <a:cubicBezTo>
                    <a:pt x="1568" y="1301"/>
                    <a:pt x="701" y="2068"/>
                    <a:pt x="0" y="2936"/>
                  </a:cubicBezTo>
                  <a:lnTo>
                    <a:pt x="2535" y="7639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6">
              <a:extLst>
                <a:ext uri="{FF2B5EF4-FFF2-40B4-BE49-F238E27FC236}">
                  <a16:creationId xmlns:a16="http://schemas.microsoft.com/office/drawing/2014/main" id="{9AC70F2A-1FC2-90F1-D112-83B7FD284C4E}"/>
                </a:ext>
              </a:extLst>
            </p:cNvPr>
            <p:cNvSpPr/>
            <p:nvPr/>
          </p:nvSpPr>
          <p:spPr>
            <a:xfrm>
              <a:off x="4326600" y="3455425"/>
              <a:ext cx="126775" cy="191825"/>
            </a:xfrm>
            <a:custGeom>
              <a:avLst/>
              <a:gdLst/>
              <a:ahLst/>
              <a:cxnLst/>
              <a:rect l="l" t="t" r="r" b="b"/>
              <a:pathLst>
                <a:path w="5071" h="7673" extrusionOk="0">
                  <a:moveTo>
                    <a:pt x="2535" y="0"/>
                  </a:moveTo>
                  <a:lnTo>
                    <a:pt x="0" y="7672"/>
                  </a:lnTo>
                  <a:lnTo>
                    <a:pt x="0" y="7672"/>
                  </a:lnTo>
                  <a:lnTo>
                    <a:pt x="5071" y="1801"/>
                  </a:lnTo>
                  <a:cubicBezTo>
                    <a:pt x="4637" y="734"/>
                    <a:pt x="3636" y="67"/>
                    <a:pt x="2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6">
              <a:extLst>
                <a:ext uri="{FF2B5EF4-FFF2-40B4-BE49-F238E27FC236}">
                  <a16:creationId xmlns:a16="http://schemas.microsoft.com/office/drawing/2014/main" id="{ECC02EFD-90F4-078B-9CA1-35BFD33BE2E1}"/>
                </a:ext>
              </a:extLst>
            </p:cNvPr>
            <p:cNvSpPr/>
            <p:nvPr/>
          </p:nvSpPr>
          <p:spPr>
            <a:xfrm>
              <a:off x="4204000" y="3500450"/>
              <a:ext cx="263550" cy="337875"/>
            </a:xfrm>
            <a:custGeom>
              <a:avLst/>
              <a:gdLst/>
              <a:ahLst/>
              <a:cxnLst/>
              <a:rect l="l" t="t" r="r" b="b"/>
              <a:pathLst>
                <a:path w="10542" h="13515" extrusionOk="0">
                  <a:moveTo>
                    <a:pt x="9975" y="0"/>
                  </a:moveTo>
                  <a:lnTo>
                    <a:pt x="4904" y="5871"/>
                  </a:lnTo>
                  <a:lnTo>
                    <a:pt x="1" y="12076"/>
                  </a:lnTo>
                  <a:cubicBezTo>
                    <a:pt x="575" y="13007"/>
                    <a:pt x="1456" y="13515"/>
                    <a:pt x="2517" y="13515"/>
                  </a:cubicBezTo>
                  <a:cubicBezTo>
                    <a:pt x="3242" y="13515"/>
                    <a:pt x="4051" y="13277"/>
                    <a:pt x="4904" y="12776"/>
                  </a:cubicBezTo>
                  <a:cubicBezTo>
                    <a:pt x="8006" y="11008"/>
                    <a:pt x="10508" y="6438"/>
                    <a:pt x="10508" y="2636"/>
                  </a:cubicBezTo>
                  <a:cubicBezTo>
                    <a:pt x="10542" y="1702"/>
                    <a:pt x="10341" y="801"/>
                    <a:pt x="99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6">
              <a:extLst>
                <a:ext uri="{FF2B5EF4-FFF2-40B4-BE49-F238E27FC236}">
                  <a16:creationId xmlns:a16="http://schemas.microsoft.com/office/drawing/2014/main" id="{33EEA9DF-5B87-B4C8-E65F-660FC639F6F0}"/>
                </a:ext>
              </a:extLst>
            </p:cNvPr>
            <p:cNvSpPr/>
            <p:nvPr/>
          </p:nvSpPr>
          <p:spPr>
            <a:xfrm>
              <a:off x="4180650" y="3522975"/>
              <a:ext cx="151800" cy="284375"/>
            </a:xfrm>
            <a:custGeom>
              <a:avLst/>
              <a:gdLst/>
              <a:ahLst/>
              <a:cxnLst/>
              <a:rect l="l" t="t" r="r" b="b"/>
              <a:pathLst>
                <a:path w="6072" h="11375" extrusionOk="0">
                  <a:moveTo>
                    <a:pt x="3270" y="634"/>
                  </a:moveTo>
                  <a:lnTo>
                    <a:pt x="5571" y="4937"/>
                  </a:lnTo>
                  <a:lnTo>
                    <a:pt x="968" y="10774"/>
                  </a:lnTo>
                  <a:cubicBezTo>
                    <a:pt x="601" y="9941"/>
                    <a:pt x="434" y="9073"/>
                    <a:pt x="434" y="8173"/>
                  </a:cubicBezTo>
                  <a:cubicBezTo>
                    <a:pt x="434" y="5704"/>
                    <a:pt x="1535" y="2835"/>
                    <a:pt x="3270" y="634"/>
                  </a:cubicBezTo>
                  <a:close/>
                  <a:moveTo>
                    <a:pt x="3336" y="0"/>
                  </a:moveTo>
                  <a:cubicBezTo>
                    <a:pt x="3270" y="0"/>
                    <a:pt x="3203" y="33"/>
                    <a:pt x="3136" y="100"/>
                  </a:cubicBezTo>
                  <a:cubicBezTo>
                    <a:pt x="1202" y="2402"/>
                    <a:pt x="34" y="5504"/>
                    <a:pt x="34" y="8173"/>
                  </a:cubicBezTo>
                  <a:cubicBezTo>
                    <a:pt x="1" y="9273"/>
                    <a:pt x="234" y="10341"/>
                    <a:pt x="768" y="11275"/>
                  </a:cubicBezTo>
                  <a:cubicBezTo>
                    <a:pt x="801" y="11342"/>
                    <a:pt x="868" y="11375"/>
                    <a:pt x="935" y="11375"/>
                  </a:cubicBezTo>
                  <a:cubicBezTo>
                    <a:pt x="1001" y="11375"/>
                    <a:pt x="1068" y="11342"/>
                    <a:pt x="1102" y="11308"/>
                  </a:cubicBezTo>
                  <a:lnTo>
                    <a:pt x="6005" y="5070"/>
                  </a:lnTo>
                  <a:cubicBezTo>
                    <a:pt x="6072" y="5004"/>
                    <a:pt x="6072" y="4937"/>
                    <a:pt x="6038" y="4837"/>
                  </a:cubicBezTo>
                  <a:lnTo>
                    <a:pt x="3503" y="133"/>
                  </a:lnTo>
                  <a:cubicBezTo>
                    <a:pt x="3470" y="67"/>
                    <a:pt x="3403" y="33"/>
                    <a:pt x="33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6">
              <a:extLst>
                <a:ext uri="{FF2B5EF4-FFF2-40B4-BE49-F238E27FC236}">
                  <a16:creationId xmlns:a16="http://schemas.microsoft.com/office/drawing/2014/main" id="{C2A88D60-5DA9-1491-7F26-CFCB5AACD7CD}"/>
                </a:ext>
              </a:extLst>
            </p:cNvPr>
            <p:cNvSpPr/>
            <p:nvPr/>
          </p:nvSpPr>
          <p:spPr>
            <a:xfrm>
              <a:off x="4257375" y="3449575"/>
              <a:ext cx="137625" cy="202675"/>
            </a:xfrm>
            <a:custGeom>
              <a:avLst/>
              <a:gdLst/>
              <a:ahLst/>
              <a:cxnLst/>
              <a:rect l="l" t="t" r="r" b="b"/>
              <a:pathLst>
                <a:path w="5505" h="8107" extrusionOk="0">
                  <a:moveTo>
                    <a:pt x="4971" y="468"/>
                  </a:moveTo>
                  <a:lnTo>
                    <a:pt x="2703" y="7339"/>
                  </a:lnTo>
                  <a:lnTo>
                    <a:pt x="501" y="3203"/>
                  </a:lnTo>
                  <a:cubicBezTo>
                    <a:pt x="1168" y="2369"/>
                    <a:pt x="1969" y="1668"/>
                    <a:pt x="2869" y="1135"/>
                  </a:cubicBezTo>
                  <a:cubicBezTo>
                    <a:pt x="3503" y="734"/>
                    <a:pt x="4237" y="501"/>
                    <a:pt x="4971" y="468"/>
                  </a:cubicBezTo>
                  <a:close/>
                  <a:moveTo>
                    <a:pt x="5304" y="1"/>
                  </a:moveTo>
                  <a:cubicBezTo>
                    <a:pt x="4370" y="1"/>
                    <a:pt x="3436" y="267"/>
                    <a:pt x="2636" y="768"/>
                  </a:cubicBezTo>
                  <a:cubicBezTo>
                    <a:pt x="1668" y="1368"/>
                    <a:pt x="768" y="2135"/>
                    <a:pt x="67" y="3036"/>
                  </a:cubicBezTo>
                  <a:cubicBezTo>
                    <a:pt x="1" y="3103"/>
                    <a:pt x="1" y="3203"/>
                    <a:pt x="34" y="3270"/>
                  </a:cubicBezTo>
                  <a:lnTo>
                    <a:pt x="2569" y="7973"/>
                  </a:lnTo>
                  <a:cubicBezTo>
                    <a:pt x="2602" y="8073"/>
                    <a:pt x="2669" y="8106"/>
                    <a:pt x="2769" y="8106"/>
                  </a:cubicBezTo>
                  <a:cubicBezTo>
                    <a:pt x="2869" y="8106"/>
                    <a:pt x="2936" y="8040"/>
                    <a:pt x="2969" y="7940"/>
                  </a:cubicBezTo>
                  <a:lnTo>
                    <a:pt x="5505" y="301"/>
                  </a:lnTo>
                  <a:cubicBezTo>
                    <a:pt x="5505" y="234"/>
                    <a:pt x="5505" y="167"/>
                    <a:pt x="5471" y="101"/>
                  </a:cubicBezTo>
                  <a:cubicBezTo>
                    <a:pt x="5438" y="67"/>
                    <a:pt x="5371" y="1"/>
                    <a:pt x="5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6">
              <a:extLst>
                <a:ext uri="{FF2B5EF4-FFF2-40B4-BE49-F238E27FC236}">
                  <a16:creationId xmlns:a16="http://schemas.microsoft.com/office/drawing/2014/main" id="{BC8E0328-717C-D84B-A167-E1E66C4169E6}"/>
                </a:ext>
              </a:extLst>
            </p:cNvPr>
            <p:cNvSpPr/>
            <p:nvPr/>
          </p:nvSpPr>
          <p:spPr>
            <a:xfrm>
              <a:off x="4320750" y="3449575"/>
              <a:ext cx="138475" cy="202675"/>
            </a:xfrm>
            <a:custGeom>
              <a:avLst/>
              <a:gdLst/>
              <a:ahLst/>
              <a:cxnLst/>
              <a:rect l="l" t="t" r="r" b="b"/>
              <a:pathLst>
                <a:path w="5539" h="8107" extrusionOk="0">
                  <a:moveTo>
                    <a:pt x="2903" y="468"/>
                  </a:moveTo>
                  <a:cubicBezTo>
                    <a:pt x="3837" y="568"/>
                    <a:pt x="4637" y="1135"/>
                    <a:pt x="5038" y="2002"/>
                  </a:cubicBezTo>
                  <a:lnTo>
                    <a:pt x="768" y="6906"/>
                  </a:lnTo>
                  <a:lnTo>
                    <a:pt x="2903" y="468"/>
                  </a:lnTo>
                  <a:close/>
                  <a:moveTo>
                    <a:pt x="2769" y="1"/>
                  </a:moveTo>
                  <a:cubicBezTo>
                    <a:pt x="2669" y="1"/>
                    <a:pt x="2569" y="67"/>
                    <a:pt x="2536" y="167"/>
                  </a:cubicBezTo>
                  <a:lnTo>
                    <a:pt x="34" y="7806"/>
                  </a:lnTo>
                  <a:cubicBezTo>
                    <a:pt x="1" y="7906"/>
                    <a:pt x="34" y="8006"/>
                    <a:pt x="134" y="8073"/>
                  </a:cubicBezTo>
                  <a:cubicBezTo>
                    <a:pt x="134" y="8106"/>
                    <a:pt x="201" y="8106"/>
                    <a:pt x="234" y="8106"/>
                  </a:cubicBezTo>
                  <a:cubicBezTo>
                    <a:pt x="301" y="8106"/>
                    <a:pt x="334" y="8073"/>
                    <a:pt x="401" y="8040"/>
                  </a:cubicBezTo>
                  <a:lnTo>
                    <a:pt x="5471" y="2169"/>
                  </a:lnTo>
                  <a:cubicBezTo>
                    <a:pt x="5538" y="2102"/>
                    <a:pt x="5538" y="2002"/>
                    <a:pt x="5505" y="1935"/>
                  </a:cubicBezTo>
                  <a:cubicBezTo>
                    <a:pt x="5038" y="801"/>
                    <a:pt x="3970" y="67"/>
                    <a:pt x="2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6">
              <a:extLst>
                <a:ext uri="{FF2B5EF4-FFF2-40B4-BE49-F238E27FC236}">
                  <a16:creationId xmlns:a16="http://schemas.microsoft.com/office/drawing/2014/main" id="{C8844B15-80DD-DDFD-C1C7-309D2C3EB3F4}"/>
                </a:ext>
              </a:extLst>
            </p:cNvPr>
            <p:cNvSpPr/>
            <p:nvPr/>
          </p:nvSpPr>
          <p:spPr>
            <a:xfrm>
              <a:off x="4198175" y="3494600"/>
              <a:ext cx="274375" cy="348650"/>
            </a:xfrm>
            <a:custGeom>
              <a:avLst/>
              <a:gdLst/>
              <a:ahLst/>
              <a:cxnLst/>
              <a:rect l="l" t="t" r="r" b="b"/>
              <a:pathLst>
                <a:path w="10975" h="13946" extrusionOk="0">
                  <a:moveTo>
                    <a:pt x="10141" y="601"/>
                  </a:moveTo>
                  <a:cubicBezTo>
                    <a:pt x="10408" y="1335"/>
                    <a:pt x="10541" y="2069"/>
                    <a:pt x="10508" y="2836"/>
                  </a:cubicBezTo>
                  <a:cubicBezTo>
                    <a:pt x="10508" y="6572"/>
                    <a:pt x="8039" y="11076"/>
                    <a:pt x="5004" y="12810"/>
                  </a:cubicBezTo>
                  <a:cubicBezTo>
                    <a:pt x="4205" y="13281"/>
                    <a:pt x="3442" y="13514"/>
                    <a:pt x="2756" y="13514"/>
                  </a:cubicBezTo>
                  <a:cubicBezTo>
                    <a:pt x="1837" y="13514"/>
                    <a:pt x="1054" y="13097"/>
                    <a:pt x="501" y="12276"/>
                  </a:cubicBezTo>
                  <a:lnTo>
                    <a:pt x="5304" y="6205"/>
                  </a:lnTo>
                  <a:lnTo>
                    <a:pt x="10141" y="601"/>
                  </a:lnTo>
                  <a:close/>
                  <a:moveTo>
                    <a:pt x="10241" y="1"/>
                  </a:moveTo>
                  <a:cubicBezTo>
                    <a:pt x="10141" y="1"/>
                    <a:pt x="10074" y="34"/>
                    <a:pt x="10041" y="68"/>
                  </a:cubicBezTo>
                  <a:lnTo>
                    <a:pt x="4937" y="5939"/>
                  </a:lnTo>
                  <a:lnTo>
                    <a:pt x="34" y="12143"/>
                  </a:lnTo>
                  <a:cubicBezTo>
                    <a:pt x="0" y="12243"/>
                    <a:pt x="0" y="12343"/>
                    <a:pt x="34" y="12410"/>
                  </a:cubicBezTo>
                  <a:cubicBezTo>
                    <a:pt x="586" y="13352"/>
                    <a:pt x="1580" y="13946"/>
                    <a:pt x="2679" y="13946"/>
                  </a:cubicBezTo>
                  <a:cubicBezTo>
                    <a:pt x="2709" y="13946"/>
                    <a:pt x="2739" y="13945"/>
                    <a:pt x="2769" y="13944"/>
                  </a:cubicBezTo>
                  <a:cubicBezTo>
                    <a:pt x="3636" y="13911"/>
                    <a:pt x="4470" y="13677"/>
                    <a:pt x="5237" y="13210"/>
                  </a:cubicBezTo>
                  <a:cubicBezTo>
                    <a:pt x="8373" y="11376"/>
                    <a:pt x="10941" y="6739"/>
                    <a:pt x="10941" y="2836"/>
                  </a:cubicBezTo>
                  <a:cubicBezTo>
                    <a:pt x="10975" y="1902"/>
                    <a:pt x="10775" y="968"/>
                    <a:pt x="10408" y="134"/>
                  </a:cubicBezTo>
                  <a:cubicBezTo>
                    <a:pt x="10374" y="68"/>
                    <a:pt x="10308" y="1"/>
                    <a:pt x="10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6">
              <a:extLst>
                <a:ext uri="{FF2B5EF4-FFF2-40B4-BE49-F238E27FC236}">
                  <a16:creationId xmlns:a16="http://schemas.microsoft.com/office/drawing/2014/main" id="{EA3FAB4D-520F-1982-7AD1-E12DE951C828}"/>
                </a:ext>
              </a:extLst>
            </p:cNvPr>
            <p:cNvSpPr/>
            <p:nvPr/>
          </p:nvSpPr>
          <p:spPr>
            <a:xfrm>
              <a:off x="3999700" y="3640775"/>
              <a:ext cx="46725" cy="66300"/>
            </a:xfrm>
            <a:custGeom>
              <a:avLst/>
              <a:gdLst/>
              <a:ahLst/>
              <a:cxnLst/>
              <a:rect l="l" t="t" r="r" b="b"/>
              <a:pathLst>
                <a:path w="1869" h="2652" extrusionOk="0">
                  <a:moveTo>
                    <a:pt x="1588" y="0"/>
                  </a:moveTo>
                  <a:cubicBezTo>
                    <a:pt x="1521" y="0"/>
                    <a:pt x="1446" y="19"/>
                    <a:pt x="1368" y="58"/>
                  </a:cubicBezTo>
                  <a:lnTo>
                    <a:pt x="467" y="592"/>
                  </a:lnTo>
                  <a:cubicBezTo>
                    <a:pt x="167" y="792"/>
                    <a:pt x="0" y="1092"/>
                    <a:pt x="0" y="1426"/>
                  </a:cubicBezTo>
                  <a:lnTo>
                    <a:pt x="0" y="2326"/>
                  </a:lnTo>
                  <a:cubicBezTo>
                    <a:pt x="0" y="2539"/>
                    <a:pt x="101" y="2651"/>
                    <a:pt x="254" y="2651"/>
                  </a:cubicBezTo>
                  <a:cubicBezTo>
                    <a:pt x="317" y="2651"/>
                    <a:pt x="389" y="2632"/>
                    <a:pt x="467" y="2593"/>
                  </a:cubicBezTo>
                  <a:lnTo>
                    <a:pt x="1368" y="2060"/>
                  </a:lnTo>
                  <a:cubicBezTo>
                    <a:pt x="1668" y="1859"/>
                    <a:pt x="1835" y="1559"/>
                    <a:pt x="1868" y="1226"/>
                  </a:cubicBezTo>
                  <a:lnTo>
                    <a:pt x="1868" y="325"/>
                  </a:lnTo>
                  <a:cubicBezTo>
                    <a:pt x="1868" y="112"/>
                    <a:pt x="1751" y="0"/>
                    <a:pt x="1588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6">
              <a:extLst>
                <a:ext uri="{FF2B5EF4-FFF2-40B4-BE49-F238E27FC236}">
                  <a16:creationId xmlns:a16="http://schemas.microsoft.com/office/drawing/2014/main" id="{E43CEDBA-2F7E-A1E6-5EF9-86CAB99F1C8F}"/>
                </a:ext>
              </a:extLst>
            </p:cNvPr>
            <p:cNvSpPr/>
            <p:nvPr/>
          </p:nvSpPr>
          <p:spPr>
            <a:xfrm>
              <a:off x="3999700" y="3739625"/>
              <a:ext cx="46725" cy="66225"/>
            </a:xfrm>
            <a:custGeom>
              <a:avLst/>
              <a:gdLst/>
              <a:ahLst/>
              <a:cxnLst/>
              <a:rect l="l" t="t" r="r" b="b"/>
              <a:pathLst>
                <a:path w="1869" h="2649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4"/>
                  </a:cubicBezTo>
                  <a:lnTo>
                    <a:pt x="467" y="607"/>
                  </a:lnTo>
                  <a:cubicBezTo>
                    <a:pt x="200" y="774"/>
                    <a:pt x="0" y="1074"/>
                    <a:pt x="0" y="1408"/>
                  </a:cubicBezTo>
                  <a:lnTo>
                    <a:pt x="0" y="2309"/>
                  </a:lnTo>
                  <a:cubicBezTo>
                    <a:pt x="0" y="2520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42"/>
                  </a:lnTo>
                  <a:cubicBezTo>
                    <a:pt x="1668" y="1875"/>
                    <a:pt x="1835" y="1575"/>
                    <a:pt x="1868" y="1208"/>
                  </a:cubicBezTo>
                  <a:lnTo>
                    <a:pt x="1868" y="341"/>
                  </a:lnTo>
                  <a:cubicBezTo>
                    <a:pt x="1868" y="130"/>
                    <a:pt x="1753" y="1"/>
                    <a:pt x="159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6">
              <a:extLst>
                <a:ext uri="{FF2B5EF4-FFF2-40B4-BE49-F238E27FC236}">
                  <a16:creationId xmlns:a16="http://schemas.microsoft.com/office/drawing/2014/main" id="{466C1224-243A-FD7D-FFB1-53F4406A7336}"/>
                </a:ext>
              </a:extLst>
            </p:cNvPr>
            <p:cNvSpPr/>
            <p:nvPr/>
          </p:nvSpPr>
          <p:spPr>
            <a:xfrm>
              <a:off x="3999700" y="3739625"/>
              <a:ext cx="46725" cy="66225"/>
            </a:xfrm>
            <a:custGeom>
              <a:avLst/>
              <a:gdLst/>
              <a:ahLst/>
              <a:cxnLst/>
              <a:rect l="l" t="t" r="r" b="b"/>
              <a:pathLst>
                <a:path w="1869" h="2649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4"/>
                  </a:cubicBezTo>
                  <a:lnTo>
                    <a:pt x="467" y="607"/>
                  </a:lnTo>
                  <a:cubicBezTo>
                    <a:pt x="200" y="774"/>
                    <a:pt x="0" y="1074"/>
                    <a:pt x="0" y="1408"/>
                  </a:cubicBezTo>
                  <a:lnTo>
                    <a:pt x="0" y="2309"/>
                  </a:lnTo>
                  <a:cubicBezTo>
                    <a:pt x="0" y="2520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42"/>
                  </a:lnTo>
                  <a:cubicBezTo>
                    <a:pt x="1668" y="1875"/>
                    <a:pt x="1835" y="1575"/>
                    <a:pt x="1868" y="1208"/>
                  </a:cubicBezTo>
                  <a:lnTo>
                    <a:pt x="1868" y="341"/>
                  </a:lnTo>
                  <a:cubicBezTo>
                    <a:pt x="1868" y="130"/>
                    <a:pt x="1753" y="1"/>
                    <a:pt x="1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6">
              <a:extLst>
                <a:ext uri="{FF2B5EF4-FFF2-40B4-BE49-F238E27FC236}">
                  <a16:creationId xmlns:a16="http://schemas.microsoft.com/office/drawing/2014/main" id="{8C4C3390-5D16-BAC6-8E96-33D7EB3B100F}"/>
                </a:ext>
              </a:extLst>
            </p:cNvPr>
            <p:cNvSpPr/>
            <p:nvPr/>
          </p:nvSpPr>
          <p:spPr>
            <a:xfrm>
              <a:off x="3999700" y="3838425"/>
              <a:ext cx="46725" cy="66275"/>
            </a:xfrm>
            <a:custGeom>
              <a:avLst/>
              <a:gdLst/>
              <a:ahLst/>
              <a:cxnLst/>
              <a:rect l="l" t="t" r="r" b="b"/>
              <a:pathLst>
                <a:path w="1869" h="2651" extrusionOk="0">
                  <a:moveTo>
                    <a:pt x="1584" y="1"/>
                  </a:moveTo>
                  <a:cubicBezTo>
                    <a:pt x="1518" y="1"/>
                    <a:pt x="1444" y="20"/>
                    <a:pt x="1368" y="58"/>
                  </a:cubicBezTo>
                  <a:lnTo>
                    <a:pt x="467" y="592"/>
                  </a:lnTo>
                  <a:cubicBezTo>
                    <a:pt x="200" y="792"/>
                    <a:pt x="0" y="1092"/>
                    <a:pt x="0" y="1425"/>
                  </a:cubicBezTo>
                  <a:lnTo>
                    <a:pt x="0" y="2326"/>
                  </a:lnTo>
                  <a:cubicBezTo>
                    <a:pt x="0" y="2539"/>
                    <a:pt x="101" y="2651"/>
                    <a:pt x="254" y="2651"/>
                  </a:cubicBezTo>
                  <a:cubicBezTo>
                    <a:pt x="317" y="2651"/>
                    <a:pt x="389" y="2632"/>
                    <a:pt x="467" y="2593"/>
                  </a:cubicBezTo>
                  <a:lnTo>
                    <a:pt x="1368" y="2059"/>
                  </a:lnTo>
                  <a:cubicBezTo>
                    <a:pt x="1668" y="1859"/>
                    <a:pt x="1835" y="1559"/>
                    <a:pt x="1868" y="1225"/>
                  </a:cubicBezTo>
                  <a:lnTo>
                    <a:pt x="1868" y="358"/>
                  </a:lnTo>
                  <a:cubicBezTo>
                    <a:pt x="1868" y="120"/>
                    <a:pt x="1749" y="1"/>
                    <a:pt x="1584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6">
              <a:extLst>
                <a:ext uri="{FF2B5EF4-FFF2-40B4-BE49-F238E27FC236}">
                  <a16:creationId xmlns:a16="http://schemas.microsoft.com/office/drawing/2014/main" id="{FF990A3A-52ED-EEB5-97F7-234F42D94BCA}"/>
                </a:ext>
              </a:extLst>
            </p:cNvPr>
            <p:cNvSpPr/>
            <p:nvPr/>
          </p:nvSpPr>
          <p:spPr>
            <a:xfrm>
              <a:off x="3999700" y="3838425"/>
              <a:ext cx="46725" cy="66275"/>
            </a:xfrm>
            <a:custGeom>
              <a:avLst/>
              <a:gdLst/>
              <a:ahLst/>
              <a:cxnLst/>
              <a:rect l="l" t="t" r="r" b="b"/>
              <a:pathLst>
                <a:path w="1869" h="2651" extrusionOk="0">
                  <a:moveTo>
                    <a:pt x="1584" y="1"/>
                  </a:moveTo>
                  <a:cubicBezTo>
                    <a:pt x="1518" y="1"/>
                    <a:pt x="1444" y="20"/>
                    <a:pt x="1368" y="58"/>
                  </a:cubicBezTo>
                  <a:lnTo>
                    <a:pt x="467" y="592"/>
                  </a:lnTo>
                  <a:cubicBezTo>
                    <a:pt x="200" y="792"/>
                    <a:pt x="0" y="1092"/>
                    <a:pt x="0" y="1425"/>
                  </a:cubicBezTo>
                  <a:lnTo>
                    <a:pt x="0" y="2326"/>
                  </a:lnTo>
                  <a:cubicBezTo>
                    <a:pt x="0" y="2539"/>
                    <a:pt x="101" y="2651"/>
                    <a:pt x="254" y="2651"/>
                  </a:cubicBezTo>
                  <a:cubicBezTo>
                    <a:pt x="317" y="2651"/>
                    <a:pt x="389" y="2632"/>
                    <a:pt x="467" y="2593"/>
                  </a:cubicBezTo>
                  <a:lnTo>
                    <a:pt x="1368" y="2059"/>
                  </a:lnTo>
                  <a:cubicBezTo>
                    <a:pt x="1668" y="1859"/>
                    <a:pt x="1835" y="1559"/>
                    <a:pt x="1868" y="1225"/>
                  </a:cubicBezTo>
                  <a:lnTo>
                    <a:pt x="1868" y="358"/>
                  </a:lnTo>
                  <a:cubicBezTo>
                    <a:pt x="1868" y="120"/>
                    <a:pt x="1749" y="1"/>
                    <a:pt x="1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6">
              <a:extLst>
                <a:ext uri="{FF2B5EF4-FFF2-40B4-BE49-F238E27FC236}">
                  <a16:creationId xmlns:a16="http://schemas.microsoft.com/office/drawing/2014/main" id="{1319AEB0-4A43-1BD6-639A-4BEF72B60F06}"/>
                </a:ext>
              </a:extLst>
            </p:cNvPr>
            <p:cNvSpPr/>
            <p:nvPr/>
          </p:nvSpPr>
          <p:spPr>
            <a:xfrm>
              <a:off x="3999700" y="3937275"/>
              <a:ext cx="46725" cy="66200"/>
            </a:xfrm>
            <a:custGeom>
              <a:avLst/>
              <a:gdLst/>
              <a:ahLst/>
              <a:cxnLst/>
              <a:rect l="l" t="t" r="r" b="b"/>
              <a:pathLst>
                <a:path w="1869" h="2648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3"/>
                  </a:cubicBezTo>
                  <a:lnTo>
                    <a:pt x="467" y="607"/>
                  </a:lnTo>
                  <a:cubicBezTo>
                    <a:pt x="167" y="774"/>
                    <a:pt x="0" y="1107"/>
                    <a:pt x="0" y="1441"/>
                  </a:cubicBezTo>
                  <a:lnTo>
                    <a:pt x="0" y="2308"/>
                  </a:lnTo>
                  <a:cubicBezTo>
                    <a:pt x="0" y="2519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75"/>
                  </a:lnTo>
                  <a:cubicBezTo>
                    <a:pt x="1668" y="1875"/>
                    <a:pt x="1835" y="1574"/>
                    <a:pt x="1868" y="1241"/>
                  </a:cubicBezTo>
                  <a:lnTo>
                    <a:pt x="1868" y="340"/>
                  </a:lnTo>
                  <a:cubicBezTo>
                    <a:pt x="1868" y="129"/>
                    <a:pt x="1753" y="1"/>
                    <a:pt x="159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6">
              <a:extLst>
                <a:ext uri="{FF2B5EF4-FFF2-40B4-BE49-F238E27FC236}">
                  <a16:creationId xmlns:a16="http://schemas.microsoft.com/office/drawing/2014/main" id="{CD13C6DB-53D4-244A-79BF-14A2CB7A03F5}"/>
                </a:ext>
              </a:extLst>
            </p:cNvPr>
            <p:cNvSpPr/>
            <p:nvPr/>
          </p:nvSpPr>
          <p:spPr>
            <a:xfrm>
              <a:off x="3999700" y="3937275"/>
              <a:ext cx="46725" cy="66200"/>
            </a:xfrm>
            <a:custGeom>
              <a:avLst/>
              <a:gdLst/>
              <a:ahLst/>
              <a:cxnLst/>
              <a:rect l="l" t="t" r="r" b="b"/>
              <a:pathLst>
                <a:path w="1869" h="2648" extrusionOk="0">
                  <a:moveTo>
                    <a:pt x="1592" y="1"/>
                  </a:moveTo>
                  <a:cubicBezTo>
                    <a:pt x="1524" y="1"/>
                    <a:pt x="1447" y="24"/>
                    <a:pt x="1368" y="73"/>
                  </a:cubicBezTo>
                  <a:lnTo>
                    <a:pt x="467" y="607"/>
                  </a:lnTo>
                  <a:cubicBezTo>
                    <a:pt x="167" y="774"/>
                    <a:pt x="0" y="1107"/>
                    <a:pt x="0" y="1441"/>
                  </a:cubicBezTo>
                  <a:lnTo>
                    <a:pt x="0" y="2308"/>
                  </a:lnTo>
                  <a:cubicBezTo>
                    <a:pt x="0" y="2519"/>
                    <a:pt x="99" y="2648"/>
                    <a:pt x="250" y="2648"/>
                  </a:cubicBezTo>
                  <a:cubicBezTo>
                    <a:pt x="314" y="2648"/>
                    <a:pt x="388" y="2625"/>
                    <a:pt x="467" y="2575"/>
                  </a:cubicBezTo>
                  <a:lnTo>
                    <a:pt x="1368" y="2075"/>
                  </a:lnTo>
                  <a:cubicBezTo>
                    <a:pt x="1668" y="1875"/>
                    <a:pt x="1835" y="1574"/>
                    <a:pt x="1868" y="1241"/>
                  </a:cubicBezTo>
                  <a:lnTo>
                    <a:pt x="1868" y="340"/>
                  </a:lnTo>
                  <a:cubicBezTo>
                    <a:pt x="1868" y="129"/>
                    <a:pt x="1753" y="1"/>
                    <a:pt x="1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6">
              <a:extLst>
                <a:ext uri="{FF2B5EF4-FFF2-40B4-BE49-F238E27FC236}">
                  <a16:creationId xmlns:a16="http://schemas.microsoft.com/office/drawing/2014/main" id="{E41B48AE-5FC7-E001-1B2E-5463335D1DAB}"/>
                </a:ext>
              </a:extLst>
            </p:cNvPr>
            <p:cNvSpPr/>
            <p:nvPr/>
          </p:nvSpPr>
          <p:spPr>
            <a:xfrm>
              <a:off x="4061400" y="3597975"/>
              <a:ext cx="88875" cy="55100"/>
            </a:xfrm>
            <a:custGeom>
              <a:avLst/>
              <a:gdLst/>
              <a:ahLst/>
              <a:cxnLst/>
              <a:rect l="l" t="t" r="r" b="b"/>
              <a:pathLst>
                <a:path w="3555" h="2204" extrusionOk="0">
                  <a:moveTo>
                    <a:pt x="3112" y="0"/>
                  </a:moveTo>
                  <a:cubicBezTo>
                    <a:pt x="3066" y="0"/>
                    <a:pt x="3018" y="11"/>
                    <a:pt x="2969" y="36"/>
                  </a:cubicBezTo>
                  <a:lnTo>
                    <a:pt x="167" y="1637"/>
                  </a:lnTo>
                  <a:cubicBezTo>
                    <a:pt x="34" y="1737"/>
                    <a:pt x="1" y="1904"/>
                    <a:pt x="67" y="2070"/>
                  </a:cubicBezTo>
                  <a:cubicBezTo>
                    <a:pt x="134" y="2170"/>
                    <a:pt x="234" y="2204"/>
                    <a:pt x="334" y="2204"/>
                  </a:cubicBezTo>
                  <a:cubicBezTo>
                    <a:pt x="401" y="2204"/>
                    <a:pt x="434" y="2204"/>
                    <a:pt x="501" y="2170"/>
                  </a:cubicBezTo>
                  <a:lnTo>
                    <a:pt x="3270" y="569"/>
                  </a:lnTo>
                  <a:cubicBezTo>
                    <a:pt x="3554" y="370"/>
                    <a:pt x="3377" y="0"/>
                    <a:pt x="31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6">
              <a:extLst>
                <a:ext uri="{FF2B5EF4-FFF2-40B4-BE49-F238E27FC236}">
                  <a16:creationId xmlns:a16="http://schemas.microsoft.com/office/drawing/2014/main" id="{6656249C-0F13-836A-09E8-95429C4BE842}"/>
                </a:ext>
              </a:extLst>
            </p:cNvPr>
            <p:cNvSpPr/>
            <p:nvPr/>
          </p:nvSpPr>
          <p:spPr>
            <a:xfrm>
              <a:off x="4058075" y="3696475"/>
              <a:ext cx="93250" cy="56675"/>
            </a:xfrm>
            <a:custGeom>
              <a:avLst/>
              <a:gdLst/>
              <a:ahLst/>
              <a:cxnLst/>
              <a:rect l="l" t="t" r="r" b="b"/>
              <a:pathLst>
                <a:path w="3730" h="2267" extrusionOk="0">
                  <a:moveTo>
                    <a:pt x="3252" y="1"/>
                  </a:moveTo>
                  <a:cubicBezTo>
                    <a:pt x="3193" y="1"/>
                    <a:pt x="3131" y="20"/>
                    <a:pt x="3069" y="65"/>
                  </a:cubicBezTo>
                  <a:lnTo>
                    <a:pt x="267" y="1700"/>
                  </a:lnTo>
                  <a:cubicBezTo>
                    <a:pt x="0" y="1833"/>
                    <a:pt x="100" y="2267"/>
                    <a:pt x="434" y="2267"/>
                  </a:cubicBezTo>
                  <a:cubicBezTo>
                    <a:pt x="467" y="2267"/>
                    <a:pt x="534" y="2267"/>
                    <a:pt x="567" y="2233"/>
                  </a:cubicBezTo>
                  <a:lnTo>
                    <a:pt x="3369" y="632"/>
                  </a:lnTo>
                  <a:cubicBezTo>
                    <a:pt x="3730" y="466"/>
                    <a:pt x="3537" y="1"/>
                    <a:pt x="32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6">
              <a:extLst>
                <a:ext uri="{FF2B5EF4-FFF2-40B4-BE49-F238E27FC236}">
                  <a16:creationId xmlns:a16="http://schemas.microsoft.com/office/drawing/2014/main" id="{70F7D349-3DB6-40EC-5962-C60AD5B03EA0}"/>
                </a:ext>
              </a:extLst>
            </p:cNvPr>
            <p:cNvSpPr/>
            <p:nvPr/>
          </p:nvSpPr>
          <p:spPr>
            <a:xfrm>
              <a:off x="4056400" y="3797325"/>
              <a:ext cx="89250" cy="55900"/>
            </a:xfrm>
            <a:custGeom>
              <a:avLst/>
              <a:gdLst/>
              <a:ahLst/>
              <a:cxnLst/>
              <a:rect l="l" t="t" r="r" b="b"/>
              <a:pathLst>
                <a:path w="3570" h="2236" extrusionOk="0">
                  <a:moveTo>
                    <a:pt x="3219" y="1"/>
                  </a:moveTo>
                  <a:cubicBezTo>
                    <a:pt x="3166" y="1"/>
                    <a:pt x="3114" y="12"/>
                    <a:pt x="3069" y="34"/>
                  </a:cubicBezTo>
                  <a:lnTo>
                    <a:pt x="267" y="1635"/>
                  </a:lnTo>
                  <a:cubicBezTo>
                    <a:pt x="1" y="1802"/>
                    <a:pt x="134" y="2236"/>
                    <a:pt x="434" y="2236"/>
                  </a:cubicBezTo>
                  <a:cubicBezTo>
                    <a:pt x="501" y="2236"/>
                    <a:pt x="534" y="2202"/>
                    <a:pt x="568" y="2169"/>
                  </a:cubicBezTo>
                  <a:lnTo>
                    <a:pt x="3370" y="568"/>
                  </a:lnTo>
                  <a:cubicBezTo>
                    <a:pt x="3503" y="468"/>
                    <a:pt x="3570" y="301"/>
                    <a:pt x="3503" y="134"/>
                  </a:cubicBezTo>
                  <a:cubicBezTo>
                    <a:pt x="3436" y="45"/>
                    <a:pt x="3325" y="1"/>
                    <a:pt x="32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6">
              <a:extLst>
                <a:ext uri="{FF2B5EF4-FFF2-40B4-BE49-F238E27FC236}">
                  <a16:creationId xmlns:a16="http://schemas.microsoft.com/office/drawing/2014/main" id="{292692DD-73E9-BCCB-2EF9-DD4356BDFD9A}"/>
                </a:ext>
              </a:extLst>
            </p:cNvPr>
            <p:cNvSpPr/>
            <p:nvPr/>
          </p:nvSpPr>
          <p:spPr>
            <a:xfrm>
              <a:off x="4058075" y="3896550"/>
              <a:ext cx="90825" cy="56750"/>
            </a:xfrm>
            <a:custGeom>
              <a:avLst/>
              <a:gdLst/>
              <a:ahLst/>
              <a:cxnLst/>
              <a:rect l="l" t="t" r="r" b="b"/>
              <a:pathLst>
                <a:path w="3633" h="2270" extrusionOk="0">
                  <a:moveTo>
                    <a:pt x="3159" y="1"/>
                  </a:moveTo>
                  <a:cubicBezTo>
                    <a:pt x="3099" y="1"/>
                    <a:pt x="3034" y="21"/>
                    <a:pt x="2969" y="68"/>
                  </a:cubicBezTo>
                  <a:lnTo>
                    <a:pt x="200" y="1669"/>
                  </a:lnTo>
                  <a:cubicBezTo>
                    <a:pt x="34" y="1769"/>
                    <a:pt x="0" y="1936"/>
                    <a:pt x="67" y="2103"/>
                  </a:cubicBezTo>
                  <a:cubicBezTo>
                    <a:pt x="134" y="2203"/>
                    <a:pt x="234" y="2269"/>
                    <a:pt x="334" y="2269"/>
                  </a:cubicBezTo>
                  <a:cubicBezTo>
                    <a:pt x="401" y="2269"/>
                    <a:pt x="434" y="2236"/>
                    <a:pt x="501" y="2236"/>
                  </a:cubicBezTo>
                  <a:lnTo>
                    <a:pt x="3303" y="602"/>
                  </a:lnTo>
                  <a:cubicBezTo>
                    <a:pt x="3632" y="437"/>
                    <a:pt x="3442" y="1"/>
                    <a:pt x="315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6">
              <a:extLst>
                <a:ext uri="{FF2B5EF4-FFF2-40B4-BE49-F238E27FC236}">
                  <a16:creationId xmlns:a16="http://schemas.microsoft.com/office/drawing/2014/main" id="{5B296103-F4D7-74B6-1B25-9599A3E5C610}"/>
                </a:ext>
              </a:extLst>
            </p:cNvPr>
            <p:cNvSpPr/>
            <p:nvPr/>
          </p:nvSpPr>
          <p:spPr>
            <a:xfrm>
              <a:off x="3672800" y="4100075"/>
              <a:ext cx="344425" cy="204300"/>
            </a:xfrm>
            <a:custGeom>
              <a:avLst/>
              <a:gdLst/>
              <a:ahLst/>
              <a:cxnLst/>
              <a:rect l="l" t="t" r="r" b="b"/>
              <a:pathLst>
                <a:path w="13777" h="8172" extrusionOk="0">
                  <a:moveTo>
                    <a:pt x="13418" y="0"/>
                  </a:moveTo>
                  <a:cubicBezTo>
                    <a:pt x="13368" y="0"/>
                    <a:pt x="13319" y="11"/>
                    <a:pt x="13276" y="33"/>
                  </a:cubicBezTo>
                  <a:lnTo>
                    <a:pt x="200" y="7605"/>
                  </a:lnTo>
                  <a:cubicBezTo>
                    <a:pt x="67" y="7671"/>
                    <a:pt x="0" y="7872"/>
                    <a:pt x="100" y="8005"/>
                  </a:cubicBezTo>
                  <a:cubicBezTo>
                    <a:pt x="134" y="8105"/>
                    <a:pt x="234" y="8172"/>
                    <a:pt x="367" y="8172"/>
                  </a:cubicBezTo>
                  <a:cubicBezTo>
                    <a:pt x="401" y="8172"/>
                    <a:pt x="467" y="8172"/>
                    <a:pt x="501" y="8138"/>
                  </a:cubicBezTo>
                  <a:lnTo>
                    <a:pt x="13577" y="566"/>
                  </a:lnTo>
                  <a:cubicBezTo>
                    <a:pt x="13710" y="466"/>
                    <a:pt x="13777" y="299"/>
                    <a:pt x="13710" y="166"/>
                  </a:cubicBezTo>
                  <a:cubicBezTo>
                    <a:pt x="13642" y="52"/>
                    <a:pt x="13527" y="0"/>
                    <a:pt x="134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6">
              <a:extLst>
                <a:ext uri="{FF2B5EF4-FFF2-40B4-BE49-F238E27FC236}">
                  <a16:creationId xmlns:a16="http://schemas.microsoft.com/office/drawing/2014/main" id="{038382C0-AB21-BAEC-6CF6-E7912EC77EAC}"/>
                </a:ext>
              </a:extLst>
            </p:cNvPr>
            <p:cNvSpPr/>
            <p:nvPr/>
          </p:nvSpPr>
          <p:spPr>
            <a:xfrm>
              <a:off x="3681125" y="4148150"/>
              <a:ext cx="349000" cy="204600"/>
            </a:xfrm>
            <a:custGeom>
              <a:avLst/>
              <a:gdLst/>
              <a:ahLst/>
              <a:cxnLst/>
              <a:rect l="l" t="t" r="r" b="b"/>
              <a:pathLst>
                <a:path w="13960" h="8184" extrusionOk="0">
                  <a:moveTo>
                    <a:pt x="13526" y="0"/>
                  </a:moveTo>
                  <a:cubicBezTo>
                    <a:pt x="13479" y="0"/>
                    <a:pt x="13428" y="14"/>
                    <a:pt x="13377" y="44"/>
                  </a:cubicBezTo>
                  <a:lnTo>
                    <a:pt x="268" y="7583"/>
                  </a:lnTo>
                  <a:cubicBezTo>
                    <a:pt x="1" y="7750"/>
                    <a:pt x="101" y="8183"/>
                    <a:pt x="434" y="8183"/>
                  </a:cubicBezTo>
                  <a:cubicBezTo>
                    <a:pt x="501" y="8183"/>
                    <a:pt x="535" y="8150"/>
                    <a:pt x="601" y="8150"/>
                  </a:cubicBezTo>
                  <a:lnTo>
                    <a:pt x="13677" y="578"/>
                  </a:lnTo>
                  <a:cubicBezTo>
                    <a:pt x="13960" y="409"/>
                    <a:pt x="13788" y="0"/>
                    <a:pt x="1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6">
              <a:extLst>
                <a:ext uri="{FF2B5EF4-FFF2-40B4-BE49-F238E27FC236}">
                  <a16:creationId xmlns:a16="http://schemas.microsoft.com/office/drawing/2014/main" id="{0C7A75C5-4FB9-D1EE-7F8F-B5281F9BD49A}"/>
                </a:ext>
              </a:extLst>
            </p:cNvPr>
            <p:cNvSpPr/>
            <p:nvPr/>
          </p:nvSpPr>
          <p:spPr>
            <a:xfrm>
              <a:off x="3696150" y="4194325"/>
              <a:ext cx="350225" cy="205125"/>
            </a:xfrm>
            <a:custGeom>
              <a:avLst/>
              <a:gdLst/>
              <a:ahLst/>
              <a:cxnLst/>
              <a:rect l="l" t="t" r="r" b="b"/>
              <a:pathLst>
                <a:path w="14009" h="8205" extrusionOk="0">
                  <a:moveTo>
                    <a:pt x="13538" y="1"/>
                  </a:moveTo>
                  <a:cubicBezTo>
                    <a:pt x="13477" y="1"/>
                    <a:pt x="13411" y="20"/>
                    <a:pt x="13343" y="65"/>
                  </a:cubicBezTo>
                  <a:lnTo>
                    <a:pt x="267" y="7637"/>
                  </a:lnTo>
                  <a:cubicBezTo>
                    <a:pt x="0" y="7771"/>
                    <a:pt x="134" y="8204"/>
                    <a:pt x="434" y="8204"/>
                  </a:cubicBezTo>
                  <a:cubicBezTo>
                    <a:pt x="501" y="8204"/>
                    <a:pt x="534" y="8171"/>
                    <a:pt x="601" y="8171"/>
                  </a:cubicBezTo>
                  <a:lnTo>
                    <a:pt x="13677" y="599"/>
                  </a:lnTo>
                  <a:cubicBezTo>
                    <a:pt x="14009" y="461"/>
                    <a:pt x="13836" y="1"/>
                    <a:pt x="135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6">
              <a:extLst>
                <a:ext uri="{FF2B5EF4-FFF2-40B4-BE49-F238E27FC236}">
                  <a16:creationId xmlns:a16="http://schemas.microsoft.com/office/drawing/2014/main" id="{E74C245D-A702-2BD4-D215-FCFB1352A573}"/>
                </a:ext>
              </a:extLst>
            </p:cNvPr>
            <p:cNvSpPr/>
            <p:nvPr/>
          </p:nvSpPr>
          <p:spPr>
            <a:xfrm>
              <a:off x="4185650" y="3804025"/>
              <a:ext cx="344450" cy="204300"/>
            </a:xfrm>
            <a:custGeom>
              <a:avLst/>
              <a:gdLst/>
              <a:ahLst/>
              <a:cxnLst/>
              <a:rect l="l" t="t" r="r" b="b"/>
              <a:pathLst>
                <a:path w="13778" h="8172" extrusionOk="0">
                  <a:moveTo>
                    <a:pt x="13419" y="1"/>
                  </a:moveTo>
                  <a:cubicBezTo>
                    <a:pt x="13368" y="1"/>
                    <a:pt x="13319" y="12"/>
                    <a:pt x="13277" y="33"/>
                  </a:cubicBezTo>
                  <a:lnTo>
                    <a:pt x="201" y="7605"/>
                  </a:lnTo>
                  <a:cubicBezTo>
                    <a:pt x="68" y="7672"/>
                    <a:pt x="1" y="7872"/>
                    <a:pt x="101" y="8005"/>
                  </a:cubicBezTo>
                  <a:cubicBezTo>
                    <a:pt x="134" y="8105"/>
                    <a:pt x="234" y="8172"/>
                    <a:pt x="368" y="8172"/>
                  </a:cubicBezTo>
                  <a:cubicBezTo>
                    <a:pt x="401" y="8172"/>
                    <a:pt x="468" y="8139"/>
                    <a:pt x="501" y="8105"/>
                  </a:cubicBezTo>
                  <a:lnTo>
                    <a:pt x="13577" y="567"/>
                  </a:lnTo>
                  <a:cubicBezTo>
                    <a:pt x="13711" y="500"/>
                    <a:pt x="13777" y="300"/>
                    <a:pt x="13711" y="166"/>
                  </a:cubicBezTo>
                  <a:cubicBezTo>
                    <a:pt x="13642" y="52"/>
                    <a:pt x="13527" y="1"/>
                    <a:pt x="134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6">
              <a:extLst>
                <a:ext uri="{FF2B5EF4-FFF2-40B4-BE49-F238E27FC236}">
                  <a16:creationId xmlns:a16="http://schemas.microsoft.com/office/drawing/2014/main" id="{399FEF46-341E-52AE-DD05-2AC63692A8C6}"/>
                </a:ext>
              </a:extLst>
            </p:cNvPr>
            <p:cNvSpPr/>
            <p:nvPr/>
          </p:nvSpPr>
          <p:spPr>
            <a:xfrm>
              <a:off x="4196500" y="3852400"/>
              <a:ext cx="343600" cy="204300"/>
            </a:xfrm>
            <a:custGeom>
              <a:avLst/>
              <a:gdLst/>
              <a:ahLst/>
              <a:cxnLst/>
              <a:rect l="l" t="t" r="r" b="b"/>
              <a:pathLst>
                <a:path w="13744" h="8172" extrusionOk="0">
                  <a:moveTo>
                    <a:pt x="13410" y="0"/>
                  </a:moveTo>
                  <a:cubicBezTo>
                    <a:pt x="13365" y="0"/>
                    <a:pt x="13319" y="11"/>
                    <a:pt x="13277" y="33"/>
                  </a:cubicBezTo>
                  <a:lnTo>
                    <a:pt x="201" y="7605"/>
                  </a:lnTo>
                  <a:cubicBezTo>
                    <a:pt x="34" y="7671"/>
                    <a:pt x="1" y="7871"/>
                    <a:pt x="67" y="8005"/>
                  </a:cubicBezTo>
                  <a:cubicBezTo>
                    <a:pt x="134" y="8105"/>
                    <a:pt x="234" y="8172"/>
                    <a:pt x="334" y="8172"/>
                  </a:cubicBezTo>
                  <a:cubicBezTo>
                    <a:pt x="401" y="8172"/>
                    <a:pt x="434" y="8138"/>
                    <a:pt x="501" y="8105"/>
                  </a:cubicBezTo>
                  <a:lnTo>
                    <a:pt x="13577" y="566"/>
                  </a:lnTo>
                  <a:cubicBezTo>
                    <a:pt x="13710" y="500"/>
                    <a:pt x="13744" y="299"/>
                    <a:pt x="13677" y="166"/>
                  </a:cubicBezTo>
                  <a:cubicBezTo>
                    <a:pt x="13609" y="52"/>
                    <a:pt x="13509" y="0"/>
                    <a:pt x="134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6">
              <a:extLst>
                <a:ext uri="{FF2B5EF4-FFF2-40B4-BE49-F238E27FC236}">
                  <a16:creationId xmlns:a16="http://schemas.microsoft.com/office/drawing/2014/main" id="{A88A7DC4-38F6-53A8-7198-8C9CEA21BBCD}"/>
                </a:ext>
              </a:extLst>
            </p:cNvPr>
            <p:cNvSpPr/>
            <p:nvPr/>
          </p:nvSpPr>
          <p:spPr>
            <a:xfrm>
              <a:off x="4211500" y="3898800"/>
              <a:ext cx="347225" cy="204600"/>
            </a:xfrm>
            <a:custGeom>
              <a:avLst/>
              <a:gdLst/>
              <a:ahLst/>
              <a:cxnLst/>
              <a:rect l="l" t="t" r="r" b="b"/>
              <a:pathLst>
                <a:path w="13889" h="8184" extrusionOk="0">
                  <a:moveTo>
                    <a:pt x="13428" y="0"/>
                  </a:moveTo>
                  <a:cubicBezTo>
                    <a:pt x="13379" y="0"/>
                    <a:pt x="13328" y="14"/>
                    <a:pt x="13277" y="45"/>
                  </a:cubicBezTo>
                  <a:lnTo>
                    <a:pt x="201" y="7617"/>
                  </a:lnTo>
                  <a:cubicBezTo>
                    <a:pt x="34" y="7683"/>
                    <a:pt x="1" y="7883"/>
                    <a:pt x="68" y="8017"/>
                  </a:cubicBezTo>
                  <a:cubicBezTo>
                    <a:pt x="134" y="8117"/>
                    <a:pt x="234" y="8184"/>
                    <a:pt x="335" y="8184"/>
                  </a:cubicBezTo>
                  <a:cubicBezTo>
                    <a:pt x="401" y="8184"/>
                    <a:pt x="435" y="8150"/>
                    <a:pt x="501" y="8150"/>
                  </a:cubicBezTo>
                  <a:lnTo>
                    <a:pt x="13577" y="612"/>
                  </a:lnTo>
                  <a:cubicBezTo>
                    <a:pt x="13888" y="414"/>
                    <a:pt x="13696" y="0"/>
                    <a:pt x="1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6">
              <a:extLst>
                <a:ext uri="{FF2B5EF4-FFF2-40B4-BE49-F238E27FC236}">
                  <a16:creationId xmlns:a16="http://schemas.microsoft.com/office/drawing/2014/main" id="{A3260FB0-8573-AEBB-02CC-D750B9C55B99}"/>
                </a:ext>
              </a:extLst>
            </p:cNvPr>
            <p:cNvSpPr/>
            <p:nvPr/>
          </p:nvSpPr>
          <p:spPr>
            <a:xfrm>
              <a:off x="3760350" y="4013950"/>
              <a:ext cx="872325" cy="526475"/>
            </a:xfrm>
            <a:custGeom>
              <a:avLst/>
              <a:gdLst/>
              <a:ahLst/>
              <a:cxnLst/>
              <a:rect l="l" t="t" r="r" b="b"/>
              <a:pathLst>
                <a:path w="34893" h="21059" extrusionOk="0">
                  <a:moveTo>
                    <a:pt x="32472" y="1"/>
                  </a:moveTo>
                  <a:cubicBezTo>
                    <a:pt x="32058" y="1"/>
                    <a:pt x="31638" y="113"/>
                    <a:pt x="31256" y="342"/>
                  </a:cubicBezTo>
                  <a:lnTo>
                    <a:pt x="1468" y="17554"/>
                  </a:lnTo>
                  <a:cubicBezTo>
                    <a:pt x="401" y="18155"/>
                    <a:pt x="1" y="19422"/>
                    <a:pt x="635" y="20290"/>
                  </a:cubicBezTo>
                  <a:cubicBezTo>
                    <a:pt x="1009" y="20802"/>
                    <a:pt x="1663" y="21058"/>
                    <a:pt x="2356" y="21058"/>
                  </a:cubicBezTo>
                  <a:cubicBezTo>
                    <a:pt x="2835" y="21058"/>
                    <a:pt x="3333" y="20936"/>
                    <a:pt x="3770" y="20690"/>
                  </a:cubicBezTo>
                  <a:lnTo>
                    <a:pt x="33591" y="3478"/>
                  </a:lnTo>
                  <a:cubicBezTo>
                    <a:pt x="34625" y="2877"/>
                    <a:pt x="34892" y="1743"/>
                    <a:pt x="34259" y="876"/>
                  </a:cubicBezTo>
                  <a:cubicBezTo>
                    <a:pt x="33804" y="298"/>
                    <a:pt x="33146" y="1"/>
                    <a:pt x="3247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6">
              <a:extLst>
                <a:ext uri="{FF2B5EF4-FFF2-40B4-BE49-F238E27FC236}">
                  <a16:creationId xmlns:a16="http://schemas.microsoft.com/office/drawing/2014/main" id="{DAE33D11-E043-34C8-49AB-8A896818C1F7}"/>
                </a:ext>
              </a:extLst>
            </p:cNvPr>
            <p:cNvSpPr/>
            <p:nvPr/>
          </p:nvSpPr>
          <p:spPr>
            <a:xfrm>
              <a:off x="3911300" y="4459100"/>
              <a:ext cx="343600" cy="203875"/>
            </a:xfrm>
            <a:custGeom>
              <a:avLst/>
              <a:gdLst/>
              <a:ahLst/>
              <a:cxnLst/>
              <a:rect l="l" t="t" r="r" b="b"/>
              <a:pathLst>
                <a:path w="13744" h="8155" extrusionOk="0">
                  <a:moveTo>
                    <a:pt x="13408" y="0"/>
                  </a:moveTo>
                  <a:cubicBezTo>
                    <a:pt x="13354" y="0"/>
                    <a:pt x="13299" y="15"/>
                    <a:pt x="13243" y="49"/>
                  </a:cubicBezTo>
                  <a:lnTo>
                    <a:pt x="201" y="7587"/>
                  </a:lnTo>
                  <a:cubicBezTo>
                    <a:pt x="34" y="7687"/>
                    <a:pt x="0" y="7854"/>
                    <a:pt x="67" y="8021"/>
                  </a:cubicBezTo>
                  <a:cubicBezTo>
                    <a:pt x="134" y="8088"/>
                    <a:pt x="234" y="8154"/>
                    <a:pt x="334" y="8154"/>
                  </a:cubicBezTo>
                  <a:cubicBezTo>
                    <a:pt x="401" y="8154"/>
                    <a:pt x="434" y="8154"/>
                    <a:pt x="501" y="8121"/>
                  </a:cubicBezTo>
                  <a:lnTo>
                    <a:pt x="13577" y="549"/>
                  </a:lnTo>
                  <a:cubicBezTo>
                    <a:pt x="13710" y="482"/>
                    <a:pt x="13744" y="282"/>
                    <a:pt x="13677" y="149"/>
                  </a:cubicBezTo>
                  <a:cubicBezTo>
                    <a:pt x="13610" y="60"/>
                    <a:pt x="13514" y="0"/>
                    <a:pt x="134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6">
              <a:extLst>
                <a:ext uri="{FF2B5EF4-FFF2-40B4-BE49-F238E27FC236}">
                  <a16:creationId xmlns:a16="http://schemas.microsoft.com/office/drawing/2014/main" id="{7F7EA821-E5F8-715B-CFA8-649E9F46F3A5}"/>
                </a:ext>
              </a:extLst>
            </p:cNvPr>
            <p:cNvSpPr/>
            <p:nvPr/>
          </p:nvSpPr>
          <p:spPr>
            <a:xfrm>
              <a:off x="3867925" y="4430300"/>
              <a:ext cx="346125" cy="204325"/>
            </a:xfrm>
            <a:custGeom>
              <a:avLst/>
              <a:gdLst/>
              <a:ahLst/>
              <a:cxnLst/>
              <a:rect l="l" t="t" r="r" b="b"/>
              <a:pathLst>
                <a:path w="13845" h="8173" extrusionOk="0">
                  <a:moveTo>
                    <a:pt x="13500" y="1"/>
                  </a:moveTo>
                  <a:cubicBezTo>
                    <a:pt x="13449" y="1"/>
                    <a:pt x="13397" y="12"/>
                    <a:pt x="13344" y="33"/>
                  </a:cubicBezTo>
                  <a:lnTo>
                    <a:pt x="268" y="7572"/>
                  </a:lnTo>
                  <a:cubicBezTo>
                    <a:pt x="1" y="7739"/>
                    <a:pt x="134" y="8139"/>
                    <a:pt x="434" y="8172"/>
                  </a:cubicBezTo>
                  <a:cubicBezTo>
                    <a:pt x="501" y="8172"/>
                    <a:pt x="535" y="8139"/>
                    <a:pt x="601" y="8106"/>
                  </a:cubicBezTo>
                  <a:lnTo>
                    <a:pt x="13677" y="567"/>
                  </a:lnTo>
                  <a:cubicBezTo>
                    <a:pt x="13811" y="467"/>
                    <a:pt x="13844" y="300"/>
                    <a:pt x="13777" y="166"/>
                  </a:cubicBezTo>
                  <a:cubicBezTo>
                    <a:pt x="13709" y="53"/>
                    <a:pt x="13609" y="1"/>
                    <a:pt x="135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6">
              <a:extLst>
                <a:ext uri="{FF2B5EF4-FFF2-40B4-BE49-F238E27FC236}">
                  <a16:creationId xmlns:a16="http://schemas.microsoft.com/office/drawing/2014/main" id="{24CD6CB7-F284-8CA7-0E38-F8F8DA6E1D81}"/>
                </a:ext>
              </a:extLst>
            </p:cNvPr>
            <p:cNvSpPr/>
            <p:nvPr/>
          </p:nvSpPr>
          <p:spPr>
            <a:xfrm>
              <a:off x="3954650" y="4484525"/>
              <a:ext cx="343625" cy="204300"/>
            </a:xfrm>
            <a:custGeom>
              <a:avLst/>
              <a:gdLst/>
              <a:ahLst/>
              <a:cxnLst/>
              <a:rect l="l" t="t" r="r" b="b"/>
              <a:pathLst>
                <a:path w="13745" h="8172" extrusionOk="0">
                  <a:moveTo>
                    <a:pt x="13411" y="0"/>
                  </a:moveTo>
                  <a:cubicBezTo>
                    <a:pt x="13365" y="0"/>
                    <a:pt x="13319" y="11"/>
                    <a:pt x="13277" y="32"/>
                  </a:cubicBezTo>
                  <a:lnTo>
                    <a:pt x="168" y="7604"/>
                  </a:lnTo>
                  <a:cubicBezTo>
                    <a:pt x="34" y="7671"/>
                    <a:pt x="1" y="7871"/>
                    <a:pt x="68" y="8005"/>
                  </a:cubicBezTo>
                  <a:cubicBezTo>
                    <a:pt x="134" y="8105"/>
                    <a:pt x="234" y="8171"/>
                    <a:pt x="335" y="8171"/>
                  </a:cubicBezTo>
                  <a:cubicBezTo>
                    <a:pt x="401" y="8171"/>
                    <a:pt x="435" y="8138"/>
                    <a:pt x="501" y="8105"/>
                  </a:cubicBezTo>
                  <a:lnTo>
                    <a:pt x="13577" y="566"/>
                  </a:lnTo>
                  <a:cubicBezTo>
                    <a:pt x="13711" y="466"/>
                    <a:pt x="13744" y="299"/>
                    <a:pt x="13677" y="166"/>
                  </a:cubicBezTo>
                  <a:cubicBezTo>
                    <a:pt x="13609" y="52"/>
                    <a:pt x="13509" y="0"/>
                    <a:pt x="134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6">
              <a:extLst>
                <a:ext uri="{FF2B5EF4-FFF2-40B4-BE49-F238E27FC236}">
                  <a16:creationId xmlns:a16="http://schemas.microsoft.com/office/drawing/2014/main" id="{8D07CFC4-8912-3685-FA42-0F89AA91D428}"/>
                </a:ext>
              </a:extLst>
            </p:cNvPr>
            <p:cNvSpPr/>
            <p:nvPr/>
          </p:nvSpPr>
          <p:spPr>
            <a:xfrm>
              <a:off x="4375800" y="4189550"/>
              <a:ext cx="348750" cy="204050"/>
            </a:xfrm>
            <a:custGeom>
              <a:avLst/>
              <a:gdLst/>
              <a:ahLst/>
              <a:cxnLst/>
              <a:rect l="l" t="t" r="r" b="b"/>
              <a:pathLst>
                <a:path w="13950" h="8162" extrusionOk="0">
                  <a:moveTo>
                    <a:pt x="13518" y="1"/>
                  </a:moveTo>
                  <a:cubicBezTo>
                    <a:pt x="13463" y="1"/>
                    <a:pt x="13404" y="17"/>
                    <a:pt x="13343" y="56"/>
                  </a:cubicBezTo>
                  <a:lnTo>
                    <a:pt x="267" y="7595"/>
                  </a:lnTo>
                  <a:cubicBezTo>
                    <a:pt x="0" y="7762"/>
                    <a:pt x="100" y="8162"/>
                    <a:pt x="434" y="8162"/>
                  </a:cubicBezTo>
                  <a:cubicBezTo>
                    <a:pt x="467" y="8162"/>
                    <a:pt x="534" y="8162"/>
                    <a:pt x="601" y="8129"/>
                  </a:cubicBezTo>
                  <a:lnTo>
                    <a:pt x="13643" y="590"/>
                  </a:lnTo>
                  <a:cubicBezTo>
                    <a:pt x="13949" y="423"/>
                    <a:pt x="13791" y="1"/>
                    <a:pt x="1351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6">
              <a:extLst>
                <a:ext uri="{FF2B5EF4-FFF2-40B4-BE49-F238E27FC236}">
                  <a16:creationId xmlns:a16="http://schemas.microsoft.com/office/drawing/2014/main" id="{A45A6E50-E90E-3769-E58A-4331D1C951D1}"/>
                </a:ext>
              </a:extLst>
            </p:cNvPr>
            <p:cNvSpPr/>
            <p:nvPr/>
          </p:nvSpPr>
          <p:spPr>
            <a:xfrm>
              <a:off x="4334925" y="4160950"/>
              <a:ext cx="346125" cy="204300"/>
            </a:xfrm>
            <a:custGeom>
              <a:avLst/>
              <a:gdLst/>
              <a:ahLst/>
              <a:cxnLst/>
              <a:rect l="l" t="t" r="r" b="b"/>
              <a:pathLst>
                <a:path w="13845" h="8172" extrusionOk="0">
                  <a:moveTo>
                    <a:pt x="13485" y="0"/>
                  </a:moveTo>
                  <a:cubicBezTo>
                    <a:pt x="13435" y="0"/>
                    <a:pt x="13386" y="12"/>
                    <a:pt x="13344" y="33"/>
                  </a:cubicBezTo>
                  <a:lnTo>
                    <a:pt x="268" y="7571"/>
                  </a:lnTo>
                  <a:cubicBezTo>
                    <a:pt x="1" y="7738"/>
                    <a:pt x="101" y="8138"/>
                    <a:pt x="434" y="8172"/>
                  </a:cubicBezTo>
                  <a:cubicBezTo>
                    <a:pt x="468" y="8138"/>
                    <a:pt x="535" y="8138"/>
                    <a:pt x="568" y="8105"/>
                  </a:cubicBezTo>
                  <a:lnTo>
                    <a:pt x="13644" y="566"/>
                  </a:lnTo>
                  <a:cubicBezTo>
                    <a:pt x="13777" y="466"/>
                    <a:pt x="13844" y="300"/>
                    <a:pt x="13777" y="166"/>
                  </a:cubicBezTo>
                  <a:cubicBezTo>
                    <a:pt x="13709" y="52"/>
                    <a:pt x="13594" y="0"/>
                    <a:pt x="1348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6">
              <a:extLst>
                <a:ext uri="{FF2B5EF4-FFF2-40B4-BE49-F238E27FC236}">
                  <a16:creationId xmlns:a16="http://schemas.microsoft.com/office/drawing/2014/main" id="{316A9B3B-6824-52B5-9B60-21F6A4384E6F}"/>
                </a:ext>
              </a:extLst>
            </p:cNvPr>
            <p:cNvSpPr/>
            <p:nvPr/>
          </p:nvSpPr>
          <p:spPr>
            <a:xfrm>
              <a:off x="4420825" y="4214625"/>
              <a:ext cx="347850" cy="204850"/>
            </a:xfrm>
            <a:custGeom>
              <a:avLst/>
              <a:gdLst/>
              <a:ahLst/>
              <a:cxnLst/>
              <a:rect l="l" t="t" r="r" b="b"/>
              <a:pathLst>
                <a:path w="13914" h="8194" extrusionOk="0">
                  <a:moveTo>
                    <a:pt x="13446" y="1"/>
                  </a:moveTo>
                  <a:cubicBezTo>
                    <a:pt x="13392" y="1"/>
                    <a:pt x="13335" y="17"/>
                    <a:pt x="13277" y="54"/>
                  </a:cubicBezTo>
                  <a:lnTo>
                    <a:pt x="201" y="7626"/>
                  </a:lnTo>
                  <a:cubicBezTo>
                    <a:pt x="34" y="7693"/>
                    <a:pt x="1" y="7893"/>
                    <a:pt x="67" y="8026"/>
                  </a:cubicBezTo>
                  <a:cubicBezTo>
                    <a:pt x="134" y="8126"/>
                    <a:pt x="234" y="8193"/>
                    <a:pt x="334" y="8193"/>
                  </a:cubicBezTo>
                  <a:cubicBezTo>
                    <a:pt x="401" y="8193"/>
                    <a:pt x="468" y="8160"/>
                    <a:pt x="501" y="8160"/>
                  </a:cubicBezTo>
                  <a:lnTo>
                    <a:pt x="13577" y="621"/>
                  </a:lnTo>
                  <a:cubicBezTo>
                    <a:pt x="13914" y="453"/>
                    <a:pt x="13731" y="1"/>
                    <a:pt x="134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6">
              <a:extLst>
                <a:ext uri="{FF2B5EF4-FFF2-40B4-BE49-F238E27FC236}">
                  <a16:creationId xmlns:a16="http://schemas.microsoft.com/office/drawing/2014/main" id="{9EA635F1-05B2-C89F-C75F-B0AF90D758A8}"/>
                </a:ext>
              </a:extLst>
            </p:cNvPr>
            <p:cNvSpPr/>
            <p:nvPr/>
          </p:nvSpPr>
          <p:spPr>
            <a:xfrm>
              <a:off x="4083075" y="4625650"/>
              <a:ext cx="422000" cy="219425"/>
            </a:xfrm>
            <a:custGeom>
              <a:avLst/>
              <a:gdLst/>
              <a:ahLst/>
              <a:cxnLst/>
              <a:rect l="l" t="t" r="r" b="b"/>
              <a:pathLst>
                <a:path w="16880" h="8777" extrusionOk="0">
                  <a:moveTo>
                    <a:pt x="8894" y="1248"/>
                  </a:moveTo>
                  <a:cubicBezTo>
                    <a:pt x="10205" y="1248"/>
                    <a:pt x="11481" y="1525"/>
                    <a:pt x="12443" y="2093"/>
                  </a:cubicBezTo>
                  <a:cubicBezTo>
                    <a:pt x="14478" y="3260"/>
                    <a:pt x="14345" y="5228"/>
                    <a:pt x="12110" y="6496"/>
                  </a:cubicBezTo>
                  <a:cubicBezTo>
                    <a:pt x="10949" y="7182"/>
                    <a:pt x="9446" y="7524"/>
                    <a:pt x="7986" y="7524"/>
                  </a:cubicBezTo>
                  <a:cubicBezTo>
                    <a:pt x="6676" y="7524"/>
                    <a:pt x="5400" y="7248"/>
                    <a:pt x="4437" y="6696"/>
                  </a:cubicBezTo>
                  <a:cubicBezTo>
                    <a:pt x="2436" y="5529"/>
                    <a:pt x="2569" y="3527"/>
                    <a:pt x="4771" y="2260"/>
                  </a:cubicBezTo>
                  <a:cubicBezTo>
                    <a:pt x="5931" y="1592"/>
                    <a:pt x="7434" y="1248"/>
                    <a:pt x="8894" y="1248"/>
                  </a:cubicBezTo>
                  <a:close/>
                  <a:moveTo>
                    <a:pt x="9085" y="0"/>
                  </a:moveTo>
                  <a:cubicBezTo>
                    <a:pt x="7043" y="0"/>
                    <a:pt x="4937" y="477"/>
                    <a:pt x="3303" y="1426"/>
                  </a:cubicBezTo>
                  <a:cubicBezTo>
                    <a:pt x="201" y="3194"/>
                    <a:pt x="1" y="5996"/>
                    <a:pt x="2836" y="7630"/>
                  </a:cubicBezTo>
                  <a:cubicBezTo>
                    <a:pt x="4171" y="8399"/>
                    <a:pt x="5941" y="8777"/>
                    <a:pt x="7765" y="8777"/>
                  </a:cubicBezTo>
                  <a:cubicBezTo>
                    <a:pt x="9816" y="8777"/>
                    <a:pt x="11935" y="8299"/>
                    <a:pt x="13577" y="7363"/>
                  </a:cubicBezTo>
                  <a:cubicBezTo>
                    <a:pt x="16680" y="5562"/>
                    <a:pt x="16880" y="2793"/>
                    <a:pt x="14044" y="1159"/>
                  </a:cubicBezTo>
                  <a:cubicBezTo>
                    <a:pt x="12702" y="385"/>
                    <a:pt x="10919" y="0"/>
                    <a:pt x="9085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6">
              <a:extLst>
                <a:ext uri="{FF2B5EF4-FFF2-40B4-BE49-F238E27FC236}">
                  <a16:creationId xmlns:a16="http://schemas.microsoft.com/office/drawing/2014/main" id="{C29D10FB-432D-2F86-61CC-4E1BE9F1FD84}"/>
                </a:ext>
              </a:extLst>
            </p:cNvPr>
            <p:cNvSpPr/>
            <p:nvPr/>
          </p:nvSpPr>
          <p:spPr>
            <a:xfrm>
              <a:off x="4204850" y="468832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89" y="0"/>
                  </a:moveTo>
                  <a:cubicBezTo>
                    <a:pt x="3002" y="0"/>
                    <a:pt x="2080" y="210"/>
                    <a:pt x="1368" y="620"/>
                  </a:cubicBezTo>
                  <a:cubicBezTo>
                    <a:pt x="33" y="1387"/>
                    <a:pt x="0" y="2555"/>
                    <a:pt x="1201" y="3255"/>
                  </a:cubicBezTo>
                  <a:cubicBezTo>
                    <a:pt x="1768" y="3602"/>
                    <a:pt x="2529" y="3770"/>
                    <a:pt x="3311" y="3770"/>
                  </a:cubicBezTo>
                  <a:cubicBezTo>
                    <a:pt x="4184" y="3770"/>
                    <a:pt x="5084" y="3560"/>
                    <a:pt x="5771" y="3155"/>
                  </a:cubicBezTo>
                  <a:cubicBezTo>
                    <a:pt x="7105" y="2388"/>
                    <a:pt x="7205" y="1220"/>
                    <a:pt x="5971" y="486"/>
                  </a:cubicBezTo>
                  <a:cubicBezTo>
                    <a:pt x="5411" y="160"/>
                    <a:pt x="4664" y="0"/>
                    <a:pt x="3889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6">
              <a:extLst>
                <a:ext uri="{FF2B5EF4-FFF2-40B4-BE49-F238E27FC236}">
                  <a16:creationId xmlns:a16="http://schemas.microsoft.com/office/drawing/2014/main" id="{87BA82A4-303A-D2CA-9088-83866276E98B}"/>
                </a:ext>
              </a:extLst>
            </p:cNvPr>
            <p:cNvSpPr/>
            <p:nvPr/>
          </p:nvSpPr>
          <p:spPr>
            <a:xfrm>
              <a:off x="4204850" y="468832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89" y="0"/>
                  </a:moveTo>
                  <a:cubicBezTo>
                    <a:pt x="3002" y="0"/>
                    <a:pt x="2080" y="210"/>
                    <a:pt x="1368" y="620"/>
                  </a:cubicBezTo>
                  <a:cubicBezTo>
                    <a:pt x="33" y="1387"/>
                    <a:pt x="0" y="2555"/>
                    <a:pt x="1201" y="3255"/>
                  </a:cubicBezTo>
                  <a:cubicBezTo>
                    <a:pt x="1768" y="3602"/>
                    <a:pt x="2529" y="3770"/>
                    <a:pt x="3311" y="3770"/>
                  </a:cubicBezTo>
                  <a:cubicBezTo>
                    <a:pt x="4184" y="3770"/>
                    <a:pt x="5084" y="3560"/>
                    <a:pt x="5771" y="3155"/>
                  </a:cubicBezTo>
                  <a:cubicBezTo>
                    <a:pt x="7105" y="2388"/>
                    <a:pt x="7205" y="1220"/>
                    <a:pt x="5971" y="486"/>
                  </a:cubicBezTo>
                  <a:cubicBezTo>
                    <a:pt x="5411" y="160"/>
                    <a:pt x="4664" y="0"/>
                    <a:pt x="38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6">
              <a:extLst>
                <a:ext uri="{FF2B5EF4-FFF2-40B4-BE49-F238E27FC236}">
                  <a16:creationId xmlns:a16="http://schemas.microsoft.com/office/drawing/2014/main" id="{5FA9507F-43C8-1CB7-F719-D67C14877420}"/>
                </a:ext>
              </a:extLst>
            </p:cNvPr>
            <p:cNvSpPr/>
            <p:nvPr/>
          </p:nvSpPr>
          <p:spPr>
            <a:xfrm>
              <a:off x="4083075" y="4625650"/>
              <a:ext cx="422000" cy="219425"/>
            </a:xfrm>
            <a:custGeom>
              <a:avLst/>
              <a:gdLst/>
              <a:ahLst/>
              <a:cxnLst/>
              <a:rect l="l" t="t" r="r" b="b"/>
              <a:pathLst>
                <a:path w="16880" h="8777" extrusionOk="0">
                  <a:moveTo>
                    <a:pt x="8894" y="1248"/>
                  </a:moveTo>
                  <a:cubicBezTo>
                    <a:pt x="10205" y="1248"/>
                    <a:pt x="11481" y="1525"/>
                    <a:pt x="12443" y="2093"/>
                  </a:cubicBezTo>
                  <a:cubicBezTo>
                    <a:pt x="14478" y="3260"/>
                    <a:pt x="14345" y="5228"/>
                    <a:pt x="12110" y="6496"/>
                  </a:cubicBezTo>
                  <a:cubicBezTo>
                    <a:pt x="10949" y="7182"/>
                    <a:pt x="9446" y="7524"/>
                    <a:pt x="7986" y="7524"/>
                  </a:cubicBezTo>
                  <a:cubicBezTo>
                    <a:pt x="6676" y="7524"/>
                    <a:pt x="5400" y="7248"/>
                    <a:pt x="4437" y="6696"/>
                  </a:cubicBezTo>
                  <a:cubicBezTo>
                    <a:pt x="2436" y="5529"/>
                    <a:pt x="2569" y="3527"/>
                    <a:pt x="4771" y="2260"/>
                  </a:cubicBezTo>
                  <a:cubicBezTo>
                    <a:pt x="5931" y="1592"/>
                    <a:pt x="7434" y="1248"/>
                    <a:pt x="8894" y="1248"/>
                  </a:cubicBezTo>
                  <a:close/>
                  <a:moveTo>
                    <a:pt x="9085" y="0"/>
                  </a:moveTo>
                  <a:cubicBezTo>
                    <a:pt x="7043" y="0"/>
                    <a:pt x="4937" y="477"/>
                    <a:pt x="3303" y="1426"/>
                  </a:cubicBezTo>
                  <a:cubicBezTo>
                    <a:pt x="201" y="3194"/>
                    <a:pt x="1" y="5996"/>
                    <a:pt x="2836" y="7630"/>
                  </a:cubicBezTo>
                  <a:cubicBezTo>
                    <a:pt x="4171" y="8399"/>
                    <a:pt x="5941" y="8777"/>
                    <a:pt x="7765" y="8777"/>
                  </a:cubicBezTo>
                  <a:cubicBezTo>
                    <a:pt x="9816" y="8777"/>
                    <a:pt x="11935" y="8299"/>
                    <a:pt x="13577" y="7363"/>
                  </a:cubicBezTo>
                  <a:cubicBezTo>
                    <a:pt x="16680" y="5562"/>
                    <a:pt x="16880" y="2793"/>
                    <a:pt x="14044" y="1159"/>
                  </a:cubicBezTo>
                  <a:cubicBezTo>
                    <a:pt x="12702" y="385"/>
                    <a:pt x="10919" y="0"/>
                    <a:pt x="90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6">
              <a:extLst>
                <a:ext uri="{FF2B5EF4-FFF2-40B4-BE49-F238E27FC236}">
                  <a16:creationId xmlns:a16="http://schemas.microsoft.com/office/drawing/2014/main" id="{6D0F1958-7838-B800-609D-0025F966161E}"/>
                </a:ext>
              </a:extLst>
            </p:cNvPr>
            <p:cNvSpPr/>
            <p:nvPr/>
          </p:nvSpPr>
          <p:spPr>
            <a:xfrm>
              <a:off x="4237375" y="4625575"/>
              <a:ext cx="133450" cy="37400"/>
            </a:xfrm>
            <a:custGeom>
              <a:avLst/>
              <a:gdLst/>
              <a:ahLst/>
              <a:cxnLst/>
              <a:rect l="l" t="t" r="r" b="b"/>
              <a:pathLst>
                <a:path w="5338" h="1496" extrusionOk="0">
                  <a:moveTo>
                    <a:pt x="2901" y="0"/>
                  </a:moveTo>
                  <a:cubicBezTo>
                    <a:pt x="1922" y="0"/>
                    <a:pt x="946" y="110"/>
                    <a:pt x="0" y="328"/>
                  </a:cubicBezTo>
                  <a:lnTo>
                    <a:pt x="634" y="1495"/>
                  </a:lnTo>
                  <a:cubicBezTo>
                    <a:pt x="1307" y="1336"/>
                    <a:pt x="1990" y="1261"/>
                    <a:pt x="2673" y="1261"/>
                  </a:cubicBezTo>
                  <a:cubicBezTo>
                    <a:pt x="3275" y="1261"/>
                    <a:pt x="3876" y="1319"/>
                    <a:pt x="4470" y="1429"/>
                  </a:cubicBezTo>
                  <a:lnTo>
                    <a:pt x="5337" y="228"/>
                  </a:lnTo>
                  <a:cubicBezTo>
                    <a:pt x="4534" y="76"/>
                    <a:pt x="3716" y="0"/>
                    <a:pt x="290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6">
              <a:extLst>
                <a:ext uri="{FF2B5EF4-FFF2-40B4-BE49-F238E27FC236}">
                  <a16:creationId xmlns:a16="http://schemas.microsoft.com/office/drawing/2014/main" id="{8F121680-59FF-8F66-D3AF-18CB3F4DDC5E}"/>
                </a:ext>
              </a:extLst>
            </p:cNvPr>
            <p:cNvSpPr/>
            <p:nvPr/>
          </p:nvSpPr>
          <p:spPr>
            <a:xfrm>
              <a:off x="4237375" y="4625575"/>
              <a:ext cx="133450" cy="37400"/>
            </a:xfrm>
            <a:custGeom>
              <a:avLst/>
              <a:gdLst/>
              <a:ahLst/>
              <a:cxnLst/>
              <a:rect l="l" t="t" r="r" b="b"/>
              <a:pathLst>
                <a:path w="5338" h="1496" extrusionOk="0">
                  <a:moveTo>
                    <a:pt x="2901" y="0"/>
                  </a:moveTo>
                  <a:cubicBezTo>
                    <a:pt x="1922" y="0"/>
                    <a:pt x="946" y="110"/>
                    <a:pt x="0" y="328"/>
                  </a:cubicBezTo>
                  <a:lnTo>
                    <a:pt x="634" y="1495"/>
                  </a:lnTo>
                  <a:cubicBezTo>
                    <a:pt x="1307" y="1336"/>
                    <a:pt x="1990" y="1261"/>
                    <a:pt x="2673" y="1261"/>
                  </a:cubicBezTo>
                  <a:cubicBezTo>
                    <a:pt x="3275" y="1261"/>
                    <a:pt x="3876" y="1319"/>
                    <a:pt x="4470" y="1429"/>
                  </a:cubicBezTo>
                  <a:lnTo>
                    <a:pt x="5337" y="228"/>
                  </a:lnTo>
                  <a:cubicBezTo>
                    <a:pt x="4534" y="76"/>
                    <a:pt x="3716" y="0"/>
                    <a:pt x="2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6">
              <a:extLst>
                <a:ext uri="{FF2B5EF4-FFF2-40B4-BE49-F238E27FC236}">
                  <a16:creationId xmlns:a16="http://schemas.microsoft.com/office/drawing/2014/main" id="{F91A3CFB-A1FE-5CDD-DAB1-1DF3602E52BC}"/>
                </a:ext>
              </a:extLst>
            </p:cNvPr>
            <p:cNvSpPr/>
            <p:nvPr/>
          </p:nvSpPr>
          <p:spPr>
            <a:xfrm>
              <a:off x="4296575" y="4490900"/>
              <a:ext cx="161225" cy="128700"/>
            </a:xfrm>
            <a:custGeom>
              <a:avLst/>
              <a:gdLst/>
              <a:ahLst/>
              <a:cxnLst/>
              <a:rect l="l" t="t" r="r" b="b"/>
              <a:pathLst>
                <a:path w="6449" h="5148" extrusionOk="0">
                  <a:moveTo>
                    <a:pt x="5999" y="0"/>
                  </a:moveTo>
                  <a:cubicBezTo>
                    <a:pt x="5948" y="0"/>
                    <a:pt x="5894" y="14"/>
                    <a:pt x="5838" y="44"/>
                  </a:cubicBezTo>
                  <a:lnTo>
                    <a:pt x="100" y="3380"/>
                  </a:lnTo>
                  <a:lnTo>
                    <a:pt x="0" y="4814"/>
                  </a:lnTo>
                  <a:cubicBezTo>
                    <a:pt x="0" y="4981"/>
                    <a:pt x="134" y="5148"/>
                    <a:pt x="301" y="5148"/>
                  </a:cubicBezTo>
                  <a:cubicBezTo>
                    <a:pt x="467" y="5148"/>
                    <a:pt x="601" y="5014"/>
                    <a:pt x="601" y="4848"/>
                  </a:cubicBezTo>
                  <a:lnTo>
                    <a:pt x="668" y="3780"/>
                  </a:lnTo>
                  <a:lnTo>
                    <a:pt x="6138" y="611"/>
                  </a:lnTo>
                  <a:cubicBezTo>
                    <a:pt x="6449" y="413"/>
                    <a:pt x="6281" y="0"/>
                    <a:pt x="5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6">
              <a:extLst>
                <a:ext uri="{FF2B5EF4-FFF2-40B4-BE49-F238E27FC236}">
                  <a16:creationId xmlns:a16="http://schemas.microsoft.com/office/drawing/2014/main" id="{195C47A0-1F65-2C4A-E26B-CE41D461BE7D}"/>
                </a:ext>
              </a:extLst>
            </p:cNvPr>
            <p:cNvSpPr/>
            <p:nvPr/>
          </p:nvSpPr>
          <p:spPr>
            <a:xfrm>
              <a:off x="4503375" y="4383250"/>
              <a:ext cx="422000" cy="219450"/>
            </a:xfrm>
            <a:custGeom>
              <a:avLst/>
              <a:gdLst/>
              <a:ahLst/>
              <a:cxnLst/>
              <a:rect l="l" t="t" r="r" b="b"/>
              <a:pathLst>
                <a:path w="16880" h="8778" extrusionOk="0">
                  <a:moveTo>
                    <a:pt x="8895" y="1254"/>
                  </a:moveTo>
                  <a:cubicBezTo>
                    <a:pt x="10205" y="1254"/>
                    <a:pt x="11481" y="1530"/>
                    <a:pt x="12443" y="2082"/>
                  </a:cubicBezTo>
                  <a:cubicBezTo>
                    <a:pt x="14478" y="3249"/>
                    <a:pt x="14311" y="5217"/>
                    <a:pt x="12110" y="6518"/>
                  </a:cubicBezTo>
                  <a:cubicBezTo>
                    <a:pt x="10949" y="7186"/>
                    <a:pt x="9446" y="7530"/>
                    <a:pt x="7986" y="7530"/>
                  </a:cubicBezTo>
                  <a:cubicBezTo>
                    <a:pt x="6676" y="7530"/>
                    <a:pt x="5400" y="7253"/>
                    <a:pt x="4437" y="6685"/>
                  </a:cubicBezTo>
                  <a:cubicBezTo>
                    <a:pt x="2403" y="5518"/>
                    <a:pt x="2569" y="3550"/>
                    <a:pt x="4771" y="2282"/>
                  </a:cubicBezTo>
                  <a:cubicBezTo>
                    <a:pt x="5931" y="1596"/>
                    <a:pt x="7434" y="1254"/>
                    <a:pt x="8895" y="1254"/>
                  </a:cubicBezTo>
                  <a:close/>
                  <a:moveTo>
                    <a:pt x="9116" y="1"/>
                  </a:moveTo>
                  <a:cubicBezTo>
                    <a:pt x="7065" y="1"/>
                    <a:pt x="4946" y="479"/>
                    <a:pt x="3303" y="1415"/>
                  </a:cubicBezTo>
                  <a:cubicBezTo>
                    <a:pt x="201" y="3216"/>
                    <a:pt x="1" y="5985"/>
                    <a:pt x="2836" y="7619"/>
                  </a:cubicBezTo>
                  <a:cubicBezTo>
                    <a:pt x="4178" y="8393"/>
                    <a:pt x="5961" y="8778"/>
                    <a:pt x="7796" y="8778"/>
                  </a:cubicBezTo>
                  <a:cubicBezTo>
                    <a:pt x="9838" y="8778"/>
                    <a:pt x="11943" y="8301"/>
                    <a:pt x="13577" y="7352"/>
                  </a:cubicBezTo>
                  <a:cubicBezTo>
                    <a:pt x="16680" y="5584"/>
                    <a:pt x="16880" y="2782"/>
                    <a:pt x="14044" y="1148"/>
                  </a:cubicBezTo>
                  <a:cubicBezTo>
                    <a:pt x="12710" y="379"/>
                    <a:pt x="10940" y="1"/>
                    <a:pt x="911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6">
              <a:extLst>
                <a:ext uri="{FF2B5EF4-FFF2-40B4-BE49-F238E27FC236}">
                  <a16:creationId xmlns:a16="http://schemas.microsoft.com/office/drawing/2014/main" id="{BDCA939C-6109-3113-A398-944140A826D3}"/>
                </a:ext>
              </a:extLst>
            </p:cNvPr>
            <p:cNvSpPr/>
            <p:nvPr/>
          </p:nvSpPr>
          <p:spPr>
            <a:xfrm>
              <a:off x="4624300" y="444577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92" y="0"/>
                  </a:moveTo>
                  <a:cubicBezTo>
                    <a:pt x="3014" y="0"/>
                    <a:pt x="2106" y="210"/>
                    <a:pt x="1402" y="615"/>
                  </a:cubicBezTo>
                  <a:cubicBezTo>
                    <a:pt x="67" y="1415"/>
                    <a:pt x="1" y="2550"/>
                    <a:pt x="1202" y="3284"/>
                  </a:cubicBezTo>
                  <a:cubicBezTo>
                    <a:pt x="1761" y="3610"/>
                    <a:pt x="2509" y="3770"/>
                    <a:pt x="3283" y="3770"/>
                  </a:cubicBezTo>
                  <a:cubicBezTo>
                    <a:pt x="4171" y="3770"/>
                    <a:pt x="5092" y="3560"/>
                    <a:pt x="5805" y="3150"/>
                  </a:cubicBezTo>
                  <a:cubicBezTo>
                    <a:pt x="7106" y="2383"/>
                    <a:pt x="7206" y="1215"/>
                    <a:pt x="6005" y="515"/>
                  </a:cubicBezTo>
                  <a:cubicBezTo>
                    <a:pt x="5438" y="168"/>
                    <a:pt x="4677" y="0"/>
                    <a:pt x="389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6">
              <a:extLst>
                <a:ext uri="{FF2B5EF4-FFF2-40B4-BE49-F238E27FC236}">
                  <a16:creationId xmlns:a16="http://schemas.microsoft.com/office/drawing/2014/main" id="{2CDD6549-2C37-FC59-7257-2851DBA2DB45}"/>
                </a:ext>
              </a:extLst>
            </p:cNvPr>
            <p:cNvSpPr/>
            <p:nvPr/>
          </p:nvSpPr>
          <p:spPr>
            <a:xfrm>
              <a:off x="4624300" y="4445775"/>
              <a:ext cx="180150" cy="94250"/>
            </a:xfrm>
            <a:custGeom>
              <a:avLst/>
              <a:gdLst/>
              <a:ahLst/>
              <a:cxnLst/>
              <a:rect l="l" t="t" r="r" b="b"/>
              <a:pathLst>
                <a:path w="7206" h="3770" extrusionOk="0">
                  <a:moveTo>
                    <a:pt x="3892" y="0"/>
                  </a:moveTo>
                  <a:cubicBezTo>
                    <a:pt x="3014" y="0"/>
                    <a:pt x="2106" y="210"/>
                    <a:pt x="1402" y="615"/>
                  </a:cubicBezTo>
                  <a:cubicBezTo>
                    <a:pt x="67" y="1415"/>
                    <a:pt x="1" y="2550"/>
                    <a:pt x="1202" y="3284"/>
                  </a:cubicBezTo>
                  <a:cubicBezTo>
                    <a:pt x="1761" y="3610"/>
                    <a:pt x="2509" y="3770"/>
                    <a:pt x="3283" y="3770"/>
                  </a:cubicBezTo>
                  <a:cubicBezTo>
                    <a:pt x="4171" y="3770"/>
                    <a:pt x="5092" y="3560"/>
                    <a:pt x="5805" y="3150"/>
                  </a:cubicBezTo>
                  <a:cubicBezTo>
                    <a:pt x="7106" y="2383"/>
                    <a:pt x="7206" y="1215"/>
                    <a:pt x="6005" y="515"/>
                  </a:cubicBezTo>
                  <a:cubicBezTo>
                    <a:pt x="5438" y="168"/>
                    <a:pt x="4677" y="0"/>
                    <a:pt x="3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6">
              <a:extLst>
                <a:ext uri="{FF2B5EF4-FFF2-40B4-BE49-F238E27FC236}">
                  <a16:creationId xmlns:a16="http://schemas.microsoft.com/office/drawing/2014/main" id="{BB2DCA32-9C8D-5844-3777-9A5FEA639FA8}"/>
                </a:ext>
              </a:extLst>
            </p:cNvPr>
            <p:cNvSpPr/>
            <p:nvPr/>
          </p:nvSpPr>
          <p:spPr>
            <a:xfrm>
              <a:off x="4503375" y="4383250"/>
              <a:ext cx="422000" cy="219450"/>
            </a:xfrm>
            <a:custGeom>
              <a:avLst/>
              <a:gdLst/>
              <a:ahLst/>
              <a:cxnLst/>
              <a:rect l="l" t="t" r="r" b="b"/>
              <a:pathLst>
                <a:path w="16880" h="8778" extrusionOk="0">
                  <a:moveTo>
                    <a:pt x="8895" y="1254"/>
                  </a:moveTo>
                  <a:cubicBezTo>
                    <a:pt x="10205" y="1254"/>
                    <a:pt x="11481" y="1530"/>
                    <a:pt x="12443" y="2082"/>
                  </a:cubicBezTo>
                  <a:cubicBezTo>
                    <a:pt x="14478" y="3249"/>
                    <a:pt x="14311" y="5217"/>
                    <a:pt x="12110" y="6518"/>
                  </a:cubicBezTo>
                  <a:cubicBezTo>
                    <a:pt x="10949" y="7186"/>
                    <a:pt x="9446" y="7530"/>
                    <a:pt x="7986" y="7530"/>
                  </a:cubicBezTo>
                  <a:cubicBezTo>
                    <a:pt x="6676" y="7530"/>
                    <a:pt x="5400" y="7253"/>
                    <a:pt x="4437" y="6685"/>
                  </a:cubicBezTo>
                  <a:cubicBezTo>
                    <a:pt x="2403" y="5518"/>
                    <a:pt x="2569" y="3550"/>
                    <a:pt x="4771" y="2282"/>
                  </a:cubicBezTo>
                  <a:cubicBezTo>
                    <a:pt x="5931" y="1596"/>
                    <a:pt x="7434" y="1254"/>
                    <a:pt x="8895" y="1254"/>
                  </a:cubicBezTo>
                  <a:close/>
                  <a:moveTo>
                    <a:pt x="9116" y="1"/>
                  </a:moveTo>
                  <a:cubicBezTo>
                    <a:pt x="7065" y="1"/>
                    <a:pt x="4946" y="479"/>
                    <a:pt x="3303" y="1415"/>
                  </a:cubicBezTo>
                  <a:cubicBezTo>
                    <a:pt x="201" y="3216"/>
                    <a:pt x="1" y="5985"/>
                    <a:pt x="2836" y="7619"/>
                  </a:cubicBezTo>
                  <a:cubicBezTo>
                    <a:pt x="4178" y="8393"/>
                    <a:pt x="5961" y="8778"/>
                    <a:pt x="7796" y="8778"/>
                  </a:cubicBezTo>
                  <a:cubicBezTo>
                    <a:pt x="9838" y="8778"/>
                    <a:pt x="11943" y="8301"/>
                    <a:pt x="13577" y="7352"/>
                  </a:cubicBezTo>
                  <a:cubicBezTo>
                    <a:pt x="16680" y="5584"/>
                    <a:pt x="16880" y="2782"/>
                    <a:pt x="14044" y="1148"/>
                  </a:cubicBezTo>
                  <a:cubicBezTo>
                    <a:pt x="12710" y="379"/>
                    <a:pt x="10940" y="1"/>
                    <a:pt x="9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6">
              <a:extLst>
                <a:ext uri="{FF2B5EF4-FFF2-40B4-BE49-F238E27FC236}">
                  <a16:creationId xmlns:a16="http://schemas.microsoft.com/office/drawing/2014/main" id="{5E83C1D8-C2C3-EF3A-7A9A-DAF70FE35365}"/>
                </a:ext>
              </a:extLst>
            </p:cNvPr>
            <p:cNvSpPr/>
            <p:nvPr/>
          </p:nvSpPr>
          <p:spPr>
            <a:xfrm>
              <a:off x="4625150" y="4383375"/>
              <a:ext cx="256875" cy="66950"/>
            </a:xfrm>
            <a:custGeom>
              <a:avLst/>
              <a:gdLst/>
              <a:ahLst/>
              <a:cxnLst/>
              <a:rect l="l" t="t" r="r" b="b"/>
              <a:pathLst>
                <a:path w="10275" h="2678" extrusionOk="0">
                  <a:moveTo>
                    <a:pt x="4230" y="0"/>
                  </a:moveTo>
                  <a:cubicBezTo>
                    <a:pt x="2786" y="0"/>
                    <a:pt x="1312" y="238"/>
                    <a:pt x="0" y="709"/>
                  </a:cubicBezTo>
                  <a:lnTo>
                    <a:pt x="1034" y="1743"/>
                  </a:lnTo>
                  <a:cubicBezTo>
                    <a:pt x="1978" y="1419"/>
                    <a:pt x="3032" y="1251"/>
                    <a:pt x="4065" y="1251"/>
                  </a:cubicBezTo>
                  <a:cubicBezTo>
                    <a:pt x="5369" y="1251"/>
                    <a:pt x="6638" y="1519"/>
                    <a:pt x="7606" y="2077"/>
                  </a:cubicBezTo>
                  <a:cubicBezTo>
                    <a:pt x="7872" y="2244"/>
                    <a:pt x="8139" y="2444"/>
                    <a:pt x="8373" y="2677"/>
                  </a:cubicBezTo>
                  <a:lnTo>
                    <a:pt x="10274" y="1977"/>
                  </a:lnTo>
                  <a:cubicBezTo>
                    <a:pt x="9941" y="1643"/>
                    <a:pt x="9574" y="1376"/>
                    <a:pt x="9173" y="1143"/>
                  </a:cubicBezTo>
                  <a:cubicBezTo>
                    <a:pt x="7833" y="379"/>
                    <a:pt x="6055" y="0"/>
                    <a:pt x="4230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6">
              <a:extLst>
                <a:ext uri="{FF2B5EF4-FFF2-40B4-BE49-F238E27FC236}">
                  <a16:creationId xmlns:a16="http://schemas.microsoft.com/office/drawing/2014/main" id="{BCAC19A4-C90C-35EF-DBD6-50376E96A700}"/>
                </a:ext>
              </a:extLst>
            </p:cNvPr>
            <p:cNvSpPr/>
            <p:nvPr/>
          </p:nvSpPr>
          <p:spPr>
            <a:xfrm>
              <a:off x="4625150" y="4383375"/>
              <a:ext cx="256875" cy="66950"/>
            </a:xfrm>
            <a:custGeom>
              <a:avLst/>
              <a:gdLst/>
              <a:ahLst/>
              <a:cxnLst/>
              <a:rect l="l" t="t" r="r" b="b"/>
              <a:pathLst>
                <a:path w="10275" h="2678" extrusionOk="0">
                  <a:moveTo>
                    <a:pt x="4230" y="0"/>
                  </a:moveTo>
                  <a:cubicBezTo>
                    <a:pt x="2786" y="0"/>
                    <a:pt x="1312" y="238"/>
                    <a:pt x="0" y="709"/>
                  </a:cubicBezTo>
                  <a:lnTo>
                    <a:pt x="1034" y="1743"/>
                  </a:lnTo>
                  <a:cubicBezTo>
                    <a:pt x="1978" y="1419"/>
                    <a:pt x="3032" y="1251"/>
                    <a:pt x="4065" y="1251"/>
                  </a:cubicBezTo>
                  <a:cubicBezTo>
                    <a:pt x="5369" y="1251"/>
                    <a:pt x="6638" y="1519"/>
                    <a:pt x="7606" y="2077"/>
                  </a:cubicBezTo>
                  <a:cubicBezTo>
                    <a:pt x="7872" y="2244"/>
                    <a:pt x="8139" y="2444"/>
                    <a:pt x="8373" y="2677"/>
                  </a:cubicBezTo>
                  <a:lnTo>
                    <a:pt x="10274" y="1977"/>
                  </a:lnTo>
                  <a:cubicBezTo>
                    <a:pt x="9941" y="1643"/>
                    <a:pt x="9574" y="1376"/>
                    <a:pt x="9173" y="1143"/>
                  </a:cubicBezTo>
                  <a:cubicBezTo>
                    <a:pt x="7833" y="379"/>
                    <a:pt x="6055" y="0"/>
                    <a:pt x="4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6">
              <a:extLst>
                <a:ext uri="{FF2B5EF4-FFF2-40B4-BE49-F238E27FC236}">
                  <a16:creationId xmlns:a16="http://schemas.microsoft.com/office/drawing/2014/main" id="{92F30A98-AA3B-2216-B894-B822C8A1F60A}"/>
                </a:ext>
              </a:extLst>
            </p:cNvPr>
            <p:cNvSpPr/>
            <p:nvPr/>
          </p:nvSpPr>
          <p:spPr>
            <a:xfrm>
              <a:off x="4716875" y="4248725"/>
              <a:ext cx="160900" cy="128200"/>
            </a:xfrm>
            <a:custGeom>
              <a:avLst/>
              <a:gdLst/>
              <a:ahLst/>
              <a:cxnLst/>
              <a:rect l="l" t="t" r="r" b="b"/>
              <a:pathLst>
                <a:path w="6436" h="5128" extrusionOk="0">
                  <a:moveTo>
                    <a:pt x="5989" y="1"/>
                  </a:moveTo>
                  <a:cubicBezTo>
                    <a:pt x="5951" y="1"/>
                    <a:pt x="5912" y="8"/>
                    <a:pt x="5871" y="24"/>
                  </a:cubicBezTo>
                  <a:lnTo>
                    <a:pt x="100" y="3360"/>
                  </a:lnTo>
                  <a:lnTo>
                    <a:pt x="34" y="4794"/>
                  </a:lnTo>
                  <a:cubicBezTo>
                    <a:pt x="0" y="4961"/>
                    <a:pt x="134" y="5094"/>
                    <a:pt x="334" y="5128"/>
                  </a:cubicBezTo>
                  <a:cubicBezTo>
                    <a:pt x="501" y="5094"/>
                    <a:pt x="634" y="4961"/>
                    <a:pt x="634" y="4828"/>
                  </a:cubicBezTo>
                  <a:lnTo>
                    <a:pt x="701" y="3727"/>
                  </a:lnTo>
                  <a:lnTo>
                    <a:pt x="6171" y="591"/>
                  </a:lnTo>
                  <a:cubicBezTo>
                    <a:pt x="6435" y="386"/>
                    <a:pt x="6261" y="1"/>
                    <a:pt x="59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6">
              <a:extLst>
                <a:ext uri="{FF2B5EF4-FFF2-40B4-BE49-F238E27FC236}">
                  <a16:creationId xmlns:a16="http://schemas.microsoft.com/office/drawing/2014/main" id="{6FBD5B96-055B-3B52-03E1-4BAFCD7E9A14}"/>
                </a:ext>
              </a:extLst>
            </p:cNvPr>
            <p:cNvSpPr/>
            <p:nvPr/>
          </p:nvSpPr>
          <p:spPr>
            <a:xfrm>
              <a:off x="4337425" y="4438000"/>
              <a:ext cx="815850" cy="473475"/>
            </a:xfrm>
            <a:custGeom>
              <a:avLst/>
              <a:gdLst/>
              <a:ahLst/>
              <a:cxnLst/>
              <a:rect l="l" t="t" r="r" b="b"/>
              <a:pathLst>
                <a:path w="32634" h="18939" extrusionOk="0">
                  <a:moveTo>
                    <a:pt x="32205" y="1"/>
                  </a:moveTo>
                  <a:cubicBezTo>
                    <a:pt x="32149" y="1"/>
                    <a:pt x="32087" y="18"/>
                    <a:pt x="32024" y="59"/>
                  </a:cubicBezTo>
                  <a:lnTo>
                    <a:pt x="301" y="18338"/>
                  </a:lnTo>
                  <a:cubicBezTo>
                    <a:pt x="1" y="18505"/>
                    <a:pt x="134" y="18939"/>
                    <a:pt x="468" y="18939"/>
                  </a:cubicBezTo>
                  <a:cubicBezTo>
                    <a:pt x="501" y="18939"/>
                    <a:pt x="535" y="18905"/>
                    <a:pt x="601" y="18905"/>
                  </a:cubicBezTo>
                  <a:lnTo>
                    <a:pt x="32357" y="592"/>
                  </a:lnTo>
                  <a:cubicBezTo>
                    <a:pt x="32633" y="399"/>
                    <a:pt x="32476" y="1"/>
                    <a:pt x="322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6">
              <a:extLst>
                <a:ext uri="{FF2B5EF4-FFF2-40B4-BE49-F238E27FC236}">
                  <a16:creationId xmlns:a16="http://schemas.microsoft.com/office/drawing/2014/main" id="{29A33C84-FE33-9320-02D9-8E0F74B4DA39}"/>
                </a:ext>
              </a:extLst>
            </p:cNvPr>
            <p:cNvSpPr/>
            <p:nvPr/>
          </p:nvSpPr>
          <p:spPr>
            <a:xfrm>
              <a:off x="4380800" y="4461650"/>
              <a:ext cx="816925" cy="474025"/>
            </a:xfrm>
            <a:custGeom>
              <a:avLst/>
              <a:gdLst/>
              <a:ahLst/>
              <a:cxnLst/>
              <a:rect l="l" t="t" r="r" b="b"/>
              <a:pathLst>
                <a:path w="32677" h="18961" extrusionOk="0">
                  <a:moveTo>
                    <a:pt x="32223" y="1"/>
                  </a:moveTo>
                  <a:cubicBezTo>
                    <a:pt x="32160" y="1"/>
                    <a:pt x="32092" y="24"/>
                    <a:pt x="32023" y="80"/>
                  </a:cubicBezTo>
                  <a:lnTo>
                    <a:pt x="267" y="18393"/>
                  </a:lnTo>
                  <a:cubicBezTo>
                    <a:pt x="0" y="18560"/>
                    <a:pt x="101" y="18960"/>
                    <a:pt x="401" y="18960"/>
                  </a:cubicBezTo>
                  <a:cubicBezTo>
                    <a:pt x="467" y="18960"/>
                    <a:pt x="534" y="18960"/>
                    <a:pt x="568" y="18927"/>
                  </a:cubicBezTo>
                  <a:lnTo>
                    <a:pt x="32324" y="614"/>
                  </a:lnTo>
                  <a:cubicBezTo>
                    <a:pt x="32677" y="451"/>
                    <a:pt x="32499" y="1"/>
                    <a:pt x="322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6">
              <a:extLst>
                <a:ext uri="{FF2B5EF4-FFF2-40B4-BE49-F238E27FC236}">
                  <a16:creationId xmlns:a16="http://schemas.microsoft.com/office/drawing/2014/main" id="{6CC1C189-70DA-63B0-1991-3087AA497EC5}"/>
                </a:ext>
              </a:extLst>
            </p:cNvPr>
            <p:cNvSpPr/>
            <p:nvPr/>
          </p:nvSpPr>
          <p:spPr>
            <a:xfrm>
              <a:off x="4425000" y="4486725"/>
              <a:ext cx="814325" cy="473950"/>
            </a:xfrm>
            <a:custGeom>
              <a:avLst/>
              <a:gdLst/>
              <a:ahLst/>
              <a:cxnLst/>
              <a:rect l="l" t="t" r="r" b="b"/>
              <a:pathLst>
                <a:path w="32573" h="18958" extrusionOk="0">
                  <a:moveTo>
                    <a:pt x="32139" y="0"/>
                  </a:moveTo>
                  <a:cubicBezTo>
                    <a:pt x="32092" y="0"/>
                    <a:pt x="32041" y="14"/>
                    <a:pt x="31990" y="44"/>
                  </a:cubicBezTo>
                  <a:lnTo>
                    <a:pt x="201" y="18357"/>
                  </a:lnTo>
                  <a:cubicBezTo>
                    <a:pt x="67" y="18458"/>
                    <a:pt x="0" y="18624"/>
                    <a:pt x="100" y="18791"/>
                  </a:cubicBezTo>
                  <a:cubicBezTo>
                    <a:pt x="134" y="18891"/>
                    <a:pt x="234" y="18925"/>
                    <a:pt x="367" y="18958"/>
                  </a:cubicBezTo>
                  <a:cubicBezTo>
                    <a:pt x="401" y="18958"/>
                    <a:pt x="467" y="18925"/>
                    <a:pt x="534" y="18925"/>
                  </a:cubicBezTo>
                  <a:lnTo>
                    <a:pt x="32290" y="578"/>
                  </a:lnTo>
                  <a:cubicBezTo>
                    <a:pt x="32573" y="409"/>
                    <a:pt x="32401" y="0"/>
                    <a:pt x="32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48A4C60E-6A4F-D882-A9ED-E58AA8846731}"/>
              </a:ext>
            </a:extLst>
          </p:cNvPr>
          <p:cNvSpPr txBox="1"/>
          <p:nvPr/>
        </p:nvSpPr>
        <p:spPr>
          <a:xfrm>
            <a:off x="713100" y="1348039"/>
            <a:ext cx="8114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b="1">
                <a:solidFill>
                  <a:srgbClr val="EBBA31"/>
                </a:solidFill>
              </a:rPr>
              <a:t>2</a:t>
            </a:r>
            <a:endParaRPr lang="es-ES" sz="3600" b="1">
              <a:solidFill>
                <a:srgbClr val="EBBA31"/>
              </a:solidFill>
            </a:endParaRPr>
          </a:p>
        </p:txBody>
      </p:sp>
      <p:pic>
        <p:nvPicPr>
          <p:cNvPr id="2052" name="Picture 4" descr="Bloques - Iconos gratis de edificios">
            <a:extLst>
              <a:ext uri="{FF2B5EF4-FFF2-40B4-BE49-F238E27FC236}">
                <a16:creationId xmlns:a16="http://schemas.microsoft.com/office/drawing/2014/main" id="{FC141BDD-434C-8C43-D087-6603F8E83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092" y="731375"/>
            <a:ext cx="2423531" cy="242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3CABFC3-84DC-EB8B-7F98-DAE78123302F}"/>
              </a:ext>
            </a:extLst>
          </p:cNvPr>
          <p:cNvSpPr txBox="1"/>
          <p:nvPr/>
        </p:nvSpPr>
        <p:spPr>
          <a:xfrm>
            <a:off x="5203341" y="2128395"/>
            <a:ext cx="1356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1"/>
              <a:t>&lt;vespaadd&gt;</a:t>
            </a:r>
            <a:endParaRPr lang="es-ES" b="1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9AA7D25-2194-A493-0329-9F42D97817BA}"/>
              </a:ext>
            </a:extLst>
          </p:cNvPr>
          <p:cNvSpPr txBox="1"/>
          <p:nvPr/>
        </p:nvSpPr>
        <p:spPr>
          <a:xfrm>
            <a:off x="6389857" y="2128395"/>
            <a:ext cx="1356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1"/>
              <a:t>&lt;vespaadd&gt;</a:t>
            </a:r>
            <a:endParaRPr lang="es-ES" b="1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74DE50B-7B39-02A6-A4C2-C4971F298F79}"/>
              </a:ext>
            </a:extLst>
          </p:cNvPr>
          <p:cNvSpPr txBox="1"/>
          <p:nvPr/>
        </p:nvSpPr>
        <p:spPr>
          <a:xfrm>
            <a:off x="5801790" y="1523555"/>
            <a:ext cx="1356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1"/>
              <a:t>&lt;vespaadd&gt;</a:t>
            </a:r>
            <a:endParaRPr lang="es-ES" b="1"/>
          </a:p>
        </p:txBody>
      </p:sp>
      <p:cxnSp>
        <p:nvCxnSpPr>
          <p:cNvPr id="13" name="Conector: curvado 12">
            <a:extLst>
              <a:ext uri="{FF2B5EF4-FFF2-40B4-BE49-F238E27FC236}">
                <a16:creationId xmlns:a16="http://schemas.microsoft.com/office/drawing/2014/main" id="{12F96F1E-60E7-D87E-F10C-617F19BE20F1}"/>
              </a:ext>
            </a:extLst>
          </p:cNvPr>
          <p:cNvCxnSpPr>
            <a:cxnSpLocks/>
            <a:stCxn id="2052" idx="1"/>
            <a:endCxn id="18" idx="0"/>
          </p:cNvCxnSpPr>
          <p:nvPr/>
        </p:nvCxnSpPr>
        <p:spPr>
          <a:xfrm rot="10800000" flipV="1">
            <a:off x="3283756" y="1943141"/>
            <a:ext cx="1894337" cy="1826638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C3F9A8F-3ACE-5056-B5E0-3363EB9E4F00}"/>
              </a:ext>
            </a:extLst>
          </p:cNvPr>
          <p:cNvSpPr txBox="1"/>
          <p:nvPr/>
        </p:nvSpPr>
        <p:spPr>
          <a:xfrm>
            <a:off x="2530767" y="3769779"/>
            <a:ext cx="1505976" cy="400110"/>
          </a:xfrm>
          <a:prstGeom prst="rect">
            <a:avLst/>
          </a:prstGeom>
          <a:noFill/>
          <a:ln w="38100">
            <a:solidFill>
              <a:schemeClr val="accent3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sz="2000" b="1" i="1"/>
              <a:t>&lt;</a:t>
            </a:r>
            <a:r>
              <a:rPr lang="es-ES" sz="2000" b="1" i="1" err="1"/>
              <a:t>maincat</a:t>
            </a:r>
            <a:r>
              <a:rPr lang="es-ES" sz="2000" b="1" i="1"/>
              <a:t>&gt;</a:t>
            </a:r>
            <a:endParaRPr lang="es-ES" sz="2000" b="1"/>
          </a:p>
        </p:txBody>
      </p:sp>
      <p:pic>
        <p:nvPicPr>
          <p:cNvPr id="2054" name="Picture 6" descr="Lingüística - Iconos gratis de educación">
            <a:extLst>
              <a:ext uri="{FF2B5EF4-FFF2-40B4-BE49-F238E27FC236}">
                <a16:creationId xmlns:a16="http://schemas.microsoft.com/office/drawing/2014/main" id="{E2417648-90C5-60AD-B528-44BD0803FD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"/>
          <a:stretch>
            <a:fillRect/>
          </a:stretch>
        </p:blipFill>
        <p:spPr bwMode="auto">
          <a:xfrm>
            <a:off x="5731727" y="3154906"/>
            <a:ext cx="1588627" cy="161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E4C6075-5EF0-E182-63F9-19BF9A2BC8AC}"/>
              </a:ext>
            </a:extLst>
          </p:cNvPr>
          <p:cNvCxnSpPr>
            <a:cxnSpLocks/>
            <a:stCxn id="18" idx="3"/>
            <a:endCxn id="2054" idx="1"/>
          </p:cNvCxnSpPr>
          <p:nvPr/>
        </p:nvCxnSpPr>
        <p:spPr>
          <a:xfrm flipV="1">
            <a:off x="4036743" y="3962687"/>
            <a:ext cx="1694984" cy="71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045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  <p:bldP spid="11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3497B9FD-B5EB-AE35-B287-3D70E81B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8265503C-C800-3B88-2D91-75942BDB0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División en Archivos por Categoría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C5A10B4-6E39-7D1F-41D5-B74836FF3E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s-ES" sz="900"/>
          </a:p>
        </p:txBody>
      </p:sp>
      <p:pic>
        <p:nvPicPr>
          <p:cNvPr id="2081" name="Imagen 2080">
            <a:extLst>
              <a:ext uri="{FF2B5EF4-FFF2-40B4-BE49-F238E27FC236}">
                <a16:creationId xmlns:a16="http://schemas.microsoft.com/office/drawing/2014/main" id="{79A35410-A49F-45F1-AFF3-4003904B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0" t="5010" r="5499" b="34406"/>
          <a:stretch>
            <a:fillRect/>
          </a:stretch>
        </p:blipFill>
        <p:spPr>
          <a:xfrm>
            <a:off x="445770" y="1347913"/>
            <a:ext cx="8252460" cy="1287781"/>
          </a:xfrm>
          <a:prstGeom prst="rect">
            <a:avLst/>
          </a:prstGeom>
        </p:spPr>
      </p:pic>
      <p:sp>
        <p:nvSpPr>
          <p:cNvPr id="2082" name="CuadroTexto 2081">
            <a:extLst>
              <a:ext uri="{FF2B5EF4-FFF2-40B4-BE49-F238E27FC236}">
                <a16:creationId xmlns:a16="http://schemas.microsoft.com/office/drawing/2014/main" id="{D011E498-553C-3D2C-821B-9E6A23ED828F}"/>
              </a:ext>
            </a:extLst>
          </p:cNvPr>
          <p:cNvSpPr txBox="1"/>
          <p:nvPr/>
        </p:nvSpPr>
        <p:spPr>
          <a:xfrm>
            <a:off x="1954530" y="2965883"/>
            <a:ext cx="5234940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/>
              <a:t>dividir_por_categoria.py</a:t>
            </a:r>
            <a:endParaRPr lang="es-ES" sz="2000" b="1" dirty="0"/>
          </a:p>
        </p:txBody>
      </p:sp>
      <p:sp>
        <p:nvSpPr>
          <p:cNvPr id="2083" name="CuadroTexto 2082">
            <a:extLst>
              <a:ext uri="{FF2B5EF4-FFF2-40B4-BE49-F238E27FC236}">
                <a16:creationId xmlns:a16="http://schemas.microsoft.com/office/drawing/2014/main" id="{05D664CB-F41C-67DF-95B5-B1493CBFD11E}"/>
              </a:ext>
            </a:extLst>
          </p:cNvPr>
          <p:cNvSpPr txBox="1"/>
          <p:nvPr/>
        </p:nvSpPr>
        <p:spPr>
          <a:xfrm>
            <a:off x="1954530" y="3962401"/>
            <a:ext cx="5234940" cy="830997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4800" b="1" i="1" dirty="0"/>
              <a:t>5 - 10 Minutos</a:t>
            </a:r>
            <a:endParaRPr lang="es-ES" sz="4800" b="1" dirty="0"/>
          </a:p>
        </p:txBody>
      </p:sp>
    </p:spTree>
    <p:extLst>
      <p:ext uri="{BB962C8B-B14F-4D97-AF65-F5344CB8AC3E}">
        <p14:creationId xmlns:p14="http://schemas.microsoft.com/office/powerpoint/2010/main" val="380007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2" grpId="0" animBg="1"/>
      <p:bldP spid="20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63F4B392-3A69-731A-9D43-AE3916D1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>
            <a:extLst>
              <a:ext uri="{FF2B5EF4-FFF2-40B4-BE49-F238E27FC236}">
                <a16:creationId xmlns:a16="http://schemas.microsoft.com/office/drawing/2014/main" id="{0DD6FE81-D078-EC25-47C7-57623B039E7A}"/>
              </a:ext>
            </a:extLst>
          </p:cNvPr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>
              <a:extLst>
                <a:ext uri="{FF2B5EF4-FFF2-40B4-BE49-F238E27FC236}">
                  <a16:creationId xmlns:a16="http://schemas.microsoft.com/office/drawing/2014/main" id="{06CD79FA-39A2-143B-8B20-E0CFAC03EFFB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>
              <a:extLst>
                <a:ext uri="{FF2B5EF4-FFF2-40B4-BE49-F238E27FC236}">
                  <a16:creationId xmlns:a16="http://schemas.microsoft.com/office/drawing/2014/main" id="{349BB1EE-53C1-E97E-8753-D398DCF2E9EF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>
              <a:extLst>
                <a:ext uri="{FF2B5EF4-FFF2-40B4-BE49-F238E27FC236}">
                  <a16:creationId xmlns:a16="http://schemas.microsoft.com/office/drawing/2014/main" id="{028D0FF7-7E21-A754-FE62-FD4B24A6E73B}"/>
                </a:ext>
              </a:extLst>
            </p:cNvPr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>
              <a:extLst>
                <a:ext uri="{FF2B5EF4-FFF2-40B4-BE49-F238E27FC236}">
                  <a16:creationId xmlns:a16="http://schemas.microsoft.com/office/drawing/2014/main" id="{8A737CCC-E363-9F9C-D89B-992D246B7C8B}"/>
                </a:ext>
              </a:extLst>
            </p:cNvPr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>
              <a:extLst>
                <a:ext uri="{FF2B5EF4-FFF2-40B4-BE49-F238E27FC236}">
                  <a16:creationId xmlns:a16="http://schemas.microsoft.com/office/drawing/2014/main" id="{9F5F4F6B-0F68-9CCE-6796-5C1856D9A8A5}"/>
                </a:ext>
              </a:extLst>
            </p:cNvPr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>
              <a:extLst>
                <a:ext uri="{FF2B5EF4-FFF2-40B4-BE49-F238E27FC236}">
                  <a16:creationId xmlns:a16="http://schemas.microsoft.com/office/drawing/2014/main" id="{1C255B24-10AF-657A-7B77-5294CE28EA0E}"/>
                </a:ext>
              </a:extLst>
            </p:cNvPr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>
              <a:extLst>
                <a:ext uri="{FF2B5EF4-FFF2-40B4-BE49-F238E27FC236}">
                  <a16:creationId xmlns:a16="http://schemas.microsoft.com/office/drawing/2014/main" id="{1FC9064A-52F6-129B-CBF0-2C851CA98DDA}"/>
                </a:ext>
              </a:extLst>
            </p:cNvPr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>
              <a:extLst>
                <a:ext uri="{FF2B5EF4-FFF2-40B4-BE49-F238E27FC236}">
                  <a16:creationId xmlns:a16="http://schemas.microsoft.com/office/drawing/2014/main" id="{13D14313-D535-A07C-BE2E-8D53B98A8AFA}"/>
                </a:ext>
              </a:extLst>
            </p:cNvPr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>
              <a:extLst>
                <a:ext uri="{FF2B5EF4-FFF2-40B4-BE49-F238E27FC236}">
                  <a16:creationId xmlns:a16="http://schemas.microsoft.com/office/drawing/2014/main" id="{69148491-DF01-895F-4484-5677DB5C7BF9}"/>
                </a:ext>
              </a:extLst>
            </p:cNvPr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>
              <a:extLst>
                <a:ext uri="{FF2B5EF4-FFF2-40B4-BE49-F238E27FC236}">
                  <a16:creationId xmlns:a16="http://schemas.microsoft.com/office/drawing/2014/main" id="{815FDC78-FB4E-5989-5E6F-92E578532966}"/>
                </a:ext>
              </a:extLst>
            </p:cNvPr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>
              <a:extLst>
                <a:ext uri="{FF2B5EF4-FFF2-40B4-BE49-F238E27FC236}">
                  <a16:creationId xmlns:a16="http://schemas.microsoft.com/office/drawing/2014/main" id="{003FC410-FE79-3E65-38C9-A78DB0A6D2C5}"/>
                </a:ext>
              </a:extLst>
            </p:cNvPr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>
              <a:extLst>
                <a:ext uri="{FF2B5EF4-FFF2-40B4-BE49-F238E27FC236}">
                  <a16:creationId xmlns:a16="http://schemas.microsoft.com/office/drawing/2014/main" id="{F505F818-D4AD-98CC-6D9F-4BA1FA9F242F}"/>
                </a:ext>
              </a:extLst>
            </p:cNvPr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>
              <a:extLst>
                <a:ext uri="{FF2B5EF4-FFF2-40B4-BE49-F238E27FC236}">
                  <a16:creationId xmlns:a16="http://schemas.microsoft.com/office/drawing/2014/main" id="{8CF53EA8-463E-ABDF-9297-4A7C18C19241}"/>
                </a:ext>
              </a:extLst>
            </p:cNvPr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>
              <a:extLst>
                <a:ext uri="{FF2B5EF4-FFF2-40B4-BE49-F238E27FC236}">
                  <a16:creationId xmlns:a16="http://schemas.microsoft.com/office/drawing/2014/main" id="{C315B69A-D8DC-136A-4B78-D78FF551D7AA}"/>
                </a:ext>
              </a:extLst>
            </p:cNvPr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>
              <a:extLst>
                <a:ext uri="{FF2B5EF4-FFF2-40B4-BE49-F238E27FC236}">
                  <a16:creationId xmlns:a16="http://schemas.microsoft.com/office/drawing/2014/main" id="{5398339A-70BC-5BF4-3154-BD44D27891B2}"/>
                </a:ext>
              </a:extLst>
            </p:cNvPr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>
              <a:extLst>
                <a:ext uri="{FF2B5EF4-FFF2-40B4-BE49-F238E27FC236}">
                  <a16:creationId xmlns:a16="http://schemas.microsoft.com/office/drawing/2014/main" id="{533EDD6C-E147-53B2-8DD6-3821C3D86F4A}"/>
                </a:ext>
              </a:extLst>
            </p:cNvPr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>
              <a:extLst>
                <a:ext uri="{FF2B5EF4-FFF2-40B4-BE49-F238E27FC236}">
                  <a16:creationId xmlns:a16="http://schemas.microsoft.com/office/drawing/2014/main" id="{DAB0A563-63EB-8153-9598-0024182B8589}"/>
                </a:ext>
              </a:extLst>
            </p:cNvPr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>
              <a:extLst>
                <a:ext uri="{FF2B5EF4-FFF2-40B4-BE49-F238E27FC236}">
                  <a16:creationId xmlns:a16="http://schemas.microsoft.com/office/drawing/2014/main" id="{F4C363B0-3429-E439-BB69-3A4D954DE9D0}"/>
                </a:ext>
              </a:extLst>
            </p:cNvPr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>
              <a:extLst>
                <a:ext uri="{FF2B5EF4-FFF2-40B4-BE49-F238E27FC236}">
                  <a16:creationId xmlns:a16="http://schemas.microsoft.com/office/drawing/2014/main" id="{169EF626-4484-76E7-492C-2FB98D26A92E}"/>
                </a:ext>
              </a:extLst>
            </p:cNvPr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>
              <a:extLst>
                <a:ext uri="{FF2B5EF4-FFF2-40B4-BE49-F238E27FC236}">
                  <a16:creationId xmlns:a16="http://schemas.microsoft.com/office/drawing/2014/main" id="{BBB7DA6C-A945-CF76-B253-0BCE7D33ABAD}"/>
                </a:ext>
              </a:extLst>
            </p:cNvPr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>
              <a:extLst>
                <a:ext uri="{FF2B5EF4-FFF2-40B4-BE49-F238E27FC236}">
                  <a16:creationId xmlns:a16="http://schemas.microsoft.com/office/drawing/2014/main" id="{FFBEE077-6454-4754-63EA-5C32A30C0E06}"/>
                </a:ext>
              </a:extLst>
            </p:cNvPr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>
              <a:extLst>
                <a:ext uri="{FF2B5EF4-FFF2-40B4-BE49-F238E27FC236}">
                  <a16:creationId xmlns:a16="http://schemas.microsoft.com/office/drawing/2014/main" id="{D7DA1B2D-21AF-0CA1-748C-4132974BE7FA}"/>
                </a:ext>
              </a:extLst>
            </p:cNvPr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>
              <a:extLst>
                <a:ext uri="{FF2B5EF4-FFF2-40B4-BE49-F238E27FC236}">
                  <a16:creationId xmlns:a16="http://schemas.microsoft.com/office/drawing/2014/main" id="{C8BDF42A-19F2-1264-40EE-1CB18E41AA8E}"/>
                </a:ext>
              </a:extLst>
            </p:cNvPr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>
              <a:extLst>
                <a:ext uri="{FF2B5EF4-FFF2-40B4-BE49-F238E27FC236}">
                  <a16:creationId xmlns:a16="http://schemas.microsoft.com/office/drawing/2014/main" id="{B7A6E66D-E6B4-07E1-27A1-236D7B80AD68}"/>
                </a:ext>
              </a:extLst>
            </p:cNvPr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>
              <a:extLst>
                <a:ext uri="{FF2B5EF4-FFF2-40B4-BE49-F238E27FC236}">
                  <a16:creationId xmlns:a16="http://schemas.microsoft.com/office/drawing/2014/main" id="{B78BB43E-C1CE-8F1B-FA0F-EC63177EB29D}"/>
                </a:ext>
              </a:extLst>
            </p:cNvPr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>
              <a:extLst>
                <a:ext uri="{FF2B5EF4-FFF2-40B4-BE49-F238E27FC236}">
                  <a16:creationId xmlns:a16="http://schemas.microsoft.com/office/drawing/2014/main" id="{CF21FE8C-AD01-06E5-3D1F-EB1B77F19B56}"/>
                </a:ext>
              </a:extLst>
            </p:cNvPr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>
              <a:extLst>
                <a:ext uri="{FF2B5EF4-FFF2-40B4-BE49-F238E27FC236}">
                  <a16:creationId xmlns:a16="http://schemas.microsoft.com/office/drawing/2014/main" id="{6DB01558-7B15-D791-AF58-70830E2E7E95}"/>
                </a:ext>
              </a:extLst>
            </p:cNvPr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>
              <a:extLst>
                <a:ext uri="{FF2B5EF4-FFF2-40B4-BE49-F238E27FC236}">
                  <a16:creationId xmlns:a16="http://schemas.microsoft.com/office/drawing/2014/main" id="{DA381B5F-642D-00F7-6303-9A995D19FCB8}"/>
                </a:ext>
              </a:extLst>
            </p:cNvPr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>
              <a:extLst>
                <a:ext uri="{FF2B5EF4-FFF2-40B4-BE49-F238E27FC236}">
                  <a16:creationId xmlns:a16="http://schemas.microsoft.com/office/drawing/2014/main" id="{BE11D175-BEE8-9151-DE0C-A81D3ECBB917}"/>
                </a:ext>
              </a:extLst>
            </p:cNvPr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>
              <a:extLst>
                <a:ext uri="{FF2B5EF4-FFF2-40B4-BE49-F238E27FC236}">
                  <a16:creationId xmlns:a16="http://schemas.microsoft.com/office/drawing/2014/main" id="{A3D2193E-65BD-A569-F97D-AB3D89C69662}"/>
                </a:ext>
              </a:extLst>
            </p:cNvPr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>
              <a:extLst>
                <a:ext uri="{FF2B5EF4-FFF2-40B4-BE49-F238E27FC236}">
                  <a16:creationId xmlns:a16="http://schemas.microsoft.com/office/drawing/2014/main" id="{DA77367A-0EE9-16F6-CC03-8C03A89C97AE}"/>
                </a:ext>
              </a:extLst>
            </p:cNvPr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>
              <a:extLst>
                <a:ext uri="{FF2B5EF4-FFF2-40B4-BE49-F238E27FC236}">
                  <a16:creationId xmlns:a16="http://schemas.microsoft.com/office/drawing/2014/main" id="{7F6BE1D1-FE68-24C8-8BEC-4C12413E712F}"/>
                </a:ext>
              </a:extLst>
            </p:cNvPr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>
              <a:extLst>
                <a:ext uri="{FF2B5EF4-FFF2-40B4-BE49-F238E27FC236}">
                  <a16:creationId xmlns:a16="http://schemas.microsoft.com/office/drawing/2014/main" id="{299C6D62-C7EB-1A12-E1CE-E12B7EE6823F}"/>
                </a:ext>
              </a:extLst>
            </p:cNvPr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>
              <a:extLst>
                <a:ext uri="{FF2B5EF4-FFF2-40B4-BE49-F238E27FC236}">
                  <a16:creationId xmlns:a16="http://schemas.microsoft.com/office/drawing/2014/main" id="{849E28FD-8281-8064-613B-E50DFA523EB5}"/>
                </a:ext>
              </a:extLst>
            </p:cNvPr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>
              <a:extLst>
                <a:ext uri="{FF2B5EF4-FFF2-40B4-BE49-F238E27FC236}">
                  <a16:creationId xmlns:a16="http://schemas.microsoft.com/office/drawing/2014/main" id="{77E1C276-54C0-1433-7445-CDF62A53FE10}"/>
                </a:ext>
              </a:extLst>
            </p:cNvPr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>
              <a:extLst>
                <a:ext uri="{FF2B5EF4-FFF2-40B4-BE49-F238E27FC236}">
                  <a16:creationId xmlns:a16="http://schemas.microsoft.com/office/drawing/2014/main" id="{3FA54759-E3FB-769B-7286-2C3C210C97D3}"/>
                </a:ext>
              </a:extLst>
            </p:cNvPr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>
              <a:extLst>
                <a:ext uri="{FF2B5EF4-FFF2-40B4-BE49-F238E27FC236}">
                  <a16:creationId xmlns:a16="http://schemas.microsoft.com/office/drawing/2014/main" id="{1E67FC6E-1AE3-BBB7-63E4-53DE8F263CAA}"/>
                </a:ext>
              </a:extLst>
            </p:cNvPr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>
              <a:extLst>
                <a:ext uri="{FF2B5EF4-FFF2-40B4-BE49-F238E27FC236}">
                  <a16:creationId xmlns:a16="http://schemas.microsoft.com/office/drawing/2014/main" id="{0594C802-8CDB-0038-CAE4-851F284B11E5}"/>
                </a:ext>
              </a:extLst>
            </p:cNvPr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>
              <a:extLst>
                <a:ext uri="{FF2B5EF4-FFF2-40B4-BE49-F238E27FC236}">
                  <a16:creationId xmlns:a16="http://schemas.microsoft.com/office/drawing/2014/main" id="{0AA2B25A-7335-17D1-D7D1-DCDFD5DCFA89}"/>
                </a:ext>
              </a:extLst>
            </p:cNvPr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>
              <a:extLst>
                <a:ext uri="{FF2B5EF4-FFF2-40B4-BE49-F238E27FC236}">
                  <a16:creationId xmlns:a16="http://schemas.microsoft.com/office/drawing/2014/main" id="{E47C6603-75BA-F4E4-A1A4-05F6F2D64AB6}"/>
                </a:ext>
              </a:extLst>
            </p:cNvPr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>
              <a:extLst>
                <a:ext uri="{FF2B5EF4-FFF2-40B4-BE49-F238E27FC236}">
                  <a16:creationId xmlns:a16="http://schemas.microsoft.com/office/drawing/2014/main" id="{D7EEB6F6-6E17-A03D-49C4-FBE5ECF5A55D}"/>
                </a:ext>
              </a:extLst>
            </p:cNvPr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>
              <a:extLst>
                <a:ext uri="{FF2B5EF4-FFF2-40B4-BE49-F238E27FC236}">
                  <a16:creationId xmlns:a16="http://schemas.microsoft.com/office/drawing/2014/main" id="{17BDD3A8-7D6F-5E4A-9FF4-B35375451555}"/>
                </a:ext>
              </a:extLst>
            </p:cNvPr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>
              <a:extLst>
                <a:ext uri="{FF2B5EF4-FFF2-40B4-BE49-F238E27FC236}">
                  <a16:creationId xmlns:a16="http://schemas.microsoft.com/office/drawing/2014/main" id="{2F731CCA-735D-E4DC-D6EA-6F5D1CDFDAF9}"/>
                </a:ext>
              </a:extLst>
            </p:cNvPr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>
              <a:extLst>
                <a:ext uri="{FF2B5EF4-FFF2-40B4-BE49-F238E27FC236}">
                  <a16:creationId xmlns:a16="http://schemas.microsoft.com/office/drawing/2014/main" id="{649DE45F-3217-F9C2-765E-B804671ADC7C}"/>
                </a:ext>
              </a:extLst>
            </p:cNvPr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>
              <a:extLst>
                <a:ext uri="{FF2B5EF4-FFF2-40B4-BE49-F238E27FC236}">
                  <a16:creationId xmlns:a16="http://schemas.microsoft.com/office/drawing/2014/main" id="{DEB8CBEA-E861-10A0-72E7-64919BCC04EC}"/>
                </a:ext>
              </a:extLst>
            </p:cNvPr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>
              <a:extLst>
                <a:ext uri="{FF2B5EF4-FFF2-40B4-BE49-F238E27FC236}">
                  <a16:creationId xmlns:a16="http://schemas.microsoft.com/office/drawing/2014/main" id="{CE0DB43F-6461-7D9F-D343-58666BA2F8CB}"/>
                </a:ext>
              </a:extLst>
            </p:cNvPr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>
              <a:extLst>
                <a:ext uri="{FF2B5EF4-FFF2-40B4-BE49-F238E27FC236}">
                  <a16:creationId xmlns:a16="http://schemas.microsoft.com/office/drawing/2014/main" id="{B942AAAC-9EA8-14FE-33E7-11A8B7890B42}"/>
                </a:ext>
              </a:extLst>
            </p:cNvPr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>
              <a:extLst>
                <a:ext uri="{FF2B5EF4-FFF2-40B4-BE49-F238E27FC236}">
                  <a16:creationId xmlns:a16="http://schemas.microsoft.com/office/drawing/2014/main" id="{BC5064F5-F0FB-244A-791E-C6302FBB8081}"/>
                </a:ext>
              </a:extLst>
            </p:cNvPr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>
              <a:extLst>
                <a:ext uri="{FF2B5EF4-FFF2-40B4-BE49-F238E27FC236}">
                  <a16:creationId xmlns:a16="http://schemas.microsoft.com/office/drawing/2014/main" id="{CF8B3211-0A20-87B2-780D-FFACACE34789}"/>
                </a:ext>
              </a:extLst>
            </p:cNvPr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>
              <a:extLst>
                <a:ext uri="{FF2B5EF4-FFF2-40B4-BE49-F238E27FC236}">
                  <a16:creationId xmlns:a16="http://schemas.microsoft.com/office/drawing/2014/main" id="{18A329CE-68B1-6440-8CA9-106011BB2B62}"/>
                </a:ext>
              </a:extLst>
            </p:cNvPr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>
              <a:extLst>
                <a:ext uri="{FF2B5EF4-FFF2-40B4-BE49-F238E27FC236}">
                  <a16:creationId xmlns:a16="http://schemas.microsoft.com/office/drawing/2014/main" id="{C042D285-1F0A-90C5-D444-EE1EDE95EFBB}"/>
                </a:ext>
              </a:extLst>
            </p:cNvPr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>
              <a:extLst>
                <a:ext uri="{FF2B5EF4-FFF2-40B4-BE49-F238E27FC236}">
                  <a16:creationId xmlns:a16="http://schemas.microsoft.com/office/drawing/2014/main" id="{B25BCE2E-9204-C764-09E7-A35121B22865}"/>
                </a:ext>
              </a:extLst>
            </p:cNvPr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>
              <a:extLst>
                <a:ext uri="{FF2B5EF4-FFF2-40B4-BE49-F238E27FC236}">
                  <a16:creationId xmlns:a16="http://schemas.microsoft.com/office/drawing/2014/main" id="{CC28AAD0-2D2A-4282-8B0A-D1054ABCCB44}"/>
                </a:ext>
              </a:extLst>
            </p:cNvPr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>
              <a:extLst>
                <a:ext uri="{FF2B5EF4-FFF2-40B4-BE49-F238E27FC236}">
                  <a16:creationId xmlns:a16="http://schemas.microsoft.com/office/drawing/2014/main" id="{3DEE14DF-9FD4-02C9-3391-95BC4AE8C956}"/>
                </a:ext>
              </a:extLst>
            </p:cNvPr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>
              <a:extLst>
                <a:ext uri="{FF2B5EF4-FFF2-40B4-BE49-F238E27FC236}">
                  <a16:creationId xmlns:a16="http://schemas.microsoft.com/office/drawing/2014/main" id="{A9322480-3000-20AF-CB2D-5268C0286E85}"/>
                </a:ext>
              </a:extLst>
            </p:cNvPr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>
              <a:extLst>
                <a:ext uri="{FF2B5EF4-FFF2-40B4-BE49-F238E27FC236}">
                  <a16:creationId xmlns:a16="http://schemas.microsoft.com/office/drawing/2014/main" id="{183FDBCD-AF69-1F78-1B7D-6E1B1A8E8A15}"/>
                </a:ext>
              </a:extLst>
            </p:cNvPr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>
              <a:extLst>
                <a:ext uri="{FF2B5EF4-FFF2-40B4-BE49-F238E27FC236}">
                  <a16:creationId xmlns:a16="http://schemas.microsoft.com/office/drawing/2014/main" id="{15665742-6835-32B0-B613-EDB704EAE783}"/>
                </a:ext>
              </a:extLst>
            </p:cNvPr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>
              <a:extLst>
                <a:ext uri="{FF2B5EF4-FFF2-40B4-BE49-F238E27FC236}">
                  <a16:creationId xmlns:a16="http://schemas.microsoft.com/office/drawing/2014/main" id="{BB7AE9C7-F214-7FC8-B2A9-60251571CFDB}"/>
                </a:ext>
              </a:extLst>
            </p:cNvPr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>
              <a:extLst>
                <a:ext uri="{FF2B5EF4-FFF2-40B4-BE49-F238E27FC236}">
                  <a16:creationId xmlns:a16="http://schemas.microsoft.com/office/drawing/2014/main" id="{F393819A-7352-350F-F396-A525E127EBA5}"/>
                </a:ext>
              </a:extLst>
            </p:cNvPr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>
              <a:extLst>
                <a:ext uri="{FF2B5EF4-FFF2-40B4-BE49-F238E27FC236}">
                  <a16:creationId xmlns:a16="http://schemas.microsoft.com/office/drawing/2014/main" id="{92CE4B91-69A6-F46C-DDC7-E6DCC52BE5D3}"/>
                </a:ext>
              </a:extLst>
            </p:cNvPr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>
              <a:extLst>
                <a:ext uri="{FF2B5EF4-FFF2-40B4-BE49-F238E27FC236}">
                  <a16:creationId xmlns:a16="http://schemas.microsoft.com/office/drawing/2014/main" id="{559B7B7F-E95A-DA09-B858-1EEEDB5A5AF4}"/>
                </a:ext>
              </a:extLst>
            </p:cNvPr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>
              <a:extLst>
                <a:ext uri="{FF2B5EF4-FFF2-40B4-BE49-F238E27FC236}">
                  <a16:creationId xmlns:a16="http://schemas.microsoft.com/office/drawing/2014/main" id="{6C0466CB-5576-305E-F140-28FCB1DAB416}"/>
                </a:ext>
              </a:extLst>
            </p:cNvPr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>
              <a:extLst>
                <a:ext uri="{FF2B5EF4-FFF2-40B4-BE49-F238E27FC236}">
                  <a16:creationId xmlns:a16="http://schemas.microsoft.com/office/drawing/2014/main" id="{A9C2D249-65F2-FDD5-36A3-B7F345798C95}"/>
                </a:ext>
              </a:extLst>
            </p:cNvPr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BDB3EAC0-8AA7-FE28-4D21-0AFDAC7D2071}"/>
                </a:ext>
              </a:extLst>
            </p:cNvPr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>
              <a:extLst>
                <a:ext uri="{FF2B5EF4-FFF2-40B4-BE49-F238E27FC236}">
                  <a16:creationId xmlns:a16="http://schemas.microsoft.com/office/drawing/2014/main" id="{62ADABB0-CAF4-F16D-4047-5EC6B0322EFA}"/>
                </a:ext>
              </a:extLst>
            </p:cNvPr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>
              <a:extLst>
                <a:ext uri="{FF2B5EF4-FFF2-40B4-BE49-F238E27FC236}">
                  <a16:creationId xmlns:a16="http://schemas.microsoft.com/office/drawing/2014/main" id="{0185D792-1A8D-E927-5A96-02CA99A3D195}"/>
                </a:ext>
              </a:extLst>
            </p:cNvPr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>
              <a:extLst>
                <a:ext uri="{FF2B5EF4-FFF2-40B4-BE49-F238E27FC236}">
                  <a16:creationId xmlns:a16="http://schemas.microsoft.com/office/drawing/2014/main" id="{EA8C9E7A-E1AB-626C-9B7E-B905CCD41FE4}"/>
                </a:ext>
              </a:extLst>
            </p:cNvPr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>
              <a:extLst>
                <a:ext uri="{FF2B5EF4-FFF2-40B4-BE49-F238E27FC236}">
                  <a16:creationId xmlns:a16="http://schemas.microsoft.com/office/drawing/2014/main" id="{8DD1580F-1228-3396-CD02-4EB7D27A5C4B}"/>
                </a:ext>
              </a:extLst>
            </p:cNvPr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>
              <a:extLst>
                <a:ext uri="{FF2B5EF4-FFF2-40B4-BE49-F238E27FC236}">
                  <a16:creationId xmlns:a16="http://schemas.microsoft.com/office/drawing/2014/main" id="{228FE030-F2D7-180B-1CA9-4851D24F91E7}"/>
                </a:ext>
              </a:extLst>
            </p:cNvPr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>
              <a:extLst>
                <a:ext uri="{FF2B5EF4-FFF2-40B4-BE49-F238E27FC236}">
                  <a16:creationId xmlns:a16="http://schemas.microsoft.com/office/drawing/2014/main" id="{03101DBC-660A-8B18-05EA-09667C655E51}"/>
                </a:ext>
              </a:extLst>
            </p:cNvPr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>
              <a:extLst>
                <a:ext uri="{FF2B5EF4-FFF2-40B4-BE49-F238E27FC236}">
                  <a16:creationId xmlns:a16="http://schemas.microsoft.com/office/drawing/2014/main" id="{34E862CA-5464-2017-791F-E29B118A2D6F}"/>
                </a:ext>
              </a:extLst>
            </p:cNvPr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>
              <a:extLst>
                <a:ext uri="{FF2B5EF4-FFF2-40B4-BE49-F238E27FC236}">
                  <a16:creationId xmlns:a16="http://schemas.microsoft.com/office/drawing/2014/main" id="{CE0C4893-6A4E-957C-F184-7FEBCE7108C7}"/>
                </a:ext>
              </a:extLst>
            </p:cNvPr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>
              <a:extLst>
                <a:ext uri="{FF2B5EF4-FFF2-40B4-BE49-F238E27FC236}">
                  <a16:creationId xmlns:a16="http://schemas.microsoft.com/office/drawing/2014/main" id="{E7E739D7-7A1C-73B5-0C0F-E378723A6752}"/>
                </a:ext>
              </a:extLst>
            </p:cNvPr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>
              <a:extLst>
                <a:ext uri="{FF2B5EF4-FFF2-40B4-BE49-F238E27FC236}">
                  <a16:creationId xmlns:a16="http://schemas.microsoft.com/office/drawing/2014/main" id="{FA52565F-1985-2788-1E63-9C4AFD75F005}"/>
                </a:ext>
              </a:extLst>
            </p:cNvPr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>
              <a:extLst>
                <a:ext uri="{FF2B5EF4-FFF2-40B4-BE49-F238E27FC236}">
                  <a16:creationId xmlns:a16="http://schemas.microsoft.com/office/drawing/2014/main" id="{BB447EC6-B1D4-BD2C-5EB4-43366E5F10C5}"/>
                </a:ext>
              </a:extLst>
            </p:cNvPr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32A0D124-6FDB-95D7-CEB4-E15314D7F4D2}"/>
                </a:ext>
              </a:extLst>
            </p:cNvPr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>
              <a:extLst>
                <a:ext uri="{FF2B5EF4-FFF2-40B4-BE49-F238E27FC236}">
                  <a16:creationId xmlns:a16="http://schemas.microsoft.com/office/drawing/2014/main" id="{38144B9C-36DC-C22B-BCCB-89722A668B85}"/>
                </a:ext>
              </a:extLst>
            </p:cNvPr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>
              <a:extLst>
                <a:ext uri="{FF2B5EF4-FFF2-40B4-BE49-F238E27FC236}">
                  <a16:creationId xmlns:a16="http://schemas.microsoft.com/office/drawing/2014/main" id="{E9C9FDCE-3232-CCCD-6C78-928AEAB82B97}"/>
                </a:ext>
              </a:extLst>
            </p:cNvPr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5FC16609-CDEF-9159-1A06-E8399DBB2807}"/>
                </a:ext>
              </a:extLst>
            </p:cNvPr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A4FE4081-82C5-67FB-9128-E99B8AA2DA9B}"/>
                </a:ext>
              </a:extLst>
            </p:cNvPr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8A971355-73C2-60A0-85FF-FC6567B320E2}"/>
                </a:ext>
              </a:extLst>
            </p:cNvPr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CCB9B5FA-52E6-6D25-F876-50539824A7AB}"/>
                </a:ext>
              </a:extLst>
            </p:cNvPr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58576DAA-20C6-C653-9D2D-A0A0CBF23418}"/>
                </a:ext>
              </a:extLst>
            </p:cNvPr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DA73553C-77B8-11D6-7ABE-76EC007A252D}"/>
                </a:ext>
              </a:extLst>
            </p:cNvPr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CE00A2EC-DFFE-0A0C-8608-C49275277E5B}"/>
                </a:ext>
              </a:extLst>
            </p:cNvPr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83FC36D0-A1AA-31F8-46C6-870F57CEDA45}"/>
                </a:ext>
              </a:extLst>
            </p:cNvPr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C9D2609E-09C6-DA4F-896C-FFFC8B17DC17}"/>
                </a:ext>
              </a:extLst>
            </p:cNvPr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0DB0171B-89BE-5517-6C09-2F9490136D0F}"/>
                </a:ext>
              </a:extLst>
            </p:cNvPr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>
              <a:extLst>
                <a:ext uri="{FF2B5EF4-FFF2-40B4-BE49-F238E27FC236}">
                  <a16:creationId xmlns:a16="http://schemas.microsoft.com/office/drawing/2014/main" id="{C5A3EAF5-7F0A-C8F2-5C6A-4F353D4ED492}"/>
                </a:ext>
              </a:extLst>
            </p:cNvPr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453B1B00-31D1-510C-3147-C428CA7106B3}"/>
                </a:ext>
              </a:extLst>
            </p:cNvPr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F6101DF8-ECFE-6B30-EA7B-43A52C612CCB}"/>
                </a:ext>
              </a:extLst>
            </p:cNvPr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ABFE4B2C-9076-E61A-B393-16CFF80D8F2F}"/>
                </a:ext>
              </a:extLst>
            </p:cNvPr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AF7084F2-3DFB-DFEC-EDD1-34C1316A2FCF}"/>
                </a:ext>
              </a:extLst>
            </p:cNvPr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DD770350-AA8D-C819-00ED-735C9865C06C}"/>
                </a:ext>
              </a:extLst>
            </p:cNvPr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6B0E504E-48AA-E209-E687-40C8B0D5E260}"/>
                </a:ext>
              </a:extLst>
            </p:cNvPr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D8762BC1-1306-B982-616F-477A08F0E5A4}"/>
                </a:ext>
              </a:extLst>
            </p:cNvPr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94AF24D2-A310-AF14-8299-3722B98D9BE1}"/>
                </a:ext>
              </a:extLst>
            </p:cNvPr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37C10D7F-A0EA-5C1B-59CE-DAE6884B11A6}"/>
                </a:ext>
              </a:extLst>
            </p:cNvPr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>
              <a:extLst>
                <a:ext uri="{FF2B5EF4-FFF2-40B4-BE49-F238E27FC236}">
                  <a16:creationId xmlns:a16="http://schemas.microsoft.com/office/drawing/2014/main" id="{B4CD48E9-7C38-CDDE-B80B-2AE14E612CB6}"/>
                </a:ext>
              </a:extLst>
            </p:cNvPr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D3346305-5EDC-BE6E-AB3B-6C62637E2D75}"/>
                </a:ext>
              </a:extLst>
            </p:cNvPr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01E0EB70-AE47-F154-58CA-644C0AD27A0A}"/>
                </a:ext>
              </a:extLst>
            </p:cNvPr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0B2156AC-D361-9A1F-8A55-0E35D25910A0}"/>
                </a:ext>
              </a:extLst>
            </p:cNvPr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7E5225FF-28B5-38C0-BF35-DEF1C81DD5A2}"/>
                </a:ext>
              </a:extLst>
            </p:cNvPr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>
              <a:extLst>
                <a:ext uri="{FF2B5EF4-FFF2-40B4-BE49-F238E27FC236}">
                  <a16:creationId xmlns:a16="http://schemas.microsoft.com/office/drawing/2014/main" id="{4813AE7A-119E-B8F0-16A9-CCE1BDA41FE7}"/>
                </a:ext>
              </a:extLst>
            </p:cNvPr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3F8C80E4-A2EE-7A38-7421-C3F65481956A}"/>
                </a:ext>
              </a:extLst>
            </p:cNvPr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906B4E8D-BACF-9F08-4A34-A4412C8FC2DD}"/>
                </a:ext>
              </a:extLst>
            </p:cNvPr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>
              <a:extLst>
                <a:ext uri="{FF2B5EF4-FFF2-40B4-BE49-F238E27FC236}">
                  <a16:creationId xmlns:a16="http://schemas.microsoft.com/office/drawing/2014/main" id="{CC9DB884-AC12-0447-AD1D-5004189B1245}"/>
                </a:ext>
              </a:extLst>
            </p:cNvPr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D46CCD20-7813-6F63-4BE7-A2A9E4E70E70}"/>
                </a:ext>
              </a:extLst>
            </p:cNvPr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8DCF6AC6-FAB0-5D23-0013-9CAFE98B2566}"/>
                </a:ext>
              </a:extLst>
            </p:cNvPr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>
              <a:extLst>
                <a:ext uri="{FF2B5EF4-FFF2-40B4-BE49-F238E27FC236}">
                  <a16:creationId xmlns:a16="http://schemas.microsoft.com/office/drawing/2014/main" id="{3DC52FE0-ABE7-5736-C3A5-27640B6D095F}"/>
                </a:ext>
              </a:extLst>
            </p:cNvPr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226C1254-6175-A2F9-99F2-6BDF01F17D55}"/>
                </a:ext>
              </a:extLst>
            </p:cNvPr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CC594566-3FD6-C227-B34B-5306B789670A}"/>
                </a:ext>
              </a:extLst>
            </p:cNvPr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>
              <a:extLst>
                <a:ext uri="{FF2B5EF4-FFF2-40B4-BE49-F238E27FC236}">
                  <a16:creationId xmlns:a16="http://schemas.microsoft.com/office/drawing/2014/main" id="{99E09248-8854-0C53-3AFB-86D436DE5E1A}"/>
                </a:ext>
              </a:extLst>
            </p:cNvPr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>
              <a:extLst>
                <a:ext uri="{FF2B5EF4-FFF2-40B4-BE49-F238E27FC236}">
                  <a16:creationId xmlns:a16="http://schemas.microsoft.com/office/drawing/2014/main" id="{02459D39-2FB8-B1CF-A90E-B73A6C75CF59}"/>
                </a:ext>
              </a:extLst>
            </p:cNvPr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>
              <a:extLst>
                <a:ext uri="{FF2B5EF4-FFF2-40B4-BE49-F238E27FC236}">
                  <a16:creationId xmlns:a16="http://schemas.microsoft.com/office/drawing/2014/main" id="{90D8767A-78C5-01EE-93A8-577050ED0856}"/>
                </a:ext>
              </a:extLst>
            </p:cNvPr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>
              <a:extLst>
                <a:ext uri="{FF2B5EF4-FFF2-40B4-BE49-F238E27FC236}">
                  <a16:creationId xmlns:a16="http://schemas.microsoft.com/office/drawing/2014/main" id="{5F1EDC59-843C-11CF-DCC7-CC1C3B01B55E}"/>
                </a:ext>
              </a:extLst>
            </p:cNvPr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>
              <a:extLst>
                <a:ext uri="{FF2B5EF4-FFF2-40B4-BE49-F238E27FC236}">
                  <a16:creationId xmlns:a16="http://schemas.microsoft.com/office/drawing/2014/main" id="{11854015-6874-4E61-58E7-04E928EB8B09}"/>
                </a:ext>
              </a:extLst>
            </p:cNvPr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>
              <a:extLst>
                <a:ext uri="{FF2B5EF4-FFF2-40B4-BE49-F238E27FC236}">
                  <a16:creationId xmlns:a16="http://schemas.microsoft.com/office/drawing/2014/main" id="{BF166B87-165D-A629-C703-F7F5A66FED7F}"/>
                </a:ext>
              </a:extLst>
            </p:cNvPr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>
              <a:extLst>
                <a:ext uri="{FF2B5EF4-FFF2-40B4-BE49-F238E27FC236}">
                  <a16:creationId xmlns:a16="http://schemas.microsoft.com/office/drawing/2014/main" id="{0D29F13A-8BFE-2F77-20FF-0A67F71C6946}"/>
                </a:ext>
              </a:extLst>
            </p:cNvPr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>
              <a:extLst>
                <a:ext uri="{FF2B5EF4-FFF2-40B4-BE49-F238E27FC236}">
                  <a16:creationId xmlns:a16="http://schemas.microsoft.com/office/drawing/2014/main" id="{5EB2DEBD-3FEC-FB27-4CAD-6F0F11292658}"/>
                </a:ext>
              </a:extLst>
            </p:cNvPr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>
              <a:extLst>
                <a:ext uri="{FF2B5EF4-FFF2-40B4-BE49-F238E27FC236}">
                  <a16:creationId xmlns:a16="http://schemas.microsoft.com/office/drawing/2014/main" id="{532F42CD-E14D-4D3D-88C7-1FD916F083D8}"/>
                </a:ext>
              </a:extLst>
            </p:cNvPr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>
              <a:extLst>
                <a:ext uri="{FF2B5EF4-FFF2-40B4-BE49-F238E27FC236}">
                  <a16:creationId xmlns:a16="http://schemas.microsoft.com/office/drawing/2014/main" id="{899E20EC-8BAF-BEEE-E89F-D891D1229A31}"/>
                </a:ext>
              </a:extLst>
            </p:cNvPr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>
              <a:extLst>
                <a:ext uri="{FF2B5EF4-FFF2-40B4-BE49-F238E27FC236}">
                  <a16:creationId xmlns:a16="http://schemas.microsoft.com/office/drawing/2014/main" id="{B428D016-6D6D-CC8A-17B1-26B1541D8784}"/>
                </a:ext>
              </a:extLst>
            </p:cNvPr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>
              <a:extLst>
                <a:ext uri="{FF2B5EF4-FFF2-40B4-BE49-F238E27FC236}">
                  <a16:creationId xmlns:a16="http://schemas.microsoft.com/office/drawing/2014/main" id="{10E62186-CA72-A2D1-FB11-A8C69E7EF4C6}"/>
                </a:ext>
              </a:extLst>
            </p:cNvPr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>
              <a:extLst>
                <a:ext uri="{FF2B5EF4-FFF2-40B4-BE49-F238E27FC236}">
                  <a16:creationId xmlns:a16="http://schemas.microsoft.com/office/drawing/2014/main" id="{9CCDBFE2-45AF-5F6E-B0F4-024793A2D6A1}"/>
                </a:ext>
              </a:extLst>
            </p:cNvPr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E4FAECE3-F3DA-B36A-B56D-9F58CA95530F}"/>
                </a:ext>
              </a:extLst>
            </p:cNvPr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CDF9E889-5FE0-B109-D24F-DBD1C1D1ED54}"/>
                </a:ext>
              </a:extLst>
            </p:cNvPr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087090F0-2B89-6EF6-E0CB-A5DC81B256A1}"/>
                </a:ext>
              </a:extLst>
            </p:cNvPr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B4F5A3EB-2802-AC99-B674-31A78296216A}"/>
                </a:ext>
              </a:extLst>
            </p:cNvPr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F191ACA9-7EC3-D552-13B3-862D2B20CA3A}"/>
                </a:ext>
              </a:extLst>
            </p:cNvPr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054F4CBF-FEA4-E078-3808-E0DD9C27D9B3}"/>
                </a:ext>
              </a:extLst>
            </p:cNvPr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A6E607DD-FC88-255B-64D6-BCEDCA023D24}"/>
                </a:ext>
              </a:extLst>
            </p:cNvPr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F16292AD-66EE-6A08-B624-11D1070A5F5A}"/>
                </a:ext>
              </a:extLst>
            </p:cNvPr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CE83C719-7213-AA28-0065-D2691B49E5DC}"/>
                </a:ext>
              </a:extLst>
            </p:cNvPr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B18AD7F1-D560-C169-03D9-082EC864172A}"/>
                </a:ext>
              </a:extLst>
            </p:cNvPr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71ADBB3A-8745-41CA-6498-9CC84B34FAF5}"/>
                </a:ext>
              </a:extLst>
            </p:cNvPr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BE99714D-79CA-F7A0-6063-559A4B4FC44C}"/>
                </a:ext>
              </a:extLst>
            </p:cNvPr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FE45996D-FCEF-2F99-F04D-457118680396}"/>
                </a:ext>
              </a:extLst>
            </p:cNvPr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094811CB-28CB-3F17-C7FB-066016EE996A}"/>
                </a:ext>
              </a:extLst>
            </p:cNvPr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0FD4074D-9DAE-1CA9-21DC-286A3C180820}"/>
                </a:ext>
              </a:extLst>
            </p:cNvPr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4670C355-EAAD-93A6-61CC-0C97F06467A4}"/>
                </a:ext>
              </a:extLst>
            </p:cNvPr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B1B7E035-9A3A-E0B0-B6EE-3570B0CA2126}"/>
                </a:ext>
              </a:extLst>
            </p:cNvPr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69C17635-E386-68BF-A0B4-F41A66C568C0}"/>
                </a:ext>
              </a:extLst>
            </p:cNvPr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7460B2EA-029C-52A5-5730-CD9496F8C938}"/>
                </a:ext>
              </a:extLst>
            </p:cNvPr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93A2AE5C-FD0E-21B4-0F9A-B80BE623F5F7}"/>
                </a:ext>
              </a:extLst>
            </p:cNvPr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467333F8-2BA1-22C0-2E01-38B076DFAA61}"/>
                </a:ext>
              </a:extLst>
            </p:cNvPr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74A13A3A-8144-1A0E-814B-424DCAA5D2B5}"/>
                </a:ext>
              </a:extLst>
            </p:cNvPr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A13E01E1-94C8-58A3-25D8-92B93B07EB70}"/>
                </a:ext>
              </a:extLst>
            </p:cNvPr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1960DB09-707D-9791-6D1E-C31DB63F2C39}"/>
                </a:ext>
              </a:extLst>
            </p:cNvPr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83465777-E90B-46C1-9531-83A5AE318373}"/>
                </a:ext>
              </a:extLst>
            </p:cNvPr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1288F60E-FD8A-EBC3-ACD5-9A24DECA1F6D}"/>
                </a:ext>
              </a:extLst>
            </p:cNvPr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7C4FB108-7A19-E5ED-C923-9C6FC2A605BD}"/>
                </a:ext>
              </a:extLst>
            </p:cNvPr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801731AB-A6DE-087D-5220-74D14DEE6CE3}"/>
                </a:ext>
              </a:extLst>
            </p:cNvPr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5D4026A6-6A2D-4AA5-27F2-54EF4E6832CB}"/>
              </a:ext>
            </a:extLst>
          </p:cNvPr>
          <p:cNvSpPr/>
          <p:nvPr/>
        </p:nvSpPr>
        <p:spPr>
          <a:xfrm>
            <a:off x="2100075" y="1429050"/>
            <a:ext cx="2856600" cy="804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AB58EE47-03AE-4205-F644-D27AA4530EF3}"/>
              </a:ext>
            </a:extLst>
          </p:cNvPr>
          <p:cNvSpPr/>
          <p:nvPr/>
        </p:nvSpPr>
        <p:spPr>
          <a:xfrm>
            <a:off x="2138186" y="1497300"/>
            <a:ext cx="2780400" cy="668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2D947AB5-0803-3711-B12B-292CB195ABF8}"/>
              </a:ext>
            </a:extLst>
          </p:cNvPr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4CA5FA33-10C2-4F1E-381F-5552CD70CA4C}"/>
              </a:ext>
            </a:extLst>
          </p:cNvPr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ADC012FD-44CD-6AF3-7486-3A7D47E09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0024" y="540075"/>
            <a:ext cx="6868973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/>
              <a:t>Base de Datos Documental</a:t>
            </a:r>
            <a:br>
              <a:rPr lang="es-ES" sz="4000"/>
            </a:br>
            <a:endParaRPr sz="4000"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A32C52AC-9436-32E4-9F21-A4AD652033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1073725"/>
            <a:ext cx="12900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04</a:t>
            </a:r>
            <a:endParaRPr/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06A4B7FD-240A-0783-8EB0-4721246F7A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20025" y="1591933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b="1" err="1">
                <a:solidFill>
                  <a:schemeClr val="lt1"/>
                </a:solidFill>
              </a:rPr>
              <a:t>BaseX</a:t>
            </a:r>
            <a:r>
              <a:rPr lang="es-ES" b="1">
                <a:solidFill>
                  <a:schemeClr val="lt1"/>
                </a:solidFill>
              </a:rPr>
              <a:t> y Resultados.</a:t>
            </a:r>
          </a:p>
        </p:txBody>
      </p:sp>
      <p:sp>
        <p:nvSpPr>
          <p:cNvPr id="753" name="Google Shape;753;p35">
            <a:extLst>
              <a:ext uri="{FF2B5EF4-FFF2-40B4-BE49-F238E27FC236}">
                <a16:creationId xmlns:a16="http://schemas.microsoft.com/office/drawing/2014/main" id="{2F6B2949-306D-DBEE-20CB-A3DC8F7E065C}"/>
              </a:ext>
            </a:extLst>
          </p:cNvPr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>
            <a:extLst>
              <a:ext uri="{FF2B5EF4-FFF2-40B4-BE49-F238E27FC236}">
                <a16:creationId xmlns:a16="http://schemas.microsoft.com/office/drawing/2014/main" id="{264473F8-B905-96E2-2600-946BD45A9EE2}"/>
              </a:ext>
            </a:extLst>
          </p:cNvPr>
          <p:cNvSpPr/>
          <p:nvPr/>
        </p:nvSpPr>
        <p:spPr>
          <a:xfrm flipH="1">
            <a:off x="8552171" y="-716596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D992FB7-9956-0458-F5AD-9FB1AFB3B6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33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7C8E64-D5D9-4A9F-3067-DFF7A9FAF4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12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F0B3811-3AFD-6CC2-0CA8-17E659153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00" y="-2531"/>
            <a:ext cx="6700944" cy="505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29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A0A0-85C6-B67D-5BB5-329F039F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8BFB6-B6D2-B3B5-29CF-FFAB0E96D0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56938" y="483593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13</a:t>
            </a:fld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4DA3F8-CC09-7716-C403-2675B3E6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83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96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6BFED1E2-EEDA-AD19-B085-FED4BAE7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>
            <a:extLst>
              <a:ext uri="{FF2B5EF4-FFF2-40B4-BE49-F238E27FC236}">
                <a16:creationId xmlns:a16="http://schemas.microsoft.com/office/drawing/2014/main" id="{181E5C49-856E-51F7-44CD-1E2C8F9C78E3}"/>
              </a:ext>
            </a:extLst>
          </p:cNvPr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>
              <a:extLst>
                <a:ext uri="{FF2B5EF4-FFF2-40B4-BE49-F238E27FC236}">
                  <a16:creationId xmlns:a16="http://schemas.microsoft.com/office/drawing/2014/main" id="{9537D0F3-BC2C-2DB9-A916-A02C2EBCB729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>
              <a:extLst>
                <a:ext uri="{FF2B5EF4-FFF2-40B4-BE49-F238E27FC236}">
                  <a16:creationId xmlns:a16="http://schemas.microsoft.com/office/drawing/2014/main" id="{ED0FE1C3-3A6F-4A44-02B5-9026F853E078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>
              <a:extLst>
                <a:ext uri="{FF2B5EF4-FFF2-40B4-BE49-F238E27FC236}">
                  <a16:creationId xmlns:a16="http://schemas.microsoft.com/office/drawing/2014/main" id="{481066D4-A582-176D-AB47-00EF9BB89074}"/>
                </a:ext>
              </a:extLst>
            </p:cNvPr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>
              <a:extLst>
                <a:ext uri="{FF2B5EF4-FFF2-40B4-BE49-F238E27FC236}">
                  <a16:creationId xmlns:a16="http://schemas.microsoft.com/office/drawing/2014/main" id="{3092C3AF-886B-30BD-86A0-BD591F349DFE}"/>
                </a:ext>
              </a:extLst>
            </p:cNvPr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>
              <a:extLst>
                <a:ext uri="{FF2B5EF4-FFF2-40B4-BE49-F238E27FC236}">
                  <a16:creationId xmlns:a16="http://schemas.microsoft.com/office/drawing/2014/main" id="{F184F202-43CD-DC38-80C8-885E084AE7CE}"/>
                </a:ext>
              </a:extLst>
            </p:cNvPr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>
              <a:extLst>
                <a:ext uri="{FF2B5EF4-FFF2-40B4-BE49-F238E27FC236}">
                  <a16:creationId xmlns:a16="http://schemas.microsoft.com/office/drawing/2014/main" id="{D8CE0C81-2ED8-7F4F-9AC2-A76E0A9D2DCA}"/>
                </a:ext>
              </a:extLst>
            </p:cNvPr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>
              <a:extLst>
                <a:ext uri="{FF2B5EF4-FFF2-40B4-BE49-F238E27FC236}">
                  <a16:creationId xmlns:a16="http://schemas.microsoft.com/office/drawing/2014/main" id="{508943BE-A331-3D69-F2C3-2F4281F13732}"/>
                </a:ext>
              </a:extLst>
            </p:cNvPr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>
              <a:extLst>
                <a:ext uri="{FF2B5EF4-FFF2-40B4-BE49-F238E27FC236}">
                  <a16:creationId xmlns:a16="http://schemas.microsoft.com/office/drawing/2014/main" id="{544A4C82-2E65-E031-5820-30BF988ADF5A}"/>
                </a:ext>
              </a:extLst>
            </p:cNvPr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>
              <a:extLst>
                <a:ext uri="{FF2B5EF4-FFF2-40B4-BE49-F238E27FC236}">
                  <a16:creationId xmlns:a16="http://schemas.microsoft.com/office/drawing/2014/main" id="{EB0CB2D6-D4AD-E086-3D05-7926A1754C3C}"/>
                </a:ext>
              </a:extLst>
            </p:cNvPr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>
              <a:extLst>
                <a:ext uri="{FF2B5EF4-FFF2-40B4-BE49-F238E27FC236}">
                  <a16:creationId xmlns:a16="http://schemas.microsoft.com/office/drawing/2014/main" id="{3BDD1589-7108-4310-F92B-418F9957F0CF}"/>
                </a:ext>
              </a:extLst>
            </p:cNvPr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>
              <a:extLst>
                <a:ext uri="{FF2B5EF4-FFF2-40B4-BE49-F238E27FC236}">
                  <a16:creationId xmlns:a16="http://schemas.microsoft.com/office/drawing/2014/main" id="{16A70507-BF1E-9A04-22F7-9EA99922D5A3}"/>
                </a:ext>
              </a:extLst>
            </p:cNvPr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>
              <a:extLst>
                <a:ext uri="{FF2B5EF4-FFF2-40B4-BE49-F238E27FC236}">
                  <a16:creationId xmlns:a16="http://schemas.microsoft.com/office/drawing/2014/main" id="{29BA917F-1CFF-069D-6C0C-4AF93FE554A9}"/>
                </a:ext>
              </a:extLst>
            </p:cNvPr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>
              <a:extLst>
                <a:ext uri="{FF2B5EF4-FFF2-40B4-BE49-F238E27FC236}">
                  <a16:creationId xmlns:a16="http://schemas.microsoft.com/office/drawing/2014/main" id="{37FBD23E-08EE-BC25-BCD0-68C682575A68}"/>
                </a:ext>
              </a:extLst>
            </p:cNvPr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>
              <a:extLst>
                <a:ext uri="{FF2B5EF4-FFF2-40B4-BE49-F238E27FC236}">
                  <a16:creationId xmlns:a16="http://schemas.microsoft.com/office/drawing/2014/main" id="{6FCDB487-93B5-832A-B33A-6483870BCF5B}"/>
                </a:ext>
              </a:extLst>
            </p:cNvPr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>
              <a:extLst>
                <a:ext uri="{FF2B5EF4-FFF2-40B4-BE49-F238E27FC236}">
                  <a16:creationId xmlns:a16="http://schemas.microsoft.com/office/drawing/2014/main" id="{407EDB99-F6D5-D7B0-7D15-85F5B9F0FB8D}"/>
                </a:ext>
              </a:extLst>
            </p:cNvPr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>
              <a:extLst>
                <a:ext uri="{FF2B5EF4-FFF2-40B4-BE49-F238E27FC236}">
                  <a16:creationId xmlns:a16="http://schemas.microsoft.com/office/drawing/2014/main" id="{DE917323-7842-5F53-EBF1-EB3D2BC4697C}"/>
                </a:ext>
              </a:extLst>
            </p:cNvPr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>
              <a:extLst>
                <a:ext uri="{FF2B5EF4-FFF2-40B4-BE49-F238E27FC236}">
                  <a16:creationId xmlns:a16="http://schemas.microsoft.com/office/drawing/2014/main" id="{CA096107-4D82-2E0D-4F2C-0CA5D4BCC6B1}"/>
                </a:ext>
              </a:extLst>
            </p:cNvPr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>
              <a:extLst>
                <a:ext uri="{FF2B5EF4-FFF2-40B4-BE49-F238E27FC236}">
                  <a16:creationId xmlns:a16="http://schemas.microsoft.com/office/drawing/2014/main" id="{7A8ECB95-62D9-45F2-9660-301785FB79B1}"/>
                </a:ext>
              </a:extLst>
            </p:cNvPr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>
              <a:extLst>
                <a:ext uri="{FF2B5EF4-FFF2-40B4-BE49-F238E27FC236}">
                  <a16:creationId xmlns:a16="http://schemas.microsoft.com/office/drawing/2014/main" id="{E06AF944-5499-9319-362E-708F22ED2BBE}"/>
                </a:ext>
              </a:extLst>
            </p:cNvPr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>
              <a:extLst>
                <a:ext uri="{FF2B5EF4-FFF2-40B4-BE49-F238E27FC236}">
                  <a16:creationId xmlns:a16="http://schemas.microsoft.com/office/drawing/2014/main" id="{E5AC4A67-2D91-BCDC-695B-13BA1E3A8213}"/>
                </a:ext>
              </a:extLst>
            </p:cNvPr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>
              <a:extLst>
                <a:ext uri="{FF2B5EF4-FFF2-40B4-BE49-F238E27FC236}">
                  <a16:creationId xmlns:a16="http://schemas.microsoft.com/office/drawing/2014/main" id="{817A97B0-80C7-041F-01CA-3A32571D001E}"/>
                </a:ext>
              </a:extLst>
            </p:cNvPr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>
              <a:extLst>
                <a:ext uri="{FF2B5EF4-FFF2-40B4-BE49-F238E27FC236}">
                  <a16:creationId xmlns:a16="http://schemas.microsoft.com/office/drawing/2014/main" id="{1584282D-76F9-E1D0-CEED-5242586E79C3}"/>
                </a:ext>
              </a:extLst>
            </p:cNvPr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>
              <a:extLst>
                <a:ext uri="{FF2B5EF4-FFF2-40B4-BE49-F238E27FC236}">
                  <a16:creationId xmlns:a16="http://schemas.microsoft.com/office/drawing/2014/main" id="{D44D7C94-6599-30E6-7E78-7950B7BB7294}"/>
                </a:ext>
              </a:extLst>
            </p:cNvPr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>
              <a:extLst>
                <a:ext uri="{FF2B5EF4-FFF2-40B4-BE49-F238E27FC236}">
                  <a16:creationId xmlns:a16="http://schemas.microsoft.com/office/drawing/2014/main" id="{BA83CC08-5407-4EBD-6F49-52316C2CD76D}"/>
                </a:ext>
              </a:extLst>
            </p:cNvPr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>
              <a:extLst>
                <a:ext uri="{FF2B5EF4-FFF2-40B4-BE49-F238E27FC236}">
                  <a16:creationId xmlns:a16="http://schemas.microsoft.com/office/drawing/2014/main" id="{61700E51-3821-3EB8-6B31-986E533DCC71}"/>
                </a:ext>
              </a:extLst>
            </p:cNvPr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>
              <a:extLst>
                <a:ext uri="{FF2B5EF4-FFF2-40B4-BE49-F238E27FC236}">
                  <a16:creationId xmlns:a16="http://schemas.microsoft.com/office/drawing/2014/main" id="{963C9F7C-7C6F-37A8-81C2-3DB12DDA9D2E}"/>
                </a:ext>
              </a:extLst>
            </p:cNvPr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>
              <a:extLst>
                <a:ext uri="{FF2B5EF4-FFF2-40B4-BE49-F238E27FC236}">
                  <a16:creationId xmlns:a16="http://schemas.microsoft.com/office/drawing/2014/main" id="{3F9E4BBF-32A8-51F5-A70C-62F266C39ED1}"/>
                </a:ext>
              </a:extLst>
            </p:cNvPr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>
              <a:extLst>
                <a:ext uri="{FF2B5EF4-FFF2-40B4-BE49-F238E27FC236}">
                  <a16:creationId xmlns:a16="http://schemas.microsoft.com/office/drawing/2014/main" id="{9F9A5B96-30CA-FBB8-9132-6668F07101E0}"/>
                </a:ext>
              </a:extLst>
            </p:cNvPr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>
              <a:extLst>
                <a:ext uri="{FF2B5EF4-FFF2-40B4-BE49-F238E27FC236}">
                  <a16:creationId xmlns:a16="http://schemas.microsoft.com/office/drawing/2014/main" id="{01AF5302-1339-92B1-33F6-14AB81C96E6C}"/>
                </a:ext>
              </a:extLst>
            </p:cNvPr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>
              <a:extLst>
                <a:ext uri="{FF2B5EF4-FFF2-40B4-BE49-F238E27FC236}">
                  <a16:creationId xmlns:a16="http://schemas.microsoft.com/office/drawing/2014/main" id="{59CFE2E1-1BF8-C568-86CF-7A15219DED6A}"/>
                </a:ext>
              </a:extLst>
            </p:cNvPr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>
              <a:extLst>
                <a:ext uri="{FF2B5EF4-FFF2-40B4-BE49-F238E27FC236}">
                  <a16:creationId xmlns:a16="http://schemas.microsoft.com/office/drawing/2014/main" id="{76534957-524D-D4D8-BEC7-350BDF351584}"/>
                </a:ext>
              </a:extLst>
            </p:cNvPr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>
              <a:extLst>
                <a:ext uri="{FF2B5EF4-FFF2-40B4-BE49-F238E27FC236}">
                  <a16:creationId xmlns:a16="http://schemas.microsoft.com/office/drawing/2014/main" id="{BCBFD5DE-9283-CD8C-859C-A0786EE51F29}"/>
                </a:ext>
              </a:extLst>
            </p:cNvPr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>
              <a:extLst>
                <a:ext uri="{FF2B5EF4-FFF2-40B4-BE49-F238E27FC236}">
                  <a16:creationId xmlns:a16="http://schemas.microsoft.com/office/drawing/2014/main" id="{72818CF7-A814-7920-89BB-BD4AC4BCE32F}"/>
                </a:ext>
              </a:extLst>
            </p:cNvPr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>
              <a:extLst>
                <a:ext uri="{FF2B5EF4-FFF2-40B4-BE49-F238E27FC236}">
                  <a16:creationId xmlns:a16="http://schemas.microsoft.com/office/drawing/2014/main" id="{4005207C-5FD1-E608-F55D-4574ED0B4D0B}"/>
                </a:ext>
              </a:extLst>
            </p:cNvPr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>
              <a:extLst>
                <a:ext uri="{FF2B5EF4-FFF2-40B4-BE49-F238E27FC236}">
                  <a16:creationId xmlns:a16="http://schemas.microsoft.com/office/drawing/2014/main" id="{2622D2BE-01E0-5839-0C32-2F9E0E353BDE}"/>
                </a:ext>
              </a:extLst>
            </p:cNvPr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>
              <a:extLst>
                <a:ext uri="{FF2B5EF4-FFF2-40B4-BE49-F238E27FC236}">
                  <a16:creationId xmlns:a16="http://schemas.microsoft.com/office/drawing/2014/main" id="{C18BC74E-8332-DAEF-C7A3-7EDFA22EBEA8}"/>
                </a:ext>
              </a:extLst>
            </p:cNvPr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>
              <a:extLst>
                <a:ext uri="{FF2B5EF4-FFF2-40B4-BE49-F238E27FC236}">
                  <a16:creationId xmlns:a16="http://schemas.microsoft.com/office/drawing/2014/main" id="{710B5102-FA29-1582-6062-A451F2E178CD}"/>
                </a:ext>
              </a:extLst>
            </p:cNvPr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>
              <a:extLst>
                <a:ext uri="{FF2B5EF4-FFF2-40B4-BE49-F238E27FC236}">
                  <a16:creationId xmlns:a16="http://schemas.microsoft.com/office/drawing/2014/main" id="{9AA18AE3-9C69-AB66-7223-96DDE9F3C08C}"/>
                </a:ext>
              </a:extLst>
            </p:cNvPr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>
              <a:extLst>
                <a:ext uri="{FF2B5EF4-FFF2-40B4-BE49-F238E27FC236}">
                  <a16:creationId xmlns:a16="http://schemas.microsoft.com/office/drawing/2014/main" id="{01E4ADCA-3EA8-10F2-6290-A39B7FE5A992}"/>
                </a:ext>
              </a:extLst>
            </p:cNvPr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>
              <a:extLst>
                <a:ext uri="{FF2B5EF4-FFF2-40B4-BE49-F238E27FC236}">
                  <a16:creationId xmlns:a16="http://schemas.microsoft.com/office/drawing/2014/main" id="{03F8E1BE-0F21-422F-239C-64E82C9F600A}"/>
                </a:ext>
              </a:extLst>
            </p:cNvPr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>
              <a:extLst>
                <a:ext uri="{FF2B5EF4-FFF2-40B4-BE49-F238E27FC236}">
                  <a16:creationId xmlns:a16="http://schemas.microsoft.com/office/drawing/2014/main" id="{744D5EFA-3F44-18B0-0F9D-5AEEDD5AD4CE}"/>
                </a:ext>
              </a:extLst>
            </p:cNvPr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>
              <a:extLst>
                <a:ext uri="{FF2B5EF4-FFF2-40B4-BE49-F238E27FC236}">
                  <a16:creationId xmlns:a16="http://schemas.microsoft.com/office/drawing/2014/main" id="{DFBAAA20-CA1F-A911-4E41-134A6C42B27E}"/>
                </a:ext>
              </a:extLst>
            </p:cNvPr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>
              <a:extLst>
                <a:ext uri="{FF2B5EF4-FFF2-40B4-BE49-F238E27FC236}">
                  <a16:creationId xmlns:a16="http://schemas.microsoft.com/office/drawing/2014/main" id="{807EFEAA-38B6-E07C-9FD3-AC8CAB1CDEA0}"/>
                </a:ext>
              </a:extLst>
            </p:cNvPr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>
              <a:extLst>
                <a:ext uri="{FF2B5EF4-FFF2-40B4-BE49-F238E27FC236}">
                  <a16:creationId xmlns:a16="http://schemas.microsoft.com/office/drawing/2014/main" id="{1858A77C-4193-953A-94D9-B4954244D9F0}"/>
                </a:ext>
              </a:extLst>
            </p:cNvPr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>
              <a:extLst>
                <a:ext uri="{FF2B5EF4-FFF2-40B4-BE49-F238E27FC236}">
                  <a16:creationId xmlns:a16="http://schemas.microsoft.com/office/drawing/2014/main" id="{45876EA1-802F-C160-9241-8A9E32393CDC}"/>
                </a:ext>
              </a:extLst>
            </p:cNvPr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>
              <a:extLst>
                <a:ext uri="{FF2B5EF4-FFF2-40B4-BE49-F238E27FC236}">
                  <a16:creationId xmlns:a16="http://schemas.microsoft.com/office/drawing/2014/main" id="{8843A680-16A4-E9D7-2CC5-9A13C178DAAE}"/>
                </a:ext>
              </a:extLst>
            </p:cNvPr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>
              <a:extLst>
                <a:ext uri="{FF2B5EF4-FFF2-40B4-BE49-F238E27FC236}">
                  <a16:creationId xmlns:a16="http://schemas.microsoft.com/office/drawing/2014/main" id="{6F0534BB-A99B-2898-4F0F-E955719C6D20}"/>
                </a:ext>
              </a:extLst>
            </p:cNvPr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>
              <a:extLst>
                <a:ext uri="{FF2B5EF4-FFF2-40B4-BE49-F238E27FC236}">
                  <a16:creationId xmlns:a16="http://schemas.microsoft.com/office/drawing/2014/main" id="{CB6E01D4-9E87-1632-D6F5-2F10E16EFBB3}"/>
                </a:ext>
              </a:extLst>
            </p:cNvPr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>
              <a:extLst>
                <a:ext uri="{FF2B5EF4-FFF2-40B4-BE49-F238E27FC236}">
                  <a16:creationId xmlns:a16="http://schemas.microsoft.com/office/drawing/2014/main" id="{6A63B1FC-B86F-3837-355D-A4F71F1298FA}"/>
                </a:ext>
              </a:extLst>
            </p:cNvPr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>
              <a:extLst>
                <a:ext uri="{FF2B5EF4-FFF2-40B4-BE49-F238E27FC236}">
                  <a16:creationId xmlns:a16="http://schemas.microsoft.com/office/drawing/2014/main" id="{6552BE67-CCCE-27C4-42F6-63C70BBFA78F}"/>
                </a:ext>
              </a:extLst>
            </p:cNvPr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>
              <a:extLst>
                <a:ext uri="{FF2B5EF4-FFF2-40B4-BE49-F238E27FC236}">
                  <a16:creationId xmlns:a16="http://schemas.microsoft.com/office/drawing/2014/main" id="{D384D28D-2DB2-CCA9-0CE6-C36CDF0E1BD2}"/>
                </a:ext>
              </a:extLst>
            </p:cNvPr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>
              <a:extLst>
                <a:ext uri="{FF2B5EF4-FFF2-40B4-BE49-F238E27FC236}">
                  <a16:creationId xmlns:a16="http://schemas.microsoft.com/office/drawing/2014/main" id="{8FC31518-BD25-4450-64FA-9FC619888530}"/>
                </a:ext>
              </a:extLst>
            </p:cNvPr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>
              <a:extLst>
                <a:ext uri="{FF2B5EF4-FFF2-40B4-BE49-F238E27FC236}">
                  <a16:creationId xmlns:a16="http://schemas.microsoft.com/office/drawing/2014/main" id="{9B31C3BD-3239-32B1-B4ED-CD96B228401A}"/>
                </a:ext>
              </a:extLst>
            </p:cNvPr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>
              <a:extLst>
                <a:ext uri="{FF2B5EF4-FFF2-40B4-BE49-F238E27FC236}">
                  <a16:creationId xmlns:a16="http://schemas.microsoft.com/office/drawing/2014/main" id="{9F72FAD6-9D6D-BAD0-7E80-D5E40CE79C10}"/>
                </a:ext>
              </a:extLst>
            </p:cNvPr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>
              <a:extLst>
                <a:ext uri="{FF2B5EF4-FFF2-40B4-BE49-F238E27FC236}">
                  <a16:creationId xmlns:a16="http://schemas.microsoft.com/office/drawing/2014/main" id="{E289911F-3B6F-7AC2-521C-011D7612252E}"/>
                </a:ext>
              </a:extLst>
            </p:cNvPr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>
              <a:extLst>
                <a:ext uri="{FF2B5EF4-FFF2-40B4-BE49-F238E27FC236}">
                  <a16:creationId xmlns:a16="http://schemas.microsoft.com/office/drawing/2014/main" id="{E18CAE86-8679-1E8A-9279-BD3E1801B520}"/>
                </a:ext>
              </a:extLst>
            </p:cNvPr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>
              <a:extLst>
                <a:ext uri="{FF2B5EF4-FFF2-40B4-BE49-F238E27FC236}">
                  <a16:creationId xmlns:a16="http://schemas.microsoft.com/office/drawing/2014/main" id="{56521E18-FE7E-0211-6492-33A3CAB061B2}"/>
                </a:ext>
              </a:extLst>
            </p:cNvPr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>
              <a:extLst>
                <a:ext uri="{FF2B5EF4-FFF2-40B4-BE49-F238E27FC236}">
                  <a16:creationId xmlns:a16="http://schemas.microsoft.com/office/drawing/2014/main" id="{21ECF0DE-DAC8-FDC4-61D3-621C08FBBA8E}"/>
                </a:ext>
              </a:extLst>
            </p:cNvPr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>
              <a:extLst>
                <a:ext uri="{FF2B5EF4-FFF2-40B4-BE49-F238E27FC236}">
                  <a16:creationId xmlns:a16="http://schemas.microsoft.com/office/drawing/2014/main" id="{1D60953B-F47B-55C1-569E-9B51AE74BD3E}"/>
                </a:ext>
              </a:extLst>
            </p:cNvPr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>
              <a:extLst>
                <a:ext uri="{FF2B5EF4-FFF2-40B4-BE49-F238E27FC236}">
                  <a16:creationId xmlns:a16="http://schemas.microsoft.com/office/drawing/2014/main" id="{F506BC51-02EA-67B8-6D2F-33C786589770}"/>
                </a:ext>
              </a:extLst>
            </p:cNvPr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>
              <a:extLst>
                <a:ext uri="{FF2B5EF4-FFF2-40B4-BE49-F238E27FC236}">
                  <a16:creationId xmlns:a16="http://schemas.microsoft.com/office/drawing/2014/main" id="{FC168566-3851-2C25-77C6-485ACABD3A5B}"/>
                </a:ext>
              </a:extLst>
            </p:cNvPr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>
              <a:extLst>
                <a:ext uri="{FF2B5EF4-FFF2-40B4-BE49-F238E27FC236}">
                  <a16:creationId xmlns:a16="http://schemas.microsoft.com/office/drawing/2014/main" id="{EF91AD88-C4C4-2F32-8498-A43693E5C003}"/>
                </a:ext>
              </a:extLst>
            </p:cNvPr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>
              <a:extLst>
                <a:ext uri="{FF2B5EF4-FFF2-40B4-BE49-F238E27FC236}">
                  <a16:creationId xmlns:a16="http://schemas.microsoft.com/office/drawing/2014/main" id="{A594450E-28BA-95CD-4F0E-106E81A93447}"/>
                </a:ext>
              </a:extLst>
            </p:cNvPr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25B49203-F541-6C85-626F-72F66303B944}"/>
                </a:ext>
              </a:extLst>
            </p:cNvPr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>
              <a:extLst>
                <a:ext uri="{FF2B5EF4-FFF2-40B4-BE49-F238E27FC236}">
                  <a16:creationId xmlns:a16="http://schemas.microsoft.com/office/drawing/2014/main" id="{E0053C63-0EB4-0CE0-DA06-741493431247}"/>
                </a:ext>
              </a:extLst>
            </p:cNvPr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>
              <a:extLst>
                <a:ext uri="{FF2B5EF4-FFF2-40B4-BE49-F238E27FC236}">
                  <a16:creationId xmlns:a16="http://schemas.microsoft.com/office/drawing/2014/main" id="{E072CD75-07FA-227E-599C-72B9AC8E3932}"/>
                </a:ext>
              </a:extLst>
            </p:cNvPr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>
              <a:extLst>
                <a:ext uri="{FF2B5EF4-FFF2-40B4-BE49-F238E27FC236}">
                  <a16:creationId xmlns:a16="http://schemas.microsoft.com/office/drawing/2014/main" id="{6C2F72F5-E49F-86EA-6467-9875227C5634}"/>
                </a:ext>
              </a:extLst>
            </p:cNvPr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>
              <a:extLst>
                <a:ext uri="{FF2B5EF4-FFF2-40B4-BE49-F238E27FC236}">
                  <a16:creationId xmlns:a16="http://schemas.microsoft.com/office/drawing/2014/main" id="{DEBDF981-C65F-9557-6EAC-515AA87ED72B}"/>
                </a:ext>
              </a:extLst>
            </p:cNvPr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>
              <a:extLst>
                <a:ext uri="{FF2B5EF4-FFF2-40B4-BE49-F238E27FC236}">
                  <a16:creationId xmlns:a16="http://schemas.microsoft.com/office/drawing/2014/main" id="{2DC35670-53D8-67FF-140C-685DCC8793E0}"/>
                </a:ext>
              </a:extLst>
            </p:cNvPr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>
              <a:extLst>
                <a:ext uri="{FF2B5EF4-FFF2-40B4-BE49-F238E27FC236}">
                  <a16:creationId xmlns:a16="http://schemas.microsoft.com/office/drawing/2014/main" id="{C628F64F-F440-75B3-D8BB-E24771BA01FF}"/>
                </a:ext>
              </a:extLst>
            </p:cNvPr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>
              <a:extLst>
                <a:ext uri="{FF2B5EF4-FFF2-40B4-BE49-F238E27FC236}">
                  <a16:creationId xmlns:a16="http://schemas.microsoft.com/office/drawing/2014/main" id="{8A62843E-5F8C-A9FC-54F5-BF6CC12FF923}"/>
                </a:ext>
              </a:extLst>
            </p:cNvPr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>
              <a:extLst>
                <a:ext uri="{FF2B5EF4-FFF2-40B4-BE49-F238E27FC236}">
                  <a16:creationId xmlns:a16="http://schemas.microsoft.com/office/drawing/2014/main" id="{A86D4B89-096F-187F-D741-758B365202DB}"/>
                </a:ext>
              </a:extLst>
            </p:cNvPr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>
              <a:extLst>
                <a:ext uri="{FF2B5EF4-FFF2-40B4-BE49-F238E27FC236}">
                  <a16:creationId xmlns:a16="http://schemas.microsoft.com/office/drawing/2014/main" id="{3D85A0BF-E3D4-D678-AA1E-4EB65949FEC0}"/>
                </a:ext>
              </a:extLst>
            </p:cNvPr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>
              <a:extLst>
                <a:ext uri="{FF2B5EF4-FFF2-40B4-BE49-F238E27FC236}">
                  <a16:creationId xmlns:a16="http://schemas.microsoft.com/office/drawing/2014/main" id="{E427E766-46B5-3ECD-EF3A-A163CFCA87A1}"/>
                </a:ext>
              </a:extLst>
            </p:cNvPr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>
              <a:extLst>
                <a:ext uri="{FF2B5EF4-FFF2-40B4-BE49-F238E27FC236}">
                  <a16:creationId xmlns:a16="http://schemas.microsoft.com/office/drawing/2014/main" id="{D75CF2ED-98AE-816F-8F5A-544AE89C5863}"/>
                </a:ext>
              </a:extLst>
            </p:cNvPr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12E7941F-40B1-BD60-1A19-ABFC11259EC3}"/>
                </a:ext>
              </a:extLst>
            </p:cNvPr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>
              <a:extLst>
                <a:ext uri="{FF2B5EF4-FFF2-40B4-BE49-F238E27FC236}">
                  <a16:creationId xmlns:a16="http://schemas.microsoft.com/office/drawing/2014/main" id="{75B4F2A6-9F05-6F25-E6F7-0A5FEAD15453}"/>
                </a:ext>
              </a:extLst>
            </p:cNvPr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>
              <a:extLst>
                <a:ext uri="{FF2B5EF4-FFF2-40B4-BE49-F238E27FC236}">
                  <a16:creationId xmlns:a16="http://schemas.microsoft.com/office/drawing/2014/main" id="{4946A2DE-C8FD-9A9C-73BF-7F6CD916A417}"/>
                </a:ext>
              </a:extLst>
            </p:cNvPr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D9AE6B1D-9DA1-03B2-988A-C5900D54B1E7}"/>
                </a:ext>
              </a:extLst>
            </p:cNvPr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AFA1361D-0DEC-1647-7535-24C207D93ED0}"/>
                </a:ext>
              </a:extLst>
            </p:cNvPr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988697A7-8857-D0E1-4535-812B68DA3A0F}"/>
                </a:ext>
              </a:extLst>
            </p:cNvPr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97751199-21C8-C38D-B91D-BC6B7366EA82}"/>
                </a:ext>
              </a:extLst>
            </p:cNvPr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6F475E63-1F5A-9C30-02C1-3C2335332E10}"/>
                </a:ext>
              </a:extLst>
            </p:cNvPr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9BCD7622-4329-B154-7BAB-52D040050596}"/>
                </a:ext>
              </a:extLst>
            </p:cNvPr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F5CD26D4-7344-86DB-1D63-C45D48063B29}"/>
                </a:ext>
              </a:extLst>
            </p:cNvPr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69C2B5A1-0A04-38EA-874E-95A370BF554F}"/>
                </a:ext>
              </a:extLst>
            </p:cNvPr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3878C480-B7AC-B4C6-40A1-2D077C12BAE2}"/>
                </a:ext>
              </a:extLst>
            </p:cNvPr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3B19A790-25D0-71FD-814B-3F13B32FF53D}"/>
                </a:ext>
              </a:extLst>
            </p:cNvPr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>
              <a:extLst>
                <a:ext uri="{FF2B5EF4-FFF2-40B4-BE49-F238E27FC236}">
                  <a16:creationId xmlns:a16="http://schemas.microsoft.com/office/drawing/2014/main" id="{FEDC5550-8B11-F817-ACE0-4A6245CFD708}"/>
                </a:ext>
              </a:extLst>
            </p:cNvPr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1571B1C4-62F9-E552-5816-0F73B582459A}"/>
                </a:ext>
              </a:extLst>
            </p:cNvPr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7CBB3EB7-6877-0B56-B162-3A850C6EBAC9}"/>
                </a:ext>
              </a:extLst>
            </p:cNvPr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42AD6179-4C3C-153F-E2B8-28A710B528CF}"/>
                </a:ext>
              </a:extLst>
            </p:cNvPr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A7132810-1BAD-B465-B73B-9E73E4A1A891}"/>
                </a:ext>
              </a:extLst>
            </p:cNvPr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EF83D905-11E3-E356-112B-7C5ABC7B2208}"/>
                </a:ext>
              </a:extLst>
            </p:cNvPr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DF4E5ED9-BC0C-216A-6EEB-60A2A0313A58}"/>
                </a:ext>
              </a:extLst>
            </p:cNvPr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D66BD8A8-18E3-71E7-2291-3708DAFB4AEE}"/>
                </a:ext>
              </a:extLst>
            </p:cNvPr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A75B8C43-CC7C-5760-2B8E-055A14C93AC1}"/>
                </a:ext>
              </a:extLst>
            </p:cNvPr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963B3294-F182-7D38-D699-92DE946A50D7}"/>
                </a:ext>
              </a:extLst>
            </p:cNvPr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>
              <a:extLst>
                <a:ext uri="{FF2B5EF4-FFF2-40B4-BE49-F238E27FC236}">
                  <a16:creationId xmlns:a16="http://schemas.microsoft.com/office/drawing/2014/main" id="{0ACA9902-8220-BF3F-4F53-523E0CBC2576}"/>
                </a:ext>
              </a:extLst>
            </p:cNvPr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BAD386E0-A1EB-1435-7929-47B8F61035B8}"/>
                </a:ext>
              </a:extLst>
            </p:cNvPr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78CEAE3A-9CF9-A763-3DBE-20C2B44D2879}"/>
                </a:ext>
              </a:extLst>
            </p:cNvPr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0BDE2F25-DA97-4CE6-E36A-AED9193B2933}"/>
                </a:ext>
              </a:extLst>
            </p:cNvPr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8CC2EDDE-632A-9D30-D630-3B9227033840}"/>
                </a:ext>
              </a:extLst>
            </p:cNvPr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>
              <a:extLst>
                <a:ext uri="{FF2B5EF4-FFF2-40B4-BE49-F238E27FC236}">
                  <a16:creationId xmlns:a16="http://schemas.microsoft.com/office/drawing/2014/main" id="{62B1201C-5AC8-382C-D514-D6DA8011BC66}"/>
                </a:ext>
              </a:extLst>
            </p:cNvPr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F2F8E6CE-A652-CC42-A82E-B914C04D8E0F}"/>
                </a:ext>
              </a:extLst>
            </p:cNvPr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8D2A946F-C14A-008F-0CED-A82901A95898}"/>
                </a:ext>
              </a:extLst>
            </p:cNvPr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>
              <a:extLst>
                <a:ext uri="{FF2B5EF4-FFF2-40B4-BE49-F238E27FC236}">
                  <a16:creationId xmlns:a16="http://schemas.microsoft.com/office/drawing/2014/main" id="{A15335AC-DF45-EACC-E42A-C7E10A581EA1}"/>
                </a:ext>
              </a:extLst>
            </p:cNvPr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E7B144A0-C0F1-9323-AB5F-5E156170DEBA}"/>
                </a:ext>
              </a:extLst>
            </p:cNvPr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F410880F-E261-F5F1-B82E-8344DAA2B25B}"/>
                </a:ext>
              </a:extLst>
            </p:cNvPr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>
              <a:extLst>
                <a:ext uri="{FF2B5EF4-FFF2-40B4-BE49-F238E27FC236}">
                  <a16:creationId xmlns:a16="http://schemas.microsoft.com/office/drawing/2014/main" id="{85D2244B-244D-32DA-358B-E3423A3F47B2}"/>
                </a:ext>
              </a:extLst>
            </p:cNvPr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D3CD6A83-56B8-C86B-2A82-1CAB1EA7BC7C}"/>
                </a:ext>
              </a:extLst>
            </p:cNvPr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2C6BC95B-7182-B93D-2CFE-99581D7AA6EC}"/>
                </a:ext>
              </a:extLst>
            </p:cNvPr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>
              <a:extLst>
                <a:ext uri="{FF2B5EF4-FFF2-40B4-BE49-F238E27FC236}">
                  <a16:creationId xmlns:a16="http://schemas.microsoft.com/office/drawing/2014/main" id="{B4444FED-40B5-32AB-C982-E708745E401D}"/>
                </a:ext>
              </a:extLst>
            </p:cNvPr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>
              <a:extLst>
                <a:ext uri="{FF2B5EF4-FFF2-40B4-BE49-F238E27FC236}">
                  <a16:creationId xmlns:a16="http://schemas.microsoft.com/office/drawing/2014/main" id="{3D1D2F86-32CB-9AFF-86DE-F1DBB1A6480A}"/>
                </a:ext>
              </a:extLst>
            </p:cNvPr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>
              <a:extLst>
                <a:ext uri="{FF2B5EF4-FFF2-40B4-BE49-F238E27FC236}">
                  <a16:creationId xmlns:a16="http://schemas.microsoft.com/office/drawing/2014/main" id="{538BFF0C-D5B2-D8BC-5718-9D8FADED4BDE}"/>
                </a:ext>
              </a:extLst>
            </p:cNvPr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>
              <a:extLst>
                <a:ext uri="{FF2B5EF4-FFF2-40B4-BE49-F238E27FC236}">
                  <a16:creationId xmlns:a16="http://schemas.microsoft.com/office/drawing/2014/main" id="{38FA6810-21D9-D858-E949-61D65B739198}"/>
                </a:ext>
              </a:extLst>
            </p:cNvPr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>
              <a:extLst>
                <a:ext uri="{FF2B5EF4-FFF2-40B4-BE49-F238E27FC236}">
                  <a16:creationId xmlns:a16="http://schemas.microsoft.com/office/drawing/2014/main" id="{2BFDEF46-9ED9-855E-1115-B05F9C4E25AD}"/>
                </a:ext>
              </a:extLst>
            </p:cNvPr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>
              <a:extLst>
                <a:ext uri="{FF2B5EF4-FFF2-40B4-BE49-F238E27FC236}">
                  <a16:creationId xmlns:a16="http://schemas.microsoft.com/office/drawing/2014/main" id="{DDBCA686-1428-9868-66BD-FDBB89C25B6C}"/>
                </a:ext>
              </a:extLst>
            </p:cNvPr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>
              <a:extLst>
                <a:ext uri="{FF2B5EF4-FFF2-40B4-BE49-F238E27FC236}">
                  <a16:creationId xmlns:a16="http://schemas.microsoft.com/office/drawing/2014/main" id="{087CE92A-D8BF-F690-33F4-98010458C703}"/>
                </a:ext>
              </a:extLst>
            </p:cNvPr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>
              <a:extLst>
                <a:ext uri="{FF2B5EF4-FFF2-40B4-BE49-F238E27FC236}">
                  <a16:creationId xmlns:a16="http://schemas.microsoft.com/office/drawing/2014/main" id="{7E2FB731-B564-38A8-F9BA-CEDE75CB16C4}"/>
                </a:ext>
              </a:extLst>
            </p:cNvPr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>
              <a:extLst>
                <a:ext uri="{FF2B5EF4-FFF2-40B4-BE49-F238E27FC236}">
                  <a16:creationId xmlns:a16="http://schemas.microsoft.com/office/drawing/2014/main" id="{D0E26D90-37D4-2E8A-BCCE-854DD4460E15}"/>
                </a:ext>
              </a:extLst>
            </p:cNvPr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>
              <a:extLst>
                <a:ext uri="{FF2B5EF4-FFF2-40B4-BE49-F238E27FC236}">
                  <a16:creationId xmlns:a16="http://schemas.microsoft.com/office/drawing/2014/main" id="{5CC2E90C-44C6-5B03-BCBE-A363C9FA745C}"/>
                </a:ext>
              </a:extLst>
            </p:cNvPr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>
              <a:extLst>
                <a:ext uri="{FF2B5EF4-FFF2-40B4-BE49-F238E27FC236}">
                  <a16:creationId xmlns:a16="http://schemas.microsoft.com/office/drawing/2014/main" id="{BBDE7CE0-B3E8-3E02-1235-C82DDB88384E}"/>
                </a:ext>
              </a:extLst>
            </p:cNvPr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>
              <a:extLst>
                <a:ext uri="{FF2B5EF4-FFF2-40B4-BE49-F238E27FC236}">
                  <a16:creationId xmlns:a16="http://schemas.microsoft.com/office/drawing/2014/main" id="{581C8072-B02D-F038-5289-ED96C4B0D840}"/>
                </a:ext>
              </a:extLst>
            </p:cNvPr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>
              <a:extLst>
                <a:ext uri="{FF2B5EF4-FFF2-40B4-BE49-F238E27FC236}">
                  <a16:creationId xmlns:a16="http://schemas.microsoft.com/office/drawing/2014/main" id="{D468F242-6627-AC8C-5460-04387F237D42}"/>
                </a:ext>
              </a:extLst>
            </p:cNvPr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070797BC-E9A4-455E-8505-5C154FC81F4D}"/>
                </a:ext>
              </a:extLst>
            </p:cNvPr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87576289-9E78-E026-D29E-0C5704626DB0}"/>
                </a:ext>
              </a:extLst>
            </p:cNvPr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A7C01BF6-3030-7040-4D02-FA4A3098A158}"/>
                </a:ext>
              </a:extLst>
            </p:cNvPr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51E91B14-D4D1-972B-0879-F0004A630E59}"/>
                </a:ext>
              </a:extLst>
            </p:cNvPr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2D376DDF-32FC-5A26-BDB3-E99C5E708BCF}"/>
                </a:ext>
              </a:extLst>
            </p:cNvPr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EA710236-B82D-BCE3-ABE8-CC087A1129F8}"/>
                </a:ext>
              </a:extLst>
            </p:cNvPr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B30217CA-9B1F-FF3E-EFEA-6F045157395E}"/>
                </a:ext>
              </a:extLst>
            </p:cNvPr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E1F99E0E-926F-67B6-D8F3-1B12894F23BA}"/>
                </a:ext>
              </a:extLst>
            </p:cNvPr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3FAC4E2E-0B0F-7646-3F30-ACC5D8BCE797}"/>
                </a:ext>
              </a:extLst>
            </p:cNvPr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6331CDA6-B33E-EF5C-3A40-8B3855550218}"/>
                </a:ext>
              </a:extLst>
            </p:cNvPr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5968ED86-0F4D-7DBA-CD58-2DB664693248}"/>
                </a:ext>
              </a:extLst>
            </p:cNvPr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3F91A633-DE04-1BAE-2EF9-5963ECE18F52}"/>
                </a:ext>
              </a:extLst>
            </p:cNvPr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B96B8351-C470-BDA0-9264-366526046A95}"/>
                </a:ext>
              </a:extLst>
            </p:cNvPr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34B33A27-A8C5-91FC-14DC-AD2345CC7D59}"/>
                </a:ext>
              </a:extLst>
            </p:cNvPr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D61280A1-0B62-8BBC-2B1B-455592850463}"/>
                </a:ext>
              </a:extLst>
            </p:cNvPr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CFB77363-27C7-2E71-4077-38CECEEC11B2}"/>
                </a:ext>
              </a:extLst>
            </p:cNvPr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C939A183-10EF-ABE6-2790-FE1449B08025}"/>
                </a:ext>
              </a:extLst>
            </p:cNvPr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0CD9DC17-55D0-29BE-1A5C-8155C91E99EA}"/>
                </a:ext>
              </a:extLst>
            </p:cNvPr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9F4DE96D-D54D-9A87-24F2-38DEC4EF7840}"/>
                </a:ext>
              </a:extLst>
            </p:cNvPr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DF55589A-6066-03C9-A841-F78711739C87}"/>
                </a:ext>
              </a:extLst>
            </p:cNvPr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293305B1-F7FE-2FDC-468D-8EF4BBA9125F}"/>
                </a:ext>
              </a:extLst>
            </p:cNvPr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43670FBF-4C87-8A4B-1D18-043EDA463ECA}"/>
                </a:ext>
              </a:extLst>
            </p:cNvPr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927C2605-CF8E-2289-503E-B3DC7F796F29}"/>
                </a:ext>
              </a:extLst>
            </p:cNvPr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D299D657-0069-980C-8083-923B346E168B}"/>
                </a:ext>
              </a:extLst>
            </p:cNvPr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A487A7E1-35CE-E993-F9CB-708EE09A6E22}"/>
                </a:ext>
              </a:extLst>
            </p:cNvPr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5062DA72-486D-6468-CE08-1FF04A85AE60}"/>
                </a:ext>
              </a:extLst>
            </p:cNvPr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5E3531EB-44A8-5360-A777-32F6F0F3C7AF}"/>
                </a:ext>
              </a:extLst>
            </p:cNvPr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CCA5FAC5-009B-ACC5-D4B5-394B52DBAFE0}"/>
                </a:ext>
              </a:extLst>
            </p:cNvPr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A85B47C6-0F39-4943-C923-EE3518C60BDB}"/>
              </a:ext>
            </a:extLst>
          </p:cNvPr>
          <p:cNvSpPr/>
          <p:nvPr/>
        </p:nvSpPr>
        <p:spPr>
          <a:xfrm>
            <a:off x="2100075" y="1429050"/>
            <a:ext cx="2856600" cy="804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CADFADFB-91B1-E7A0-3877-908DDD24ACBD}"/>
              </a:ext>
            </a:extLst>
          </p:cNvPr>
          <p:cNvSpPr/>
          <p:nvPr/>
        </p:nvSpPr>
        <p:spPr>
          <a:xfrm>
            <a:off x="2138186" y="1497300"/>
            <a:ext cx="2780400" cy="668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0AE8B181-3E8D-9663-2C33-581331C49D2D}"/>
              </a:ext>
            </a:extLst>
          </p:cNvPr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8BE8983D-472B-D26A-C975-176A9ED6143D}"/>
              </a:ext>
            </a:extLst>
          </p:cNvPr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49626500-3E34-4EB2-7978-B842BADE0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0025" y="540075"/>
            <a:ext cx="6800222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/>
              <a:t>1º Implementación y Revisión</a:t>
            </a:r>
            <a:br>
              <a:rPr lang="es-ES" sz="3600"/>
            </a:br>
            <a:endParaRPr sz="3600"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E54885AF-90DF-89A4-378A-B131736DB02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1073725"/>
            <a:ext cx="12900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05</a:t>
            </a:r>
            <a:endParaRPr/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0824D915-83B5-7931-C737-A3E5728307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20025" y="1591933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b="1">
                <a:solidFill>
                  <a:schemeClr val="lt1"/>
                </a:solidFill>
              </a:rPr>
              <a:t>Verificación y Bloques</a:t>
            </a:r>
          </a:p>
        </p:txBody>
      </p:sp>
      <p:sp>
        <p:nvSpPr>
          <p:cNvPr id="753" name="Google Shape;753;p35">
            <a:extLst>
              <a:ext uri="{FF2B5EF4-FFF2-40B4-BE49-F238E27FC236}">
                <a16:creationId xmlns:a16="http://schemas.microsoft.com/office/drawing/2014/main" id="{28B1DDA6-E9F1-9473-1A78-2112A039A38A}"/>
              </a:ext>
            </a:extLst>
          </p:cNvPr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>
            <a:extLst>
              <a:ext uri="{FF2B5EF4-FFF2-40B4-BE49-F238E27FC236}">
                <a16:creationId xmlns:a16="http://schemas.microsoft.com/office/drawing/2014/main" id="{7054B897-4201-B42D-6B87-C796A2D82BAA}"/>
              </a:ext>
            </a:extLst>
          </p:cNvPr>
          <p:cNvSpPr/>
          <p:nvPr/>
        </p:nvSpPr>
        <p:spPr>
          <a:xfrm flipH="1">
            <a:off x="8390250" y="-882000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A79F57-1B60-2A65-D2CF-FDA9E0B357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448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6AD60840-7305-074A-7248-8BD3BD87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D3EBD189-0968-3106-5B6E-566F58086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Bloque 1 - Verificación General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59798FC-CA98-F6B4-AED8-2E5DE9E890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s-ES" sz="90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B0BA7F-0639-4D83-F676-A081327AC176}"/>
              </a:ext>
            </a:extLst>
          </p:cNvPr>
          <p:cNvSpPr txBox="1"/>
          <p:nvPr/>
        </p:nvSpPr>
        <p:spPr>
          <a:xfrm>
            <a:off x="2362200" y="1350872"/>
            <a:ext cx="3690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effectLst/>
                <a:latin typeface="+mj-lt"/>
                <a:ea typeface="Aptos" panose="020B0004020202020204" pitchFamily="34" charset="0"/>
              </a:rPr>
              <a:t>613.245 Registros </a:t>
            </a:r>
            <a:endParaRPr lang="es-ES" sz="3200" b="1" dirty="0">
              <a:latin typeface="+mj-lt"/>
            </a:endParaRPr>
          </a:p>
        </p:txBody>
      </p:sp>
      <p:pic>
        <p:nvPicPr>
          <p:cNvPr id="1026" name="Picture 2" descr="Imágenes de Tick verde - Descarga gratuita en Freepik">
            <a:extLst>
              <a:ext uri="{FF2B5EF4-FFF2-40B4-BE49-F238E27FC236}">
                <a16:creationId xmlns:a16="http://schemas.microsoft.com/office/drawing/2014/main" id="{FAE0CECA-54FA-0006-4E10-2C8D1C532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58" y="1123672"/>
            <a:ext cx="887730" cy="88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CCD83D5-D40D-0A84-391D-6FEA1D8E6864}"/>
              </a:ext>
            </a:extLst>
          </p:cNvPr>
          <p:cNvSpPr txBox="1"/>
          <p:nvPr/>
        </p:nvSpPr>
        <p:spPr>
          <a:xfrm>
            <a:off x="337457" y="2301102"/>
            <a:ext cx="8469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latin typeface="+mj-lt"/>
              </a:rPr>
              <a:t>Atributo </a:t>
            </a:r>
            <a:r>
              <a:rPr lang="es-ES" sz="2400" b="1" dirty="0" err="1">
                <a:latin typeface="+mj-lt"/>
              </a:rPr>
              <a:t>type</a:t>
            </a:r>
            <a:r>
              <a:rPr lang="es-ES" sz="2400" b="1" dirty="0">
                <a:latin typeface="+mj-lt"/>
              </a:rPr>
              <a:t> del elemento </a:t>
            </a:r>
            <a:r>
              <a:rPr lang="es-ES" sz="2400" b="1" dirty="0" err="1">
                <a:latin typeface="+mj-lt"/>
              </a:rPr>
              <a:t>document</a:t>
            </a:r>
            <a:r>
              <a:rPr lang="es-ES" sz="2400" b="1" dirty="0">
                <a:latin typeface="+mj-lt"/>
              </a:rPr>
              <a:t> contiene únicamente el valor "</a:t>
            </a:r>
            <a:r>
              <a:rPr lang="es-ES" sz="2400" b="1" dirty="0" err="1">
                <a:latin typeface="+mj-lt"/>
              </a:rPr>
              <a:t>wisdom</a:t>
            </a:r>
            <a:r>
              <a:rPr lang="es-ES" sz="2400" b="1" dirty="0">
                <a:latin typeface="+mj-lt"/>
              </a:rPr>
              <a:t>" en la totalidad del </a:t>
            </a:r>
            <a:r>
              <a:rPr lang="es-ES" sz="2400" b="1" dirty="0" err="1">
                <a:latin typeface="+mj-lt"/>
              </a:rPr>
              <a:t>dataset</a:t>
            </a:r>
            <a:r>
              <a:rPr lang="es-ES" sz="2400" b="1" dirty="0">
                <a:latin typeface="+mj-lt"/>
              </a:rPr>
              <a:t>.</a:t>
            </a:r>
          </a:p>
        </p:txBody>
      </p:sp>
      <p:pic>
        <p:nvPicPr>
          <p:cNvPr id="14" name="Picture 6" descr="Lingüística - Iconos gratis de educación">
            <a:extLst>
              <a:ext uri="{FF2B5EF4-FFF2-40B4-BE49-F238E27FC236}">
                <a16:creationId xmlns:a16="http://schemas.microsoft.com/office/drawing/2014/main" id="{00A53A89-51D5-EE90-0511-41B08AB5D5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"/>
          <a:stretch>
            <a:fillRect/>
          </a:stretch>
        </p:blipFill>
        <p:spPr bwMode="auto">
          <a:xfrm>
            <a:off x="3740348" y="3387034"/>
            <a:ext cx="1663301" cy="169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61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FAAFA14C-3DCF-7008-6A75-1143FC3C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B6B274B3-4FB2-6997-2F66-6919D8F41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/>
              <a:t>Bloque 2 - Verificación de Campos Supuestamente Obligatorios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52787DF-F4EA-A4A6-2B3D-0E2B93EE24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s-ES" sz="9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3E685F-38C0-8925-42ED-A1C99393FF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1" t="3077" r="2566" b="2056"/>
          <a:stretch>
            <a:fillRect/>
          </a:stretch>
        </p:blipFill>
        <p:spPr>
          <a:xfrm>
            <a:off x="221459" y="1665228"/>
            <a:ext cx="8799699" cy="231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14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5EB0B389-7D50-2265-CDCC-C9563C973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862FEF13-5B75-BDBD-FD90-48CFCAFAC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Bloque 3 - Verificación de Campos Opcionales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5F0FF0B-6354-314B-E98A-64025E9DAA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s-ES" sz="9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A59B08-7FEF-1669-02E7-25C9989857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" t="4411" r="1344" b="3597"/>
          <a:stretch>
            <a:fillRect/>
          </a:stretch>
        </p:blipFill>
        <p:spPr>
          <a:xfrm>
            <a:off x="97706" y="1871435"/>
            <a:ext cx="8948587" cy="185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6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14C2770F-421E-4337-C79A-C341CB6A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6F8DDB59-6FC0-7771-140C-B6020EC69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Bloque 4 - Verificación de Tipos y Formatos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C06C67C-4ACB-75F6-3369-957F3F1130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s-ES" sz="9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B8FFCC-6F9C-E31E-5463-64CE043F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8214"/>
            <a:ext cx="9144000" cy="156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00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7C28DB35-F6FF-DB63-18B9-E1B9483A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BFDB4B9E-BA04-E958-336E-C38FB2BBB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Bloque 5 - Análisis de </a:t>
            </a:r>
            <a:r>
              <a:rPr lang="es-ES" sz="2800" dirty="0" err="1"/>
              <a:t>nbestanswers</a:t>
            </a:r>
            <a:endParaRPr lang="es-ES" sz="28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CAFA56C-1157-F937-B663-9A1C2F8CF41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s-ES" sz="9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13908B-ADB2-5E63-193A-FFC67048A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5886"/>
            <a:ext cx="9144000" cy="119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49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>
          <a:extLst>
            <a:ext uri="{FF2B5EF4-FFF2-40B4-BE49-F238E27FC236}">
              <a16:creationId xmlns:a16="http://schemas.microsoft.com/office/drawing/2014/main" id="{D68C4FC3-FDC1-CF4D-93B2-52D5B1BD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E85393F4-0423-F63C-AA5E-62D5AC84D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Bloque 6 - Campos Presentes pero Vacíos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985DB19-7E25-A5D6-CC4D-B6F3D49FB3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-ES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s-ES" sz="9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AD4F63-2BF6-4CC1-F7FF-6DD6345273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" t="-3829" b="1"/>
          <a:stretch>
            <a:fillRect/>
          </a:stretch>
        </p:blipFill>
        <p:spPr>
          <a:xfrm>
            <a:off x="34290" y="1926336"/>
            <a:ext cx="9109710" cy="124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48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FAA5F38C-1F2C-3C15-D79A-99941479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>
            <a:extLst>
              <a:ext uri="{FF2B5EF4-FFF2-40B4-BE49-F238E27FC236}">
                <a16:creationId xmlns:a16="http://schemas.microsoft.com/office/drawing/2014/main" id="{6D5DF743-C491-7ECF-7639-BC37AF9192F1}"/>
              </a:ext>
            </a:extLst>
          </p:cNvPr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>
              <a:extLst>
                <a:ext uri="{FF2B5EF4-FFF2-40B4-BE49-F238E27FC236}">
                  <a16:creationId xmlns:a16="http://schemas.microsoft.com/office/drawing/2014/main" id="{970B5265-F91D-49E1-3D8F-A53DCFB481A1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>
              <a:extLst>
                <a:ext uri="{FF2B5EF4-FFF2-40B4-BE49-F238E27FC236}">
                  <a16:creationId xmlns:a16="http://schemas.microsoft.com/office/drawing/2014/main" id="{333DF863-D0CB-AEED-2B0C-9882B24615DB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>
              <a:extLst>
                <a:ext uri="{FF2B5EF4-FFF2-40B4-BE49-F238E27FC236}">
                  <a16:creationId xmlns:a16="http://schemas.microsoft.com/office/drawing/2014/main" id="{EF7CC25A-A189-EB67-BB30-D3648192B579}"/>
                </a:ext>
              </a:extLst>
            </p:cNvPr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>
              <a:extLst>
                <a:ext uri="{FF2B5EF4-FFF2-40B4-BE49-F238E27FC236}">
                  <a16:creationId xmlns:a16="http://schemas.microsoft.com/office/drawing/2014/main" id="{4463EE29-AF44-895B-2D3C-563D7F4D86ED}"/>
                </a:ext>
              </a:extLst>
            </p:cNvPr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>
              <a:extLst>
                <a:ext uri="{FF2B5EF4-FFF2-40B4-BE49-F238E27FC236}">
                  <a16:creationId xmlns:a16="http://schemas.microsoft.com/office/drawing/2014/main" id="{5E389226-E85B-E31A-3C51-5D30545B7D44}"/>
                </a:ext>
              </a:extLst>
            </p:cNvPr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>
              <a:extLst>
                <a:ext uri="{FF2B5EF4-FFF2-40B4-BE49-F238E27FC236}">
                  <a16:creationId xmlns:a16="http://schemas.microsoft.com/office/drawing/2014/main" id="{B3749C43-D403-4412-A871-C1FC9F073920}"/>
                </a:ext>
              </a:extLst>
            </p:cNvPr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>
              <a:extLst>
                <a:ext uri="{FF2B5EF4-FFF2-40B4-BE49-F238E27FC236}">
                  <a16:creationId xmlns:a16="http://schemas.microsoft.com/office/drawing/2014/main" id="{C9B86F3F-83C7-8D85-5B53-A75440993FBA}"/>
                </a:ext>
              </a:extLst>
            </p:cNvPr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>
              <a:extLst>
                <a:ext uri="{FF2B5EF4-FFF2-40B4-BE49-F238E27FC236}">
                  <a16:creationId xmlns:a16="http://schemas.microsoft.com/office/drawing/2014/main" id="{712299DD-31F8-25C7-11E5-147F36333CDE}"/>
                </a:ext>
              </a:extLst>
            </p:cNvPr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>
              <a:extLst>
                <a:ext uri="{FF2B5EF4-FFF2-40B4-BE49-F238E27FC236}">
                  <a16:creationId xmlns:a16="http://schemas.microsoft.com/office/drawing/2014/main" id="{DD8C7B01-0E4E-63CD-6550-D85F4B735685}"/>
                </a:ext>
              </a:extLst>
            </p:cNvPr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>
              <a:extLst>
                <a:ext uri="{FF2B5EF4-FFF2-40B4-BE49-F238E27FC236}">
                  <a16:creationId xmlns:a16="http://schemas.microsoft.com/office/drawing/2014/main" id="{6C090B41-A7FF-5FF9-FB38-17820D9EA364}"/>
                </a:ext>
              </a:extLst>
            </p:cNvPr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>
              <a:extLst>
                <a:ext uri="{FF2B5EF4-FFF2-40B4-BE49-F238E27FC236}">
                  <a16:creationId xmlns:a16="http://schemas.microsoft.com/office/drawing/2014/main" id="{3D8C3AF1-5E59-B92A-A17A-60112A30D8F3}"/>
                </a:ext>
              </a:extLst>
            </p:cNvPr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>
              <a:extLst>
                <a:ext uri="{FF2B5EF4-FFF2-40B4-BE49-F238E27FC236}">
                  <a16:creationId xmlns:a16="http://schemas.microsoft.com/office/drawing/2014/main" id="{E0F76ACD-4706-5139-2A5F-664EDD5A803B}"/>
                </a:ext>
              </a:extLst>
            </p:cNvPr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>
              <a:extLst>
                <a:ext uri="{FF2B5EF4-FFF2-40B4-BE49-F238E27FC236}">
                  <a16:creationId xmlns:a16="http://schemas.microsoft.com/office/drawing/2014/main" id="{A69CAF0D-7A62-E6ED-D39C-A042D40A422C}"/>
                </a:ext>
              </a:extLst>
            </p:cNvPr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>
              <a:extLst>
                <a:ext uri="{FF2B5EF4-FFF2-40B4-BE49-F238E27FC236}">
                  <a16:creationId xmlns:a16="http://schemas.microsoft.com/office/drawing/2014/main" id="{3FD835F1-5B7C-9908-7D9E-995AB064A010}"/>
                </a:ext>
              </a:extLst>
            </p:cNvPr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>
              <a:extLst>
                <a:ext uri="{FF2B5EF4-FFF2-40B4-BE49-F238E27FC236}">
                  <a16:creationId xmlns:a16="http://schemas.microsoft.com/office/drawing/2014/main" id="{9C40B56C-41DD-B762-A5CC-D86623B843B0}"/>
                </a:ext>
              </a:extLst>
            </p:cNvPr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>
              <a:extLst>
                <a:ext uri="{FF2B5EF4-FFF2-40B4-BE49-F238E27FC236}">
                  <a16:creationId xmlns:a16="http://schemas.microsoft.com/office/drawing/2014/main" id="{EBAC0890-5572-C18F-7B2A-78714736EE7E}"/>
                </a:ext>
              </a:extLst>
            </p:cNvPr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>
              <a:extLst>
                <a:ext uri="{FF2B5EF4-FFF2-40B4-BE49-F238E27FC236}">
                  <a16:creationId xmlns:a16="http://schemas.microsoft.com/office/drawing/2014/main" id="{C4C7CA7C-FBF6-4295-5A0D-3063241641CC}"/>
                </a:ext>
              </a:extLst>
            </p:cNvPr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>
              <a:extLst>
                <a:ext uri="{FF2B5EF4-FFF2-40B4-BE49-F238E27FC236}">
                  <a16:creationId xmlns:a16="http://schemas.microsoft.com/office/drawing/2014/main" id="{F1CC6D7A-4250-9F26-8ABA-3B88CBD9E777}"/>
                </a:ext>
              </a:extLst>
            </p:cNvPr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>
              <a:extLst>
                <a:ext uri="{FF2B5EF4-FFF2-40B4-BE49-F238E27FC236}">
                  <a16:creationId xmlns:a16="http://schemas.microsoft.com/office/drawing/2014/main" id="{8471FB9C-BA56-8654-5292-4B2A4D9A9FDB}"/>
                </a:ext>
              </a:extLst>
            </p:cNvPr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>
              <a:extLst>
                <a:ext uri="{FF2B5EF4-FFF2-40B4-BE49-F238E27FC236}">
                  <a16:creationId xmlns:a16="http://schemas.microsoft.com/office/drawing/2014/main" id="{7C78F212-596A-C5F4-72D9-E377618A92DE}"/>
                </a:ext>
              </a:extLst>
            </p:cNvPr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>
              <a:extLst>
                <a:ext uri="{FF2B5EF4-FFF2-40B4-BE49-F238E27FC236}">
                  <a16:creationId xmlns:a16="http://schemas.microsoft.com/office/drawing/2014/main" id="{F7411AF6-A313-006F-3DBC-21C85920D4BA}"/>
                </a:ext>
              </a:extLst>
            </p:cNvPr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>
              <a:extLst>
                <a:ext uri="{FF2B5EF4-FFF2-40B4-BE49-F238E27FC236}">
                  <a16:creationId xmlns:a16="http://schemas.microsoft.com/office/drawing/2014/main" id="{24B1943C-F941-E439-93FB-46762197CC36}"/>
                </a:ext>
              </a:extLst>
            </p:cNvPr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>
              <a:extLst>
                <a:ext uri="{FF2B5EF4-FFF2-40B4-BE49-F238E27FC236}">
                  <a16:creationId xmlns:a16="http://schemas.microsoft.com/office/drawing/2014/main" id="{03FCD3C8-CCDC-9C7C-01F7-0CC3210DEFCC}"/>
                </a:ext>
              </a:extLst>
            </p:cNvPr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>
              <a:extLst>
                <a:ext uri="{FF2B5EF4-FFF2-40B4-BE49-F238E27FC236}">
                  <a16:creationId xmlns:a16="http://schemas.microsoft.com/office/drawing/2014/main" id="{C5368701-6777-4603-8AFA-B15152EBB08A}"/>
                </a:ext>
              </a:extLst>
            </p:cNvPr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>
              <a:extLst>
                <a:ext uri="{FF2B5EF4-FFF2-40B4-BE49-F238E27FC236}">
                  <a16:creationId xmlns:a16="http://schemas.microsoft.com/office/drawing/2014/main" id="{7CE592F9-98BB-6AA3-57E4-4512F138B505}"/>
                </a:ext>
              </a:extLst>
            </p:cNvPr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>
              <a:extLst>
                <a:ext uri="{FF2B5EF4-FFF2-40B4-BE49-F238E27FC236}">
                  <a16:creationId xmlns:a16="http://schemas.microsoft.com/office/drawing/2014/main" id="{43519DC5-0127-0546-28DA-F3281AF1D76B}"/>
                </a:ext>
              </a:extLst>
            </p:cNvPr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>
              <a:extLst>
                <a:ext uri="{FF2B5EF4-FFF2-40B4-BE49-F238E27FC236}">
                  <a16:creationId xmlns:a16="http://schemas.microsoft.com/office/drawing/2014/main" id="{0263BC94-69F1-618C-DB19-A10912C69DB5}"/>
                </a:ext>
              </a:extLst>
            </p:cNvPr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>
              <a:extLst>
                <a:ext uri="{FF2B5EF4-FFF2-40B4-BE49-F238E27FC236}">
                  <a16:creationId xmlns:a16="http://schemas.microsoft.com/office/drawing/2014/main" id="{365A9817-676C-B61C-FAD0-F086FEC17E05}"/>
                </a:ext>
              </a:extLst>
            </p:cNvPr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>
              <a:extLst>
                <a:ext uri="{FF2B5EF4-FFF2-40B4-BE49-F238E27FC236}">
                  <a16:creationId xmlns:a16="http://schemas.microsoft.com/office/drawing/2014/main" id="{19924250-9999-C510-0376-2F6A58E3B747}"/>
                </a:ext>
              </a:extLst>
            </p:cNvPr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>
              <a:extLst>
                <a:ext uri="{FF2B5EF4-FFF2-40B4-BE49-F238E27FC236}">
                  <a16:creationId xmlns:a16="http://schemas.microsoft.com/office/drawing/2014/main" id="{F43A4B20-D577-1139-C315-52CBE3B42C3F}"/>
                </a:ext>
              </a:extLst>
            </p:cNvPr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>
              <a:extLst>
                <a:ext uri="{FF2B5EF4-FFF2-40B4-BE49-F238E27FC236}">
                  <a16:creationId xmlns:a16="http://schemas.microsoft.com/office/drawing/2014/main" id="{E862FF92-DF04-4FD0-6CAB-FEC207F6BE91}"/>
                </a:ext>
              </a:extLst>
            </p:cNvPr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>
              <a:extLst>
                <a:ext uri="{FF2B5EF4-FFF2-40B4-BE49-F238E27FC236}">
                  <a16:creationId xmlns:a16="http://schemas.microsoft.com/office/drawing/2014/main" id="{AD2C2167-220F-F0E0-4A1C-B0C84900BFBB}"/>
                </a:ext>
              </a:extLst>
            </p:cNvPr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>
              <a:extLst>
                <a:ext uri="{FF2B5EF4-FFF2-40B4-BE49-F238E27FC236}">
                  <a16:creationId xmlns:a16="http://schemas.microsoft.com/office/drawing/2014/main" id="{B16BE8AB-160F-C412-6A90-189EC5A20EF2}"/>
                </a:ext>
              </a:extLst>
            </p:cNvPr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>
              <a:extLst>
                <a:ext uri="{FF2B5EF4-FFF2-40B4-BE49-F238E27FC236}">
                  <a16:creationId xmlns:a16="http://schemas.microsoft.com/office/drawing/2014/main" id="{15C822DE-34E7-E1A3-6B55-EB6392FC0825}"/>
                </a:ext>
              </a:extLst>
            </p:cNvPr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>
              <a:extLst>
                <a:ext uri="{FF2B5EF4-FFF2-40B4-BE49-F238E27FC236}">
                  <a16:creationId xmlns:a16="http://schemas.microsoft.com/office/drawing/2014/main" id="{54E409ED-BD58-5AE6-D6C1-7549C3EA5ECA}"/>
                </a:ext>
              </a:extLst>
            </p:cNvPr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>
              <a:extLst>
                <a:ext uri="{FF2B5EF4-FFF2-40B4-BE49-F238E27FC236}">
                  <a16:creationId xmlns:a16="http://schemas.microsoft.com/office/drawing/2014/main" id="{AE29157D-7F42-4BB7-98E9-C452249FE4C8}"/>
                </a:ext>
              </a:extLst>
            </p:cNvPr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>
              <a:extLst>
                <a:ext uri="{FF2B5EF4-FFF2-40B4-BE49-F238E27FC236}">
                  <a16:creationId xmlns:a16="http://schemas.microsoft.com/office/drawing/2014/main" id="{0D75800F-B4FB-02E4-DB79-574621D71726}"/>
                </a:ext>
              </a:extLst>
            </p:cNvPr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>
              <a:extLst>
                <a:ext uri="{FF2B5EF4-FFF2-40B4-BE49-F238E27FC236}">
                  <a16:creationId xmlns:a16="http://schemas.microsoft.com/office/drawing/2014/main" id="{D236B458-C2B4-54DE-C611-9F8C8AD278F3}"/>
                </a:ext>
              </a:extLst>
            </p:cNvPr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>
              <a:extLst>
                <a:ext uri="{FF2B5EF4-FFF2-40B4-BE49-F238E27FC236}">
                  <a16:creationId xmlns:a16="http://schemas.microsoft.com/office/drawing/2014/main" id="{806AE0E6-B8BD-781B-80AB-BDA1D2D5D9F1}"/>
                </a:ext>
              </a:extLst>
            </p:cNvPr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>
              <a:extLst>
                <a:ext uri="{FF2B5EF4-FFF2-40B4-BE49-F238E27FC236}">
                  <a16:creationId xmlns:a16="http://schemas.microsoft.com/office/drawing/2014/main" id="{0B98A1EA-28CB-80E1-1D89-EFA7FA37DF86}"/>
                </a:ext>
              </a:extLst>
            </p:cNvPr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>
              <a:extLst>
                <a:ext uri="{FF2B5EF4-FFF2-40B4-BE49-F238E27FC236}">
                  <a16:creationId xmlns:a16="http://schemas.microsoft.com/office/drawing/2014/main" id="{E27BCC7F-D63D-20E1-4F1D-F44B5B71BC52}"/>
                </a:ext>
              </a:extLst>
            </p:cNvPr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>
              <a:extLst>
                <a:ext uri="{FF2B5EF4-FFF2-40B4-BE49-F238E27FC236}">
                  <a16:creationId xmlns:a16="http://schemas.microsoft.com/office/drawing/2014/main" id="{C1737045-B66A-088E-75D0-7CEA0B7D1FA5}"/>
                </a:ext>
              </a:extLst>
            </p:cNvPr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>
              <a:extLst>
                <a:ext uri="{FF2B5EF4-FFF2-40B4-BE49-F238E27FC236}">
                  <a16:creationId xmlns:a16="http://schemas.microsoft.com/office/drawing/2014/main" id="{C99A8294-801E-ED31-DA31-1072464CE310}"/>
                </a:ext>
              </a:extLst>
            </p:cNvPr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>
              <a:extLst>
                <a:ext uri="{FF2B5EF4-FFF2-40B4-BE49-F238E27FC236}">
                  <a16:creationId xmlns:a16="http://schemas.microsoft.com/office/drawing/2014/main" id="{E8727252-36FB-5A98-F9DE-D32F4E9D5CED}"/>
                </a:ext>
              </a:extLst>
            </p:cNvPr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>
              <a:extLst>
                <a:ext uri="{FF2B5EF4-FFF2-40B4-BE49-F238E27FC236}">
                  <a16:creationId xmlns:a16="http://schemas.microsoft.com/office/drawing/2014/main" id="{58D7279E-E134-1D97-D763-62D9022040C2}"/>
                </a:ext>
              </a:extLst>
            </p:cNvPr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>
              <a:extLst>
                <a:ext uri="{FF2B5EF4-FFF2-40B4-BE49-F238E27FC236}">
                  <a16:creationId xmlns:a16="http://schemas.microsoft.com/office/drawing/2014/main" id="{C5E1B9EF-E189-DE53-DCE4-AF5CF8CBB68E}"/>
                </a:ext>
              </a:extLst>
            </p:cNvPr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>
              <a:extLst>
                <a:ext uri="{FF2B5EF4-FFF2-40B4-BE49-F238E27FC236}">
                  <a16:creationId xmlns:a16="http://schemas.microsoft.com/office/drawing/2014/main" id="{E5C35E9D-F9C3-4A86-E8ED-3988D639FE5C}"/>
                </a:ext>
              </a:extLst>
            </p:cNvPr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>
              <a:extLst>
                <a:ext uri="{FF2B5EF4-FFF2-40B4-BE49-F238E27FC236}">
                  <a16:creationId xmlns:a16="http://schemas.microsoft.com/office/drawing/2014/main" id="{7AE07293-1327-EABD-E425-FAE09DC21259}"/>
                </a:ext>
              </a:extLst>
            </p:cNvPr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>
              <a:extLst>
                <a:ext uri="{FF2B5EF4-FFF2-40B4-BE49-F238E27FC236}">
                  <a16:creationId xmlns:a16="http://schemas.microsoft.com/office/drawing/2014/main" id="{421422F0-35E9-140C-F398-7ED857FB3400}"/>
                </a:ext>
              </a:extLst>
            </p:cNvPr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>
              <a:extLst>
                <a:ext uri="{FF2B5EF4-FFF2-40B4-BE49-F238E27FC236}">
                  <a16:creationId xmlns:a16="http://schemas.microsoft.com/office/drawing/2014/main" id="{0EE4CBE2-DDAF-386C-C2F5-B35720B71401}"/>
                </a:ext>
              </a:extLst>
            </p:cNvPr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>
              <a:extLst>
                <a:ext uri="{FF2B5EF4-FFF2-40B4-BE49-F238E27FC236}">
                  <a16:creationId xmlns:a16="http://schemas.microsoft.com/office/drawing/2014/main" id="{40010AA6-1D61-5111-D696-4FB432039CAA}"/>
                </a:ext>
              </a:extLst>
            </p:cNvPr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>
              <a:extLst>
                <a:ext uri="{FF2B5EF4-FFF2-40B4-BE49-F238E27FC236}">
                  <a16:creationId xmlns:a16="http://schemas.microsoft.com/office/drawing/2014/main" id="{81DBDAAA-6620-2B8A-E8ED-4D96435D01AA}"/>
                </a:ext>
              </a:extLst>
            </p:cNvPr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>
              <a:extLst>
                <a:ext uri="{FF2B5EF4-FFF2-40B4-BE49-F238E27FC236}">
                  <a16:creationId xmlns:a16="http://schemas.microsoft.com/office/drawing/2014/main" id="{2AF1B2B7-06C8-2432-2767-47C85908EAB1}"/>
                </a:ext>
              </a:extLst>
            </p:cNvPr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>
              <a:extLst>
                <a:ext uri="{FF2B5EF4-FFF2-40B4-BE49-F238E27FC236}">
                  <a16:creationId xmlns:a16="http://schemas.microsoft.com/office/drawing/2014/main" id="{CA757C47-FCDB-BE7F-3539-B0C377F289E0}"/>
                </a:ext>
              </a:extLst>
            </p:cNvPr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>
              <a:extLst>
                <a:ext uri="{FF2B5EF4-FFF2-40B4-BE49-F238E27FC236}">
                  <a16:creationId xmlns:a16="http://schemas.microsoft.com/office/drawing/2014/main" id="{9A8BB06F-F2E6-300D-E1D2-F3F55860620F}"/>
                </a:ext>
              </a:extLst>
            </p:cNvPr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>
              <a:extLst>
                <a:ext uri="{FF2B5EF4-FFF2-40B4-BE49-F238E27FC236}">
                  <a16:creationId xmlns:a16="http://schemas.microsoft.com/office/drawing/2014/main" id="{92C7EBE5-8745-9933-C4D0-5E085836C502}"/>
                </a:ext>
              </a:extLst>
            </p:cNvPr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>
              <a:extLst>
                <a:ext uri="{FF2B5EF4-FFF2-40B4-BE49-F238E27FC236}">
                  <a16:creationId xmlns:a16="http://schemas.microsoft.com/office/drawing/2014/main" id="{274589DE-8C01-BAA2-033F-AF72BA37BFC9}"/>
                </a:ext>
              </a:extLst>
            </p:cNvPr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>
              <a:extLst>
                <a:ext uri="{FF2B5EF4-FFF2-40B4-BE49-F238E27FC236}">
                  <a16:creationId xmlns:a16="http://schemas.microsoft.com/office/drawing/2014/main" id="{C8889A10-B12B-7339-B2AE-7EFF1608D82F}"/>
                </a:ext>
              </a:extLst>
            </p:cNvPr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>
              <a:extLst>
                <a:ext uri="{FF2B5EF4-FFF2-40B4-BE49-F238E27FC236}">
                  <a16:creationId xmlns:a16="http://schemas.microsoft.com/office/drawing/2014/main" id="{68CF915B-12EF-5FF4-A647-654C2387995B}"/>
                </a:ext>
              </a:extLst>
            </p:cNvPr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>
              <a:extLst>
                <a:ext uri="{FF2B5EF4-FFF2-40B4-BE49-F238E27FC236}">
                  <a16:creationId xmlns:a16="http://schemas.microsoft.com/office/drawing/2014/main" id="{AFE13C2B-ABEB-ABF4-A7BD-312A870D2E32}"/>
                </a:ext>
              </a:extLst>
            </p:cNvPr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>
              <a:extLst>
                <a:ext uri="{FF2B5EF4-FFF2-40B4-BE49-F238E27FC236}">
                  <a16:creationId xmlns:a16="http://schemas.microsoft.com/office/drawing/2014/main" id="{BC6B2647-32B1-531C-8083-9544673A51A7}"/>
                </a:ext>
              </a:extLst>
            </p:cNvPr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>
              <a:extLst>
                <a:ext uri="{FF2B5EF4-FFF2-40B4-BE49-F238E27FC236}">
                  <a16:creationId xmlns:a16="http://schemas.microsoft.com/office/drawing/2014/main" id="{4CABEEB4-E03A-E4A1-0DEA-AA72854889F4}"/>
                </a:ext>
              </a:extLst>
            </p:cNvPr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>
              <a:extLst>
                <a:ext uri="{FF2B5EF4-FFF2-40B4-BE49-F238E27FC236}">
                  <a16:creationId xmlns:a16="http://schemas.microsoft.com/office/drawing/2014/main" id="{4C4AEB37-3EF3-1540-0FBD-28BA8F91D278}"/>
                </a:ext>
              </a:extLst>
            </p:cNvPr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25B35855-F093-E216-9C9F-1410DD3F1C73}"/>
                </a:ext>
              </a:extLst>
            </p:cNvPr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>
              <a:extLst>
                <a:ext uri="{FF2B5EF4-FFF2-40B4-BE49-F238E27FC236}">
                  <a16:creationId xmlns:a16="http://schemas.microsoft.com/office/drawing/2014/main" id="{9E5F37E0-47FE-92FB-312B-BD50EB1E21F9}"/>
                </a:ext>
              </a:extLst>
            </p:cNvPr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>
              <a:extLst>
                <a:ext uri="{FF2B5EF4-FFF2-40B4-BE49-F238E27FC236}">
                  <a16:creationId xmlns:a16="http://schemas.microsoft.com/office/drawing/2014/main" id="{937E83C8-D988-84AF-B240-44D64A96B590}"/>
                </a:ext>
              </a:extLst>
            </p:cNvPr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>
              <a:extLst>
                <a:ext uri="{FF2B5EF4-FFF2-40B4-BE49-F238E27FC236}">
                  <a16:creationId xmlns:a16="http://schemas.microsoft.com/office/drawing/2014/main" id="{14D2BE90-B685-988E-B41D-A5CE776B7BD7}"/>
                </a:ext>
              </a:extLst>
            </p:cNvPr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>
              <a:extLst>
                <a:ext uri="{FF2B5EF4-FFF2-40B4-BE49-F238E27FC236}">
                  <a16:creationId xmlns:a16="http://schemas.microsoft.com/office/drawing/2014/main" id="{BA089343-E4E1-045B-9D2D-7A1F74C76398}"/>
                </a:ext>
              </a:extLst>
            </p:cNvPr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>
              <a:extLst>
                <a:ext uri="{FF2B5EF4-FFF2-40B4-BE49-F238E27FC236}">
                  <a16:creationId xmlns:a16="http://schemas.microsoft.com/office/drawing/2014/main" id="{7CAD1AAB-7483-F433-3C91-6CAB8769015E}"/>
                </a:ext>
              </a:extLst>
            </p:cNvPr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>
              <a:extLst>
                <a:ext uri="{FF2B5EF4-FFF2-40B4-BE49-F238E27FC236}">
                  <a16:creationId xmlns:a16="http://schemas.microsoft.com/office/drawing/2014/main" id="{A2EAE2F7-AEF0-3D1A-0501-4CD90514EC70}"/>
                </a:ext>
              </a:extLst>
            </p:cNvPr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>
              <a:extLst>
                <a:ext uri="{FF2B5EF4-FFF2-40B4-BE49-F238E27FC236}">
                  <a16:creationId xmlns:a16="http://schemas.microsoft.com/office/drawing/2014/main" id="{37D9301D-C9AD-CAE6-3065-AE1FE676E768}"/>
                </a:ext>
              </a:extLst>
            </p:cNvPr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>
              <a:extLst>
                <a:ext uri="{FF2B5EF4-FFF2-40B4-BE49-F238E27FC236}">
                  <a16:creationId xmlns:a16="http://schemas.microsoft.com/office/drawing/2014/main" id="{B7DE5CD6-5AA1-5297-F55A-83E97BADC473}"/>
                </a:ext>
              </a:extLst>
            </p:cNvPr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>
              <a:extLst>
                <a:ext uri="{FF2B5EF4-FFF2-40B4-BE49-F238E27FC236}">
                  <a16:creationId xmlns:a16="http://schemas.microsoft.com/office/drawing/2014/main" id="{CB99EFBA-F202-53CE-82B6-22D509B24A88}"/>
                </a:ext>
              </a:extLst>
            </p:cNvPr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>
              <a:extLst>
                <a:ext uri="{FF2B5EF4-FFF2-40B4-BE49-F238E27FC236}">
                  <a16:creationId xmlns:a16="http://schemas.microsoft.com/office/drawing/2014/main" id="{F5845C5E-0553-8F5B-9A4F-5CE66F20B361}"/>
                </a:ext>
              </a:extLst>
            </p:cNvPr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>
              <a:extLst>
                <a:ext uri="{FF2B5EF4-FFF2-40B4-BE49-F238E27FC236}">
                  <a16:creationId xmlns:a16="http://schemas.microsoft.com/office/drawing/2014/main" id="{97683ED0-D546-8F50-B0FF-AEB9A9C7675B}"/>
                </a:ext>
              </a:extLst>
            </p:cNvPr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3F2B30F6-0565-7668-A6C5-09305D3780E9}"/>
                </a:ext>
              </a:extLst>
            </p:cNvPr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>
              <a:extLst>
                <a:ext uri="{FF2B5EF4-FFF2-40B4-BE49-F238E27FC236}">
                  <a16:creationId xmlns:a16="http://schemas.microsoft.com/office/drawing/2014/main" id="{B630884A-8C90-D344-F203-7AAD8EA2A6EC}"/>
                </a:ext>
              </a:extLst>
            </p:cNvPr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>
              <a:extLst>
                <a:ext uri="{FF2B5EF4-FFF2-40B4-BE49-F238E27FC236}">
                  <a16:creationId xmlns:a16="http://schemas.microsoft.com/office/drawing/2014/main" id="{7AEC23B7-5DBF-B6A5-980F-A2AD4A3CBBE9}"/>
                </a:ext>
              </a:extLst>
            </p:cNvPr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7EEEC73A-521C-5276-1438-B22B2D3EBBBF}"/>
                </a:ext>
              </a:extLst>
            </p:cNvPr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6AC08DD3-2113-AE5A-0C11-4B337C5E427F}"/>
                </a:ext>
              </a:extLst>
            </p:cNvPr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CE5966D5-43C9-6EDF-84D4-7A3350206633}"/>
                </a:ext>
              </a:extLst>
            </p:cNvPr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03B19D78-F60A-284F-64FE-35AD62C72C22}"/>
                </a:ext>
              </a:extLst>
            </p:cNvPr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6B06292C-6859-F29C-F3DC-19179565A701}"/>
                </a:ext>
              </a:extLst>
            </p:cNvPr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9A59A097-114C-A7C2-30F4-287D62B47DCB}"/>
                </a:ext>
              </a:extLst>
            </p:cNvPr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80926435-56D1-2D2E-35CB-25200BF1DBAF}"/>
                </a:ext>
              </a:extLst>
            </p:cNvPr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C263503F-8983-8B9A-32ED-91C866C2EB73}"/>
                </a:ext>
              </a:extLst>
            </p:cNvPr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D672FFD4-A443-F5D5-8EF1-07831A9D70DC}"/>
                </a:ext>
              </a:extLst>
            </p:cNvPr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13B1DFDB-5EE8-BFF8-2544-77F37A2AAE67}"/>
                </a:ext>
              </a:extLst>
            </p:cNvPr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>
              <a:extLst>
                <a:ext uri="{FF2B5EF4-FFF2-40B4-BE49-F238E27FC236}">
                  <a16:creationId xmlns:a16="http://schemas.microsoft.com/office/drawing/2014/main" id="{13466AD4-E05D-B6DC-5DE2-8E906365A2D0}"/>
                </a:ext>
              </a:extLst>
            </p:cNvPr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28E069D7-C6F2-1861-0FF6-B29AA150D57E}"/>
                </a:ext>
              </a:extLst>
            </p:cNvPr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A3A9F06D-299C-ABD2-D64A-7C6ABB03D663}"/>
                </a:ext>
              </a:extLst>
            </p:cNvPr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4A58A7BD-09B9-EC53-6E5C-99B2243F8443}"/>
                </a:ext>
              </a:extLst>
            </p:cNvPr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6BDEAAD7-C130-2BDA-5B7B-9A67ADEA4AD9}"/>
                </a:ext>
              </a:extLst>
            </p:cNvPr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945F63EF-9501-441F-94E4-EDF6541F1C9A}"/>
                </a:ext>
              </a:extLst>
            </p:cNvPr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D48961B7-8053-4E6D-49EF-239FE7321BB3}"/>
                </a:ext>
              </a:extLst>
            </p:cNvPr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57CFA1FE-32FE-A0DD-2DD6-B95B0063FE46}"/>
                </a:ext>
              </a:extLst>
            </p:cNvPr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522F8CF1-373B-03AA-151D-90B771F98F6E}"/>
                </a:ext>
              </a:extLst>
            </p:cNvPr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B72E6A8D-1516-F3A7-87DB-BC94B47FDDA0}"/>
                </a:ext>
              </a:extLst>
            </p:cNvPr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>
              <a:extLst>
                <a:ext uri="{FF2B5EF4-FFF2-40B4-BE49-F238E27FC236}">
                  <a16:creationId xmlns:a16="http://schemas.microsoft.com/office/drawing/2014/main" id="{E60B9B21-C610-641D-2C64-2DEF9AFE208F}"/>
                </a:ext>
              </a:extLst>
            </p:cNvPr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3451DFF2-F90B-85F7-E597-E151C942D4F7}"/>
                </a:ext>
              </a:extLst>
            </p:cNvPr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144E2007-08EC-C5D7-00D3-15B693170514}"/>
                </a:ext>
              </a:extLst>
            </p:cNvPr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3818FCC6-D716-F330-22EE-5B7A333F6CFB}"/>
                </a:ext>
              </a:extLst>
            </p:cNvPr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B0643BEC-C234-89B6-7122-A8DE117243B9}"/>
                </a:ext>
              </a:extLst>
            </p:cNvPr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>
              <a:extLst>
                <a:ext uri="{FF2B5EF4-FFF2-40B4-BE49-F238E27FC236}">
                  <a16:creationId xmlns:a16="http://schemas.microsoft.com/office/drawing/2014/main" id="{50D139C1-9C9D-4554-832B-8D9B02C9AD8D}"/>
                </a:ext>
              </a:extLst>
            </p:cNvPr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563DDDA9-E1B5-B05E-0133-AC5B473A0205}"/>
                </a:ext>
              </a:extLst>
            </p:cNvPr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3FA6858C-4105-70B0-D309-C6760D55186E}"/>
                </a:ext>
              </a:extLst>
            </p:cNvPr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>
              <a:extLst>
                <a:ext uri="{FF2B5EF4-FFF2-40B4-BE49-F238E27FC236}">
                  <a16:creationId xmlns:a16="http://schemas.microsoft.com/office/drawing/2014/main" id="{9FF4A545-A059-11D4-3884-44F269FBA8C4}"/>
                </a:ext>
              </a:extLst>
            </p:cNvPr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6352F632-F2E6-5013-2E71-F8E4D115E138}"/>
                </a:ext>
              </a:extLst>
            </p:cNvPr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1B88A678-8E69-468E-2407-E62322FF6390}"/>
                </a:ext>
              </a:extLst>
            </p:cNvPr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>
              <a:extLst>
                <a:ext uri="{FF2B5EF4-FFF2-40B4-BE49-F238E27FC236}">
                  <a16:creationId xmlns:a16="http://schemas.microsoft.com/office/drawing/2014/main" id="{FB8F1D61-31A2-3B85-2BBA-E73FE2A6AAC2}"/>
                </a:ext>
              </a:extLst>
            </p:cNvPr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FC744482-B944-77A0-A3D3-62DFD743F04E}"/>
                </a:ext>
              </a:extLst>
            </p:cNvPr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9A17AE3D-8A79-CA74-B0BB-F737976A4916}"/>
                </a:ext>
              </a:extLst>
            </p:cNvPr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>
              <a:extLst>
                <a:ext uri="{FF2B5EF4-FFF2-40B4-BE49-F238E27FC236}">
                  <a16:creationId xmlns:a16="http://schemas.microsoft.com/office/drawing/2014/main" id="{279E6BA8-350D-F762-772E-C4C4B5E1541E}"/>
                </a:ext>
              </a:extLst>
            </p:cNvPr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>
              <a:extLst>
                <a:ext uri="{FF2B5EF4-FFF2-40B4-BE49-F238E27FC236}">
                  <a16:creationId xmlns:a16="http://schemas.microsoft.com/office/drawing/2014/main" id="{031C7CA2-1925-A79C-ECB5-CBA476DE4573}"/>
                </a:ext>
              </a:extLst>
            </p:cNvPr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>
              <a:extLst>
                <a:ext uri="{FF2B5EF4-FFF2-40B4-BE49-F238E27FC236}">
                  <a16:creationId xmlns:a16="http://schemas.microsoft.com/office/drawing/2014/main" id="{CD50C62F-B30E-ED1B-C028-B909E35DD4BA}"/>
                </a:ext>
              </a:extLst>
            </p:cNvPr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>
              <a:extLst>
                <a:ext uri="{FF2B5EF4-FFF2-40B4-BE49-F238E27FC236}">
                  <a16:creationId xmlns:a16="http://schemas.microsoft.com/office/drawing/2014/main" id="{36D28C44-A38B-604C-7875-6E6377E125BB}"/>
                </a:ext>
              </a:extLst>
            </p:cNvPr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>
              <a:extLst>
                <a:ext uri="{FF2B5EF4-FFF2-40B4-BE49-F238E27FC236}">
                  <a16:creationId xmlns:a16="http://schemas.microsoft.com/office/drawing/2014/main" id="{7793B5DC-5513-6CC5-41CB-B4917C9BFF10}"/>
                </a:ext>
              </a:extLst>
            </p:cNvPr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>
              <a:extLst>
                <a:ext uri="{FF2B5EF4-FFF2-40B4-BE49-F238E27FC236}">
                  <a16:creationId xmlns:a16="http://schemas.microsoft.com/office/drawing/2014/main" id="{E8D4CA91-455D-B528-C50C-EC80906727A4}"/>
                </a:ext>
              </a:extLst>
            </p:cNvPr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>
              <a:extLst>
                <a:ext uri="{FF2B5EF4-FFF2-40B4-BE49-F238E27FC236}">
                  <a16:creationId xmlns:a16="http://schemas.microsoft.com/office/drawing/2014/main" id="{D0BAC27D-C3ED-8ECE-FC36-2BB5B56006DA}"/>
                </a:ext>
              </a:extLst>
            </p:cNvPr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>
              <a:extLst>
                <a:ext uri="{FF2B5EF4-FFF2-40B4-BE49-F238E27FC236}">
                  <a16:creationId xmlns:a16="http://schemas.microsoft.com/office/drawing/2014/main" id="{07EB80E5-6422-2F0B-FB4B-6E0ADB68A3A6}"/>
                </a:ext>
              </a:extLst>
            </p:cNvPr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>
              <a:extLst>
                <a:ext uri="{FF2B5EF4-FFF2-40B4-BE49-F238E27FC236}">
                  <a16:creationId xmlns:a16="http://schemas.microsoft.com/office/drawing/2014/main" id="{35658364-A062-E1BF-A3FC-E5A2014AAEBA}"/>
                </a:ext>
              </a:extLst>
            </p:cNvPr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>
              <a:extLst>
                <a:ext uri="{FF2B5EF4-FFF2-40B4-BE49-F238E27FC236}">
                  <a16:creationId xmlns:a16="http://schemas.microsoft.com/office/drawing/2014/main" id="{2C4EC134-ED79-662A-0643-F047AD337450}"/>
                </a:ext>
              </a:extLst>
            </p:cNvPr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>
              <a:extLst>
                <a:ext uri="{FF2B5EF4-FFF2-40B4-BE49-F238E27FC236}">
                  <a16:creationId xmlns:a16="http://schemas.microsoft.com/office/drawing/2014/main" id="{E4B84F6E-04E6-340D-7100-532C5224584F}"/>
                </a:ext>
              </a:extLst>
            </p:cNvPr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>
              <a:extLst>
                <a:ext uri="{FF2B5EF4-FFF2-40B4-BE49-F238E27FC236}">
                  <a16:creationId xmlns:a16="http://schemas.microsoft.com/office/drawing/2014/main" id="{BA394A69-6765-F2F9-F0DD-8ABAA861E997}"/>
                </a:ext>
              </a:extLst>
            </p:cNvPr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>
              <a:extLst>
                <a:ext uri="{FF2B5EF4-FFF2-40B4-BE49-F238E27FC236}">
                  <a16:creationId xmlns:a16="http://schemas.microsoft.com/office/drawing/2014/main" id="{6DA649C3-F214-F0F7-B8E7-13A0D5E0B953}"/>
                </a:ext>
              </a:extLst>
            </p:cNvPr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04284385-2543-9654-5F5D-12343B3691AD}"/>
                </a:ext>
              </a:extLst>
            </p:cNvPr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D0130751-A2A3-B675-E4A6-8EA7DF76583E}"/>
                </a:ext>
              </a:extLst>
            </p:cNvPr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B8CA1426-91D9-5997-3B09-3352A9AEE647}"/>
                </a:ext>
              </a:extLst>
            </p:cNvPr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4CC66599-3232-AC71-379E-4549FC688D24}"/>
                </a:ext>
              </a:extLst>
            </p:cNvPr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F01E8B64-0C03-F875-32D4-3AA69F53387C}"/>
                </a:ext>
              </a:extLst>
            </p:cNvPr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858D8165-4E1F-F75D-B53E-4C69024DF74C}"/>
                </a:ext>
              </a:extLst>
            </p:cNvPr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E116F112-5110-8D8E-DF59-79B453F37D00}"/>
                </a:ext>
              </a:extLst>
            </p:cNvPr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3EAF8146-5F93-82A6-5BAB-DD8D774FA7EC}"/>
                </a:ext>
              </a:extLst>
            </p:cNvPr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D0232AA6-533D-2DBC-4F5F-00E2BB0BB75A}"/>
                </a:ext>
              </a:extLst>
            </p:cNvPr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954BE63B-5DCA-2597-1717-27EBC490E605}"/>
                </a:ext>
              </a:extLst>
            </p:cNvPr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7535C1CC-306B-7763-8C05-DAD85CF5B5C2}"/>
                </a:ext>
              </a:extLst>
            </p:cNvPr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6199504D-739E-EFFF-D992-A576C1FF018B}"/>
                </a:ext>
              </a:extLst>
            </p:cNvPr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A892DE86-20D0-22C5-FBC7-8D7367D648BC}"/>
                </a:ext>
              </a:extLst>
            </p:cNvPr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9C966534-E824-E7EF-A306-D3AD35142564}"/>
                </a:ext>
              </a:extLst>
            </p:cNvPr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B4D7DED4-94B3-C3F6-A695-05E0C7264C42}"/>
                </a:ext>
              </a:extLst>
            </p:cNvPr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BB23B3B9-0A22-8083-93D0-E8759A308A47}"/>
                </a:ext>
              </a:extLst>
            </p:cNvPr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066B4413-ABF6-52AC-D5F3-B54EF79CD0EC}"/>
                </a:ext>
              </a:extLst>
            </p:cNvPr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AAB60BE8-98BA-154A-0FFF-086A8319B890}"/>
                </a:ext>
              </a:extLst>
            </p:cNvPr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788C488D-FCF6-0036-F6B6-1C2D4EB00E7E}"/>
                </a:ext>
              </a:extLst>
            </p:cNvPr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980B76E8-A1BA-CC5C-C811-21FF134E1CBF}"/>
                </a:ext>
              </a:extLst>
            </p:cNvPr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FD7CD82A-30BE-C03F-9E1F-00A091C8CF1A}"/>
                </a:ext>
              </a:extLst>
            </p:cNvPr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3993E2AF-B6A5-C90F-FCCD-EC8DEA6CFDD3}"/>
                </a:ext>
              </a:extLst>
            </p:cNvPr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04975453-3612-31C3-6A51-8D8BD7C48776}"/>
                </a:ext>
              </a:extLst>
            </p:cNvPr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CBD1E945-B494-B5F3-5F0B-FC38D0F2E579}"/>
                </a:ext>
              </a:extLst>
            </p:cNvPr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30DC39A2-4D8B-7B5C-42EA-2B260D711AC2}"/>
                </a:ext>
              </a:extLst>
            </p:cNvPr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48301C9D-5FCD-D80F-113E-53282A17373E}"/>
                </a:ext>
              </a:extLst>
            </p:cNvPr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3699FD12-E8C2-3C3A-1600-B44C81C7C27D}"/>
                </a:ext>
              </a:extLst>
            </p:cNvPr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285E2B4C-362E-DC79-29C2-162C98B1D4AC}"/>
                </a:ext>
              </a:extLst>
            </p:cNvPr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CC3A3B4D-9171-7A86-6294-BC02F3DC6C4B}"/>
              </a:ext>
            </a:extLst>
          </p:cNvPr>
          <p:cNvSpPr/>
          <p:nvPr/>
        </p:nvSpPr>
        <p:spPr>
          <a:xfrm>
            <a:off x="2100075" y="1429050"/>
            <a:ext cx="2856600" cy="804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468990D9-2A18-0207-8622-D15C2BCC168D}"/>
              </a:ext>
            </a:extLst>
          </p:cNvPr>
          <p:cNvSpPr/>
          <p:nvPr/>
        </p:nvSpPr>
        <p:spPr>
          <a:xfrm>
            <a:off x="2138186" y="1497300"/>
            <a:ext cx="2780400" cy="668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66B4DC48-DB80-FDE6-8053-A52678691FE0}"/>
              </a:ext>
            </a:extLst>
          </p:cNvPr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EE9348DD-82A4-346A-2ECE-4AB6C9F6DD63}"/>
              </a:ext>
            </a:extLst>
          </p:cNvPr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A6E65A84-CF7F-DCEF-28CB-52EA4351D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0024" y="540075"/>
            <a:ext cx="4785789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Esquema XSD</a:t>
            </a:r>
            <a:br>
              <a:rPr lang="es-ES" dirty="0"/>
            </a:br>
            <a:endParaRPr lang="es-ES" dirty="0"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0BCD3DBE-0116-A17C-08D5-40A888027FA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1073725"/>
            <a:ext cx="12900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06</a:t>
            </a:r>
            <a:endParaRPr/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DEFF605E-41FA-C2CE-2F35-DA0650022F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20024" y="1740504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b="1">
                <a:solidFill>
                  <a:schemeClr val="lt1"/>
                </a:solidFill>
              </a:rPr>
              <a:t>XSD Original y XSD Propuesto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3" name="Google Shape;753;p35">
            <a:extLst>
              <a:ext uri="{FF2B5EF4-FFF2-40B4-BE49-F238E27FC236}">
                <a16:creationId xmlns:a16="http://schemas.microsoft.com/office/drawing/2014/main" id="{094BC66D-7A4B-DEBD-3C63-E4BCA1987D6E}"/>
              </a:ext>
            </a:extLst>
          </p:cNvPr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>
            <a:extLst>
              <a:ext uri="{FF2B5EF4-FFF2-40B4-BE49-F238E27FC236}">
                <a16:creationId xmlns:a16="http://schemas.microsoft.com/office/drawing/2014/main" id="{99BEC27C-27DE-4EBE-CD26-34DBA651D042}"/>
              </a:ext>
            </a:extLst>
          </p:cNvPr>
          <p:cNvSpPr/>
          <p:nvPr/>
        </p:nvSpPr>
        <p:spPr>
          <a:xfrm flipH="1">
            <a:off x="7839693" y="-395102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AB3AA34-4B4E-75E6-FAC0-4A11534381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83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>
          <a:extLst>
            <a:ext uri="{FF2B5EF4-FFF2-40B4-BE49-F238E27FC236}">
              <a16:creationId xmlns:a16="http://schemas.microsoft.com/office/drawing/2014/main" id="{525F0B69-008F-BDA6-97E6-485407B9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7BC9394-D991-9AEC-810A-2EC4597ADE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22</a:t>
            </a:fld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5C95752-1B2D-0C8B-18BC-E8FC40A0A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714" y="963895"/>
            <a:ext cx="6084572" cy="3752483"/>
          </a:xfrm>
          <a:prstGeom prst="rect">
            <a:avLst/>
          </a:prstGeom>
        </p:spPr>
      </p:pic>
      <p:sp>
        <p:nvSpPr>
          <p:cNvPr id="19" name="Google Shape;750;p35">
            <a:extLst>
              <a:ext uri="{FF2B5EF4-FFF2-40B4-BE49-F238E27FC236}">
                <a16:creationId xmlns:a16="http://schemas.microsoft.com/office/drawing/2014/main" id="{DC9FBDC9-BD99-D5FF-6C0B-8CC64855C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9105" y="116206"/>
            <a:ext cx="4785789" cy="6218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Esquema XSD Original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7096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>
          <a:extLst>
            <a:ext uri="{FF2B5EF4-FFF2-40B4-BE49-F238E27FC236}">
              <a16:creationId xmlns:a16="http://schemas.microsoft.com/office/drawing/2014/main" id="{92CA3CA9-62E6-7BFA-085D-72E62A53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33BD8D-9517-4802-71B4-245D335C88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23</a:t>
            </a:fld>
            <a:endParaRPr lang="es-ES"/>
          </a:p>
        </p:txBody>
      </p:sp>
      <p:sp>
        <p:nvSpPr>
          <p:cNvPr id="19" name="Google Shape;750;p35">
            <a:extLst>
              <a:ext uri="{FF2B5EF4-FFF2-40B4-BE49-F238E27FC236}">
                <a16:creationId xmlns:a16="http://schemas.microsoft.com/office/drawing/2014/main" id="{D683C931-F650-04C8-F709-707665B67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9105" y="116206"/>
            <a:ext cx="4785789" cy="6218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Esquema XSD Propuesto</a:t>
            </a:r>
            <a:br>
              <a:rPr lang="es-ES" dirty="0"/>
            </a:b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4D2A5C-FB2C-2D41-5A43-039E7EE5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3" t="2045" r="962" b="190"/>
          <a:stretch>
            <a:fillRect/>
          </a:stretch>
        </p:blipFill>
        <p:spPr>
          <a:xfrm>
            <a:off x="364385" y="962526"/>
            <a:ext cx="8415230" cy="353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58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C4397BDE-2D39-EE37-7136-F73FFFBF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>
            <a:extLst>
              <a:ext uri="{FF2B5EF4-FFF2-40B4-BE49-F238E27FC236}">
                <a16:creationId xmlns:a16="http://schemas.microsoft.com/office/drawing/2014/main" id="{8900EBAF-2667-8D14-2313-D9C7373ABB1C}"/>
              </a:ext>
            </a:extLst>
          </p:cNvPr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>
              <a:extLst>
                <a:ext uri="{FF2B5EF4-FFF2-40B4-BE49-F238E27FC236}">
                  <a16:creationId xmlns:a16="http://schemas.microsoft.com/office/drawing/2014/main" id="{05E90416-B8D7-36DF-4229-38BAB85D5892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>
              <a:extLst>
                <a:ext uri="{FF2B5EF4-FFF2-40B4-BE49-F238E27FC236}">
                  <a16:creationId xmlns:a16="http://schemas.microsoft.com/office/drawing/2014/main" id="{71B3DA27-72D4-155E-F802-56B83FE87BA2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>
              <a:extLst>
                <a:ext uri="{FF2B5EF4-FFF2-40B4-BE49-F238E27FC236}">
                  <a16:creationId xmlns:a16="http://schemas.microsoft.com/office/drawing/2014/main" id="{F44A1027-C6F1-5259-E167-1133E15BF1E7}"/>
                </a:ext>
              </a:extLst>
            </p:cNvPr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>
              <a:extLst>
                <a:ext uri="{FF2B5EF4-FFF2-40B4-BE49-F238E27FC236}">
                  <a16:creationId xmlns:a16="http://schemas.microsoft.com/office/drawing/2014/main" id="{85C6B6CD-C106-775B-C8DA-783290E339C6}"/>
                </a:ext>
              </a:extLst>
            </p:cNvPr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>
              <a:extLst>
                <a:ext uri="{FF2B5EF4-FFF2-40B4-BE49-F238E27FC236}">
                  <a16:creationId xmlns:a16="http://schemas.microsoft.com/office/drawing/2014/main" id="{0C177073-3608-916F-6837-C1E58E37BDBD}"/>
                </a:ext>
              </a:extLst>
            </p:cNvPr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>
              <a:extLst>
                <a:ext uri="{FF2B5EF4-FFF2-40B4-BE49-F238E27FC236}">
                  <a16:creationId xmlns:a16="http://schemas.microsoft.com/office/drawing/2014/main" id="{E24A241C-78C5-FA7F-E68E-9C32CFAD5A69}"/>
                </a:ext>
              </a:extLst>
            </p:cNvPr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>
              <a:extLst>
                <a:ext uri="{FF2B5EF4-FFF2-40B4-BE49-F238E27FC236}">
                  <a16:creationId xmlns:a16="http://schemas.microsoft.com/office/drawing/2014/main" id="{3F73478F-31F7-E720-EC46-BE939E57A913}"/>
                </a:ext>
              </a:extLst>
            </p:cNvPr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>
              <a:extLst>
                <a:ext uri="{FF2B5EF4-FFF2-40B4-BE49-F238E27FC236}">
                  <a16:creationId xmlns:a16="http://schemas.microsoft.com/office/drawing/2014/main" id="{99963564-22A5-F70F-A174-BF39C048C008}"/>
                </a:ext>
              </a:extLst>
            </p:cNvPr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>
              <a:extLst>
                <a:ext uri="{FF2B5EF4-FFF2-40B4-BE49-F238E27FC236}">
                  <a16:creationId xmlns:a16="http://schemas.microsoft.com/office/drawing/2014/main" id="{96D1F32A-C01F-C336-0160-B021BD58D4BA}"/>
                </a:ext>
              </a:extLst>
            </p:cNvPr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>
              <a:extLst>
                <a:ext uri="{FF2B5EF4-FFF2-40B4-BE49-F238E27FC236}">
                  <a16:creationId xmlns:a16="http://schemas.microsoft.com/office/drawing/2014/main" id="{013897EE-838D-A12A-B605-547E532CAB09}"/>
                </a:ext>
              </a:extLst>
            </p:cNvPr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>
              <a:extLst>
                <a:ext uri="{FF2B5EF4-FFF2-40B4-BE49-F238E27FC236}">
                  <a16:creationId xmlns:a16="http://schemas.microsoft.com/office/drawing/2014/main" id="{2C2C6FFA-F829-7BFE-9B12-4BD50DBAF763}"/>
                </a:ext>
              </a:extLst>
            </p:cNvPr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>
              <a:extLst>
                <a:ext uri="{FF2B5EF4-FFF2-40B4-BE49-F238E27FC236}">
                  <a16:creationId xmlns:a16="http://schemas.microsoft.com/office/drawing/2014/main" id="{67F09F6E-DD09-9A76-6638-B745A1C0BDD0}"/>
                </a:ext>
              </a:extLst>
            </p:cNvPr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>
              <a:extLst>
                <a:ext uri="{FF2B5EF4-FFF2-40B4-BE49-F238E27FC236}">
                  <a16:creationId xmlns:a16="http://schemas.microsoft.com/office/drawing/2014/main" id="{F62DFCB7-26B9-3839-8ECC-BB6EAB472E88}"/>
                </a:ext>
              </a:extLst>
            </p:cNvPr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>
              <a:extLst>
                <a:ext uri="{FF2B5EF4-FFF2-40B4-BE49-F238E27FC236}">
                  <a16:creationId xmlns:a16="http://schemas.microsoft.com/office/drawing/2014/main" id="{B1267A64-4194-FFD5-D242-9021A358C58F}"/>
                </a:ext>
              </a:extLst>
            </p:cNvPr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>
              <a:extLst>
                <a:ext uri="{FF2B5EF4-FFF2-40B4-BE49-F238E27FC236}">
                  <a16:creationId xmlns:a16="http://schemas.microsoft.com/office/drawing/2014/main" id="{7E0DF8A6-0C57-4ECE-DE09-7972D563B9F9}"/>
                </a:ext>
              </a:extLst>
            </p:cNvPr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>
              <a:extLst>
                <a:ext uri="{FF2B5EF4-FFF2-40B4-BE49-F238E27FC236}">
                  <a16:creationId xmlns:a16="http://schemas.microsoft.com/office/drawing/2014/main" id="{9EC29F8D-2C56-0C42-6D16-54635659FDA4}"/>
                </a:ext>
              </a:extLst>
            </p:cNvPr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>
              <a:extLst>
                <a:ext uri="{FF2B5EF4-FFF2-40B4-BE49-F238E27FC236}">
                  <a16:creationId xmlns:a16="http://schemas.microsoft.com/office/drawing/2014/main" id="{B96F54A0-7504-86B0-CAB6-67CEF22D74BB}"/>
                </a:ext>
              </a:extLst>
            </p:cNvPr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>
              <a:extLst>
                <a:ext uri="{FF2B5EF4-FFF2-40B4-BE49-F238E27FC236}">
                  <a16:creationId xmlns:a16="http://schemas.microsoft.com/office/drawing/2014/main" id="{AB6ACBDA-0575-40B2-F2A4-3F53777EDFF6}"/>
                </a:ext>
              </a:extLst>
            </p:cNvPr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>
              <a:extLst>
                <a:ext uri="{FF2B5EF4-FFF2-40B4-BE49-F238E27FC236}">
                  <a16:creationId xmlns:a16="http://schemas.microsoft.com/office/drawing/2014/main" id="{4D65A5BB-F3DB-7111-EDF5-42D108F46908}"/>
                </a:ext>
              </a:extLst>
            </p:cNvPr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>
              <a:extLst>
                <a:ext uri="{FF2B5EF4-FFF2-40B4-BE49-F238E27FC236}">
                  <a16:creationId xmlns:a16="http://schemas.microsoft.com/office/drawing/2014/main" id="{9B999A2D-3BB6-80D1-A195-4AA09E2F5D53}"/>
                </a:ext>
              </a:extLst>
            </p:cNvPr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>
              <a:extLst>
                <a:ext uri="{FF2B5EF4-FFF2-40B4-BE49-F238E27FC236}">
                  <a16:creationId xmlns:a16="http://schemas.microsoft.com/office/drawing/2014/main" id="{AEAAC1E4-C736-2814-5A4D-BF45A123E376}"/>
                </a:ext>
              </a:extLst>
            </p:cNvPr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>
              <a:extLst>
                <a:ext uri="{FF2B5EF4-FFF2-40B4-BE49-F238E27FC236}">
                  <a16:creationId xmlns:a16="http://schemas.microsoft.com/office/drawing/2014/main" id="{4DB01705-B45C-EAA7-DF86-E786B7F120D1}"/>
                </a:ext>
              </a:extLst>
            </p:cNvPr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>
              <a:extLst>
                <a:ext uri="{FF2B5EF4-FFF2-40B4-BE49-F238E27FC236}">
                  <a16:creationId xmlns:a16="http://schemas.microsoft.com/office/drawing/2014/main" id="{C3C2F056-C343-8708-8FD5-DB746E2BB90C}"/>
                </a:ext>
              </a:extLst>
            </p:cNvPr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>
              <a:extLst>
                <a:ext uri="{FF2B5EF4-FFF2-40B4-BE49-F238E27FC236}">
                  <a16:creationId xmlns:a16="http://schemas.microsoft.com/office/drawing/2014/main" id="{38511AB6-A8A2-31D1-AAF4-664E91E9F1D5}"/>
                </a:ext>
              </a:extLst>
            </p:cNvPr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>
              <a:extLst>
                <a:ext uri="{FF2B5EF4-FFF2-40B4-BE49-F238E27FC236}">
                  <a16:creationId xmlns:a16="http://schemas.microsoft.com/office/drawing/2014/main" id="{B107E69B-0E01-25A7-2CEC-C15B3482EE4F}"/>
                </a:ext>
              </a:extLst>
            </p:cNvPr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>
              <a:extLst>
                <a:ext uri="{FF2B5EF4-FFF2-40B4-BE49-F238E27FC236}">
                  <a16:creationId xmlns:a16="http://schemas.microsoft.com/office/drawing/2014/main" id="{7A386FD4-18ED-7130-951F-51E0CEC45C9D}"/>
                </a:ext>
              </a:extLst>
            </p:cNvPr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>
              <a:extLst>
                <a:ext uri="{FF2B5EF4-FFF2-40B4-BE49-F238E27FC236}">
                  <a16:creationId xmlns:a16="http://schemas.microsoft.com/office/drawing/2014/main" id="{0317F89D-474C-0FDD-8795-6D2CBBA6D703}"/>
                </a:ext>
              </a:extLst>
            </p:cNvPr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>
              <a:extLst>
                <a:ext uri="{FF2B5EF4-FFF2-40B4-BE49-F238E27FC236}">
                  <a16:creationId xmlns:a16="http://schemas.microsoft.com/office/drawing/2014/main" id="{41A95F91-8CE6-81E3-5F29-002F4709FCBA}"/>
                </a:ext>
              </a:extLst>
            </p:cNvPr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>
              <a:extLst>
                <a:ext uri="{FF2B5EF4-FFF2-40B4-BE49-F238E27FC236}">
                  <a16:creationId xmlns:a16="http://schemas.microsoft.com/office/drawing/2014/main" id="{7B40F142-B0AA-A8EA-F4B2-6F36B4EFFEE9}"/>
                </a:ext>
              </a:extLst>
            </p:cNvPr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>
              <a:extLst>
                <a:ext uri="{FF2B5EF4-FFF2-40B4-BE49-F238E27FC236}">
                  <a16:creationId xmlns:a16="http://schemas.microsoft.com/office/drawing/2014/main" id="{6B3098B6-CC49-73DD-F31D-76751E33E8A3}"/>
                </a:ext>
              </a:extLst>
            </p:cNvPr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>
              <a:extLst>
                <a:ext uri="{FF2B5EF4-FFF2-40B4-BE49-F238E27FC236}">
                  <a16:creationId xmlns:a16="http://schemas.microsoft.com/office/drawing/2014/main" id="{E2C35DE1-8563-1D9C-E41F-FA1F441D04BE}"/>
                </a:ext>
              </a:extLst>
            </p:cNvPr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>
              <a:extLst>
                <a:ext uri="{FF2B5EF4-FFF2-40B4-BE49-F238E27FC236}">
                  <a16:creationId xmlns:a16="http://schemas.microsoft.com/office/drawing/2014/main" id="{8CE090D4-67C6-1752-0E91-D50BDDE2320B}"/>
                </a:ext>
              </a:extLst>
            </p:cNvPr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>
              <a:extLst>
                <a:ext uri="{FF2B5EF4-FFF2-40B4-BE49-F238E27FC236}">
                  <a16:creationId xmlns:a16="http://schemas.microsoft.com/office/drawing/2014/main" id="{95452BEA-90C9-EDE2-E960-AADFB10A16EF}"/>
                </a:ext>
              </a:extLst>
            </p:cNvPr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>
              <a:extLst>
                <a:ext uri="{FF2B5EF4-FFF2-40B4-BE49-F238E27FC236}">
                  <a16:creationId xmlns:a16="http://schemas.microsoft.com/office/drawing/2014/main" id="{D1050453-13B1-45F3-794C-BA99969EC2C2}"/>
                </a:ext>
              </a:extLst>
            </p:cNvPr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>
              <a:extLst>
                <a:ext uri="{FF2B5EF4-FFF2-40B4-BE49-F238E27FC236}">
                  <a16:creationId xmlns:a16="http://schemas.microsoft.com/office/drawing/2014/main" id="{0EA404A8-7440-D5E8-54CD-230B4822B925}"/>
                </a:ext>
              </a:extLst>
            </p:cNvPr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>
              <a:extLst>
                <a:ext uri="{FF2B5EF4-FFF2-40B4-BE49-F238E27FC236}">
                  <a16:creationId xmlns:a16="http://schemas.microsoft.com/office/drawing/2014/main" id="{F2C2793A-E40A-2F89-10B1-A57BF20D7046}"/>
                </a:ext>
              </a:extLst>
            </p:cNvPr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>
              <a:extLst>
                <a:ext uri="{FF2B5EF4-FFF2-40B4-BE49-F238E27FC236}">
                  <a16:creationId xmlns:a16="http://schemas.microsoft.com/office/drawing/2014/main" id="{2128FD09-90CA-E66D-5AA1-1798AFB22FDB}"/>
                </a:ext>
              </a:extLst>
            </p:cNvPr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>
              <a:extLst>
                <a:ext uri="{FF2B5EF4-FFF2-40B4-BE49-F238E27FC236}">
                  <a16:creationId xmlns:a16="http://schemas.microsoft.com/office/drawing/2014/main" id="{1BEBE032-F66A-5419-1232-CF0265684453}"/>
                </a:ext>
              </a:extLst>
            </p:cNvPr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>
              <a:extLst>
                <a:ext uri="{FF2B5EF4-FFF2-40B4-BE49-F238E27FC236}">
                  <a16:creationId xmlns:a16="http://schemas.microsoft.com/office/drawing/2014/main" id="{D149176C-D247-5953-ECD6-9F6A42480DE0}"/>
                </a:ext>
              </a:extLst>
            </p:cNvPr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>
              <a:extLst>
                <a:ext uri="{FF2B5EF4-FFF2-40B4-BE49-F238E27FC236}">
                  <a16:creationId xmlns:a16="http://schemas.microsoft.com/office/drawing/2014/main" id="{9C64A38F-6A6C-D4D9-65D3-F719C4590298}"/>
                </a:ext>
              </a:extLst>
            </p:cNvPr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>
              <a:extLst>
                <a:ext uri="{FF2B5EF4-FFF2-40B4-BE49-F238E27FC236}">
                  <a16:creationId xmlns:a16="http://schemas.microsoft.com/office/drawing/2014/main" id="{669619D0-E26F-066E-CADE-019CA6FAB00F}"/>
                </a:ext>
              </a:extLst>
            </p:cNvPr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>
              <a:extLst>
                <a:ext uri="{FF2B5EF4-FFF2-40B4-BE49-F238E27FC236}">
                  <a16:creationId xmlns:a16="http://schemas.microsoft.com/office/drawing/2014/main" id="{8070CA98-1555-791E-6D0C-29ADD4B060D4}"/>
                </a:ext>
              </a:extLst>
            </p:cNvPr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>
              <a:extLst>
                <a:ext uri="{FF2B5EF4-FFF2-40B4-BE49-F238E27FC236}">
                  <a16:creationId xmlns:a16="http://schemas.microsoft.com/office/drawing/2014/main" id="{1EAE87E2-7997-8A04-0891-7ED14BB38234}"/>
                </a:ext>
              </a:extLst>
            </p:cNvPr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>
              <a:extLst>
                <a:ext uri="{FF2B5EF4-FFF2-40B4-BE49-F238E27FC236}">
                  <a16:creationId xmlns:a16="http://schemas.microsoft.com/office/drawing/2014/main" id="{B63AB0B1-C0D1-8CB8-6F70-9F3062130CB0}"/>
                </a:ext>
              </a:extLst>
            </p:cNvPr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>
              <a:extLst>
                <a:ext uri="{FF2B5EF4-FFF2-40B4-BE49-F238E27FC236}">
                  <a16:creationId xmlns:a16="http://schemas.microsoft.com/office/drawing/2014/main" id="{ACB2E50E-99FA-A3AB-DE4B-9E5C77BD0926}"/>
                </a:ext>
              </a:extLst>
            </p:cNvPr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>
              <a:extLst>
                <a:ext uri="{FF2B5EF4-FFF2-40B4-BE49-F238E27FC236}">
                  <a16:creationId xmlns:a16="http://schemas.microsoft.com/office/drawing/2014/main" id="{222E66C6-4FA4-5F01-6A8C-3CE841F14668}"/>
                </a:ext>
              </a:extLst>
            </p:cNvPr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>
              <a:extLst>
                <a:ext uri="{FF2B5EF4-FFF2-40B4-BE49-F238E27FC236}">
                  <a16:creationId xmlns:a16="http://schemas.microsoft.com/office/drawing/2014/main" id="{FFBF8DDF-E935-5550-1D65-F9545090031B}"/>
                </a:ext>
              </a:extLst>
            </p:cNvPr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>
              <a:extLst>
                <a:ext uri="{FF2B5EF4-FFF2-40B4-BE49-F238E27FC236}">
                  <a16:creationId xmlns:a16="http://schemas.microsoft.com/office/drawing/2014/main" id="{B9E82E8C-B687-7608-1EC5-79C379C197BC}"/>
                </a:ext>
              </a:extLst>
            </p:cNvPr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>
              <a:extLst>
                <a:ext uri="{FF2B5EF4-FFF2-40B4-BE49-F238E27FC236}">
                  <a16:creationId xmlns:a16="http://schemas.microsoft.com/office/drawing/2014/main" id="{40EDE20D-5A71-EE32-4F27-ADE8052CB162}"/>
                </a:ext>
              </a:extLst>
            </p:cNvPr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>
              <a:extLst>
                <a:ext uri="{FF2B5EF4-FFF2-40B4-BE49-F238E27FC236}">
                  <a16:creationId xmlns:a16="http://schemas.microsoft.com/office/drawing/2014/main" id="{8674C1FA-2A96-12B8-ABAF-059CFBC4D75F}"/>
                </a:ext>
              </a:extLst>
            </p:cNvPr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>
              <a:extLst>
                <a:ext uri="{FF2B5EF4-FFF2-40B4-BE49-F238E27FC236}">
                  <a16:creationId xmlns:a16="http://schemas.microsoft.com/office/drawing/2014/main" id="{92524491-C37D-CCF8-0E76-3B304D265088}"/>
                </a:ext>
              </a:extLst>
            </p:cNvPr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>
              <a:extLst>
                <a:ext uri="{FF2B5EF4-FFF2-40B4-BE49-F238E27FC236}">
                  <a16:creationId xmlns:a16="http://schemas.microsoft.com/office/drawing/2014/main" id="{89DC1745-F33C-689B-893C-076A0C1B1F54}"/>
                </a:ext>
              </a:extLst>
            </p:cNvPr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>
              <a:extLst>
                <a:ext uri="{FF2B5EF4-FFF2-40B4-BE49-F238E27FC236}">
                  <a16:creationId xmlns:a16="http://schemas.microsoft.com/office/drawing/2014/main" id="{2AA1E779-FEAC-24F5-62AB-1C3F39AB9A7E}"/>
                </a:ext>
              </a:extLst>
            </p:cNvPr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>
              <a:extLst>
                <a:ext uri="{FF2B5EF4-FFF2-40B4-BE49-F238E27FC236}">
                  <a16:creationId xmlns:a16="http://schemas.microsoft.com/office/drawing/2014/main" id="{4D36FCDD-E230-C1D5-6CD6-9837C626287E}"/>
                </a:ext>
              </a:extLst>
            </p:cNvPr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>
              <a:extLst>
                <a:ext uri="{FF2B5EF4-FFF2-40B4-BE49-F238E27FC236}">
                  <a16:creationId xmlns:a16="http://schemas.microsoft.com/office/drawing/2014/main" id="{12890664-76E9-5484-B56B-E33AA74420E1}"/>
                </a:ext>
              </a:extLst>
            </p:cNvPr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>
              <a:extLst>
                <a:ext uri="{FF2B5EF4-FFF2-40B4-BE49-F238E27FC236}">
                  <a16:creationId xmlns:a16="http://schemas.microsoft.com/office/drawing/2014/main" id="{900A26C7-1AAE-2E53-6CD1-A9889A5C5092}"/>
                </a:ext>
              </a:extLst>
            </p:cNvPr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>
              <a:extLst>
                <a:ext uri="{FF2B5EF4-FFF2-40B4-BE49-F238E27FC236}">
                  <a16:creationId xmlns:a16="http://schemas.microsoft.com/office/drawing/2014/main" id="{4C286F32-5A94-D0D5-124F-00F40EE257EC}"/>
                </a:ext>
              </a:extLst>
            </p:cNvPr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>
              <a:extLst>
                <a:ext uri="{FF2B5EF4-FFF2-40B4-BE49-F238E27FC236}">
                  <a16:creationId xmlns:a16="http://schemas.microsoft.com/office/drawing/2014/main" id="{FD1CE68E-527D-713F-6206-B5F15E4A9D55}"/>
                </a:ext>
              </a:extLst>
            </p:cNvPr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>
              <a:extLst>
                <a:ext uri="{FF2B5EF4-FFF2-40B4-BE49-F238E27FC236}">
                  <a16:creationId xmlns:a16="http://schemas.microsoft.com/office/drawing/2014/main" id="{87B52328-3352-B024-61A4-C1F256554C84}"/>
                </a:ext>
              </a:extLst>
            </p:cNvPr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>
              <a:extLst>
                <a:ext uri="{FF2B5EF4-FFF2-40B4-BE49-F238E27FC236}">
                  <a16:creationId xmlns:a16="http://schemas.microsoft.com/office/drawing/2014/main" id="{EEDB7697-4B82-FCFA-B2B5-2F870BC38334}"/>
                </a:ext>
              </a:extLst>
            </p:cNvPr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>
              <a:extLst>
                <a:ext uri="{FF2B5EF4-FFF2-40B4-BE49-F238E27FC236}">
                  <a16:creationId xmlns:a16="http://schemas.microsoft.com/office/drawing/2014/main" id="{F0BF8739-3DE2-31A6-0F15-B8E374D5F811}"/>
                </a:ext>
              </a:extLst>
            </p:cNvPr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>
              <a:extLst>
                <a:ext uri="{FF2B5EF4-FFF2-40B4-BE49-F238E27FC236}">
                  <a16:creationId xmlns:a16="http://schemas.microsoft.com/office/drawing/2014/main" id="{5DE56E1E-6ACE-58AA-0A47-CA4FAF8DF969}"/>
                </a:ext>
              </a:extLst>
            </p:cNvPr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>
              <a:extLst>
                <a:ext uri="{FF2B5EF4-FFF2-40B4-BE49-F238E27FC236}">
                  <a16:creationId xmlns:a16="http://schemas.microsoft.com/office/drawing/2014/main" id="{3E031144-311D-55DF-8BE1-E2E66E39613F}"/>
                </a:ext>
              </a:extLst>
            </p:cNvPr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C534E14F-93BC-8A80-A090-B4924717159F}"/>
                </a:ext>
              </a:extLst>
            </p:cNvPr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>
              <a:extLst>
                <a:ext uri="{FF2B5EF4-FFF2-40B4-BE49-F238E27FC236}">
                  <a16:creationId xmlns:a16="http://schemas.microsoft.com/office/drawing/2014/main" id="{53F082A5-BBF7-5974-4178-6C1D71580533}"/>
                </a:ext>
              </a:extLst>
            </p:cNvPr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>
              <a:extLst>
                <a:ext uri="{FF2B5EF4-FFF2-40B4-BE49-F238E27FC236}">
                  <a16:creationId xmlns:a16="http://schemas.microsoft.com/office/drawing/2014/main" id="{58965BC1-43B1-28D5-92C3-712F8021F53F}"/>
                </a:ext>
              </a:extLst>
            </p:cNvPr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>
              <a:extLst>
                <a:ext uri="{FF2B5EF4-FFF2-40B4-BE49-F238E27FC236}">
                  <a16:creationId xmlns:a16="http://schemas.microsoft.com/office/drawing/2014/main" id="{2811443C-C668-9871-BE78-37FCE431952C}"/>
                </a:ext>
              </a:extLst>
            </p:cNvPr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>
              <a:extLst>
                <a:ext uri="{FF2B5EF4-FFF2-40B4-BE49-F238E27FC236}">
                  <a16:creationId xmlns:a16="http://schemas.microsoft.com/office/drawing/2014/main" id="{B881D232-EFBC-9202-38D2-2A77B29C275C}"/>
                </a:ext>
              </a:extLst>
            </p:cNvPr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>
              <a:extLst>
                <a:ext uri="{FF2B5EF4-FFF2-40B4-BE49-F238E27FC236}">
                  <a16:creationId xmlns:a16="http://schemas.microsoft.com/office/drawing/2014/main" id="{AD8F04AE-3009-CF7B-A9F1-B91699515BAE}"/>
                </a:ext>
              </a:extLst>
            </p:cNvPr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>
              <a:extLst>
                <a:ext uri="{FF2B5EF4-FFF2-40B4-BE49-F238E27FC236}">
                  <a16:creationId xmlns:a16="http://schemas.microsoft.com/office/drawing/2014/main" id="{5179D927-0886-92D8-96D9-806F49F91D5B}"/>
                </a:ext>
              </a:extLst>
            </p:cNvPr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>
              <a:extLst>
                <a:ext uri="{FF2B5EF4-FFF2-40B4-BE49-F238E27FC236}">
                  <a16:creationId xmlns:a16="http://schemas.microsoft.com/office/drawing/2014/main" id="{223CE081-37AC-A30F-90F9-E805A28D7CCE}"/>
                </a:ext>
              </a:extLst>
            </p:cNvPr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>
              <a:extLst>
                <a:ext uri="{FF2B5EF4-FFF2-40B4-BE49-F238E27FC236}">
                  <a16:creationId xmlns:a16="http://schemas.microsoft.com/office/drawing/2014/main" id="{D678532A-0BE3-B460-EC98-63EDE81D271A}"/>
                </a:ext>
              </a:extLst>
            </p:cNvPr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>
              <a:extLst>
                <a:ext uri="{FF2B5EF4-FFF2-40B4-BE49-F238E27FC236}">
                  <a16:creationId xmlns:a16="http://schemas.microsoft.com/office/drawing/2014/main" id="{20A24AC0-4A31-C78E-19FF-45F64D293B9A}"/>
                </a:ext>
              </a:extLst>
            </p:cNvPr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>
              <a:extLst>
                <a:ext uri="{FF2B5EF4-FFF2-40B4-BE49-F238E27FC236}">
                  <a16:creationId xmlns:a16="http://schemas.microsoft.com/office/drawing/2014/main" id="{BDACABB6-DEA9-5F1F-7E0E-BA8A6D6FF671}"/>
                </a:ext>
              </a:extLst>
            </p:cNvPr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>
              <a:extLst>
                <a:ext uri="{FF2B5EF4-FFF2-40B4-BE49-F238E27FC236}">
                  <a16:creationId xmlns:a16="http://schemas.microsoft.com/office/drawing/2014/main" id="{CEDA8ACE-4A05-C614-C34D-DD13852BC07E}"/>
                </a:ext>
              </a:extLst>
            </p:cNvPr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89ECB369-349C-8105-B3BB-4FCFC55DF068}"/>
                </a:ext>
              </a:extLst>
            </p:cNvPr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>
              <a:extLst>
                <a:ext uri="{FF2B5EF4-FFF2-40B4-BE49-F238E27FC236}">
                  <a16:creationId xmlns:a16="http://schemas.microsoft.com/office/drawing/2014/main" id="{96D77C1C-CAD5-1462-9E8E-AD5BCA388EC2}"/>
                </a:ext>
              </a:extLst>
            </p:cNvPr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>
              <a:extLst>
                <a:ext uri="{FF2B5EF4-FFF2-40B4-BE49-F238E27FC236}">
                  <a16:creationId xmlns:a16="http://schemas.microsoft.com/office/drawing/2014/main" id="{CE4B3A04-D136-5BCB-DDAD-4E2F455E43A0}"/>
                </a:ext>
              </a:extLst>
            </p:cNvPr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78F5D075-7CEB-85C8-F43E-E97CAC5CBB74}"/>
                </a:ext>
              </a:extLst>
            </p:cNvPr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B1C9D182-6DCE-4807-EFAF-ACE464F9CFC5}"/>
                </a:ext>
              </a:extLst>
            </p:cNvPr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554B0C70-73CB-442D-F143-A14F38077F20}"/>
                </a:ext>
              </a:extLst>
            </p:cNvPr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F60BA50D-9A7E-2CB4-77DC-6FC2716922C3}"/>
                </a:ext>
              </a:extLst>
            </p:cNvPr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33F02447-0537-2148-68F5-74EFFF02F320}"/>
                </a:ext>
              </a:extLst>
            </p:cNvPr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C4BF43E4-7219-D87F-EEBE-C88CB175C621}"/>
                </a:ext>
              </a:extLst>
            </p:cNvPr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F034AD9A-8583-8F38-0E12-2EF1F318C2E2}"/>
                </a:ext>
              </a:extLst>
            </p:cNvPr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04332A81-472F-3267-E4A1-FEB436C9190A}"/>
                </a:ext>
              </a:extLst>
            </p:cNvPr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AD761084-B4B1-5840-56C5-8E8227C6886B}"/>
                </a:ext>
              </a:extLst>
            </p:cNvPr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5A0C3BC8-9247-5818-D759-8D084EDFDA80}"/>
                </a:ext>
              </a:extLst>
            </p:cNvPr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>
              <a:extLst>
                <a:ext uri="{FF2B5EF4-FFF2-40B4-BE49-F238E27FC236}">
                  <a16:creationId xmlns:a16="http://schemas.microsoft.com/office/drawing/2014/main" id="{5B92F370-1576-1F7F-978A-CFA4044E2CED}"/>
                </a:ext>
              </a:extLst>
            </p:cNvPr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24F70459-499D-5FBC-2859-10B9B9F90697}"/>
                </a:ext>
              </a:extLst>
            </p:cNvPr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D5F41978-F5C1-FB7C-5E67-B114720AA4AD}"/>
                </a:ext>
              </a:extLst>
            </p:cNvPr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C495DE31-4EAB-7BEC-1757-79FDD843A7CB}"/>
                </a:ext>
              </a:extLst>
            </p:cNvPr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298AD4F9-36D6-9693-EFD8-E17B04054605}"/>
                </a:ext>
              </a:extLst>
            </p:cNvPr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720C6E53-DEC4-C38B-8D90-12C597CCFF50}"/>
                </a:ext>
              </a:extLst>
            </p:cNvPr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47F2F9F1-1231-B4DA-646C-17AB2FBDE8D8}"/>
                </a:ext>
              </a:extLst>
            </p:cNvPr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7CC0DF8F-6A7F-3837-0199-5AC1603E98EB}"/>
                </a:ext>
              </a:extLst>
            </p:cNvPr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9BB3BA3A-DB1C-4ADC-AE05-DD309243197F}"/>
                </a:ext>
              </a:extLst>
            </p:cNvPr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64C9ED10-B7F4-C2F8-A939-E9FB42D1BAA1}"/>
                </a:ext>
              </a:extLst>
            </p:cNvPr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>
              <a:extLst>
                <a:ext uri="{FF2B5EF4-FFF2-40B4-BE49-F238E27FC236}">
                  <a16:creationId xmlns:a16="http://schemas.microsoft.com/office/drawing/2014/main" id="{92E680F3-0FD4-842A-9D01-6D1C1CE434BB}"/>
                </a:ext>
              </a:extLst>
            </p:cNvPr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0F62021F-04C9-3CBA-7214-45BFF1D79A26}"/>
                </a:ext>
              </a:extLst>
            </p:cNvPr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5C31E069-2E77-D673-A12A-AB59F491C8BA}"/>
                </a:ext>
              </a:extLst>
            </p:cNvPr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A3268595-FA95-1BC7-48E4-4C478D1F64DB}"/>
                </a:ext>
              </a:extLst>
            </p:cNvPr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052F4C58-4A53-7444-C56E-581024276DF9}"/>
                </a:ext>
              </a:extLst>
            </p:cNvPr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>
              <a:extLst>
                <a:ext uri="{FF2B5EF4-FFF2-40B4-BE49-F238E27FC236}">
                  <a16:creationId xmlns:a16="http://schemas.microsoft.com/office/drawing/2014/main" id="{BE4CE96B-77AA-63B9-97A1-18604FC97ED1}"/>
                </a:ext>
              </a:extLst>
            </p:cNvPr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B9EBF04D-74AE-76EE-239C-7752E51D4B5E}"/>
                </a:ext>
              </a:extLst>
            </p:cNvPr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1BBA7CB8-A163-71AC-79AA-118036C5A6B3}"/>
                </a:ext>
              </a:extLst>
            </p:cNvPr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>
              <a:extLst>
                <a:ext uri="{FF2B5EF4-FFF2-40B4-BE49-F238E27FC236}">
                  <a16:creationId xmlns:a16="http://schemas.microsoft.com/office/drawing/2014/main" id="{640EBA78-9018-8B96-52FF-A87CFD8B1A52}"/>
                </a:ext>
              </a:extLst>
            </p:cNvPr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9DF7B997-B681-B791-A969-9D3E16EA9CFC}"/>
                </a:ext>
              </a:extLst>
            </p:cNvPr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14C7B136-7000-7298-3BCD-6B4ED949A4B5}"/>
                </a:ext>
              </a:extLst>
            </p:cNvPr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>
              <a:extLst>
                <a:ext uri="{FF2B5EF4-FFF2-40B4-BE49-F238E27FC236}">
                  <a16:creationId xmlns:a16="http://schemas.microsoft.com/office/drawing/2014/main" id="{9F36B2A9-4CA5-FE92-6BFB-E4CD7B8FC35A}"/>
                </a:ext>
              </a:extLst>
            </p:cNvPr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21ABB766-F312-D43F-67AC-54D6C3A35732}"/>
                </a:ext>
              </a:extLst>
            </p:cNvPr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FA9070B5-7404-4472-4692-1E10CE3BDFDC}"/>
                </a:ext>
              </a:extLst>
            </p:cNvPr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>
              <a:extLst>
                <a:ext uri="{FF2B5EF4-FFF2-40B4-BE49-F238E27FC236}">
                  <a16:creationId xmlns:a16="http://schemas.microsoft.com/office/drawing/2014/main" id="{697DCA0C-5A8E-AF70-F966-9CE649CFDD30}"/>
                </a:ext>
              </a:extLst>
            </p:cNvPr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>
              <a:extLst>
                <a:ext uri="{FF2B5EF4-FFF2-40B4-BE49-F238E27FC236}">
                  <a16:creationId xmlns:a16="http://schemas.microsoft.com/office/drawing/2014/main" id="{1135EDAE-319D-6BE4-5325-76C41FD9298C}"/>
                </a:ext>
              </a:extLst>
            </p:cNvPr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>
              <a:extLst>
                <a:ext uri="{FF2B5EF4-FFF2-40B4-BE49-F238E27FC236}">
                  <a16:creationId xmlns:a16="http://schemas.microsoft.com/office/drawing/2014/main" id="{CDF7E2E9-179F-905A-39A6-1196AD1857F9}"/>
                </a:ext>
              </a:extLst>
            </p:cNvPr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>
              <a:extLst>
                <a:ext uri="{FF2B5EF4-FFF2-40B4-BE49-F238E27FC236}">
                  <a16:creationId xmlns:a16="http://schemas.microsoft.com/office/drawing/2014/main" id="{80FFC511-D363-B355-D0F5-42F8749D1D29}"/>
                </a:ext>
              </a:extLst>
            </p:cNvPr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>
              <a:extLst>
                <a:ext uri="{FF2B5EF4-FFF2-40B4-BE49-F238E27FC236}">
                  <a16:creationId xmlns:a16="http://schemas.microsoft.com/office/drawing/2014/main" id="{0A03D249-8310-FCB5-C029-4A7C5C2B28FC}"/>
                </a:ext>
              </a:extLst>
            </p:cNvPr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>
              <a:extLst>
                <a:ext uri="{FF2B5EF4-FFF2-40B4-BE49-F238E27FC236}">
                  <a16:creationId xmlns:a16="http://schemas.microsoft.com/office/drawing/2014/main" id="{E3DDC97C-55F6-391C-7407-81A7F0D5BFDC}"/>
                </a:ext>
              </a:extLst>
            </p:cNvPr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>
              <a:extLst>
                <a:ext uri="{FF2B5EF4-FFF2-40B4-BE49-F238E27FC236}">
                  <a16:creationId xmlns:a16="http://schemas.microsoft.com/office/drawing/2014/main" id="{9BE73A1F-A4E8-71EC-F2CB-C469A92493E9}"/>
                </a:ext>
              </a:extLst>
            </p:cNvPr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>
              <a:extLst>
                <a:ext uri="{FF2B5EF4-FFF2-40B4-BE49-F238E27FC236}">
                  <a16:creationId xmlns:a16="http://schemas.microsoft.com/office/drawing/2014/main" id="{48C3127C-DB4E-6DC2-FD00-13D737D6DC1F}"/>
                </a:ext>
              </a:extLst>
            </p:cNvPr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>
              <a:extLst>
                <a:ext uri="{FF2B5EF4-FFF2-40B4-BE49-F238E27FC236}">
                  <a16:creationId xmlns:a16="http://schemas.microsoft.com/office/drawing/2014/main" id="{CF61F76B-1CEB-ED99-CAC7-BF7F939C1753}"/>
                </a:ext>
              </a:extLst>
            </p:cNvPr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>
              <a:extLst>
                <a:ext uri="{FF2B5EF4-FFF2-40B4-BE49-F238E27FC236}">
                  <a16:creationId xmlns:a16="http://schemas.microsoft.com/office/drawing/2014/main" id="{FD7BE4CA-1011-8F44-DC97-4669ACD06EED}"/>
                </a:ext>
              </a:extLst>
            </p:cNvPr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>
              <a:extLst>
                <a:ext uri="{FF2B5EF4-FFF2-40B4-BE49-F238E27FC236}">
                  <a16:creationId xmlns:a16="http://schemas.microsoft.com/office/drawing/2014/main" id="{5C03DECA-533B-382C-16FA-8C404BFE5FC0}"/>
                </a:ext>
              </a:extLst>
            </p:cNvPr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>
              <a:extLst>
                <a:ext uri="{FF2B5EF4-FFF2-40B4-BE49-F238E27FC236}">
                  <a16:creationId xmlns:a16="http://schemas.microsoft.com/office/drawing/2014/main" id="{AF9EE81C-674D-EDE6-0CFC-5FAA455064D2}"/>
                </a:ext>
              </a:extLst>
            </p:cNvPr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>
              <a:extLst>
                <a:ext uri="{FF2B5EF4-FFF2-40B4-BE49-F238E27FC236}">
                  <a16:creationId xmlns:a16="http://schemas.microsoft.com/office/drawing/2014/main" id="{2679ED92-8FD3-56B7-FAFE-35F4F2D67FC2}"/>
                </a:ext>
              </a:extLst>
            </p:cNvPr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36B388BF-DAF6-103A-4A48-1BE5E478D9F3}"/>
                </a:ext>
              </a:extLst>
            </p:cNvPr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B1CFCD88-F008-EB23-FC0C-EEE85BBF1934}"/>
                </a:ext>
              </a:extLst>
            </p:cNvPr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24C08278-ABE8-3843-4222-41D72F5A10B1}"/>
                </a:ext>
              </a:extLst>
            </p:cNvPr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CF8BA573-063B-A44F-0727-9B8B884041F0}"/>
                </a:ext>
              </a:extLst>
            </p:cNvPr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7FD5669E-F83C-4B8A-0C73-7FE80CB5F2AB}"/>
                </a:ext>
              </a:extLst>
            </p:cNvPr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05660E5C-0D93-2AF3-8166-44672F1FD9EA}"/>
                </a:ext>
              </a:extLst>
            </p:cNvPr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6F263B55-21CF-E688-7F46-C5E0C99DCBAA}"/>
                </a:ext>
              </a:extLst>
            </p:cNvPr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64137F2C-40E4-5080-105B-3172777E2B5A}"/>
                </a:ext>
              </a:extLst>
            </p:cNvPr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90190E64-9BA6-614D-8154-A2449BE25F56}"/>
                </a:ext>
              </a:extLst>
            </p:cNvPr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34C9093F-D0EF-3590-99E4-0D736951C727}"/>
                </a:ext>
              </a:extLst>
            </p:cNvPr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88D04E6B-034C-3AFF-80EF-E66EC28A9B7B}"/>
                </a:ext>
              </a:extLst>
            </p:cNvPr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2425D2D6-0C7C-1384-6A3D-D013B9A8FEF4}"/>
                </a:ext>
              </a:extLst>
            </p:cNvPr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B274CE18-887E-153F-C0C5-720CFEC887E4}"/>
                </a:ext>
              </a:extLst>
            </p:cNvPr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914A3055-E288-B36C-2CFB-DA6BD5032E42}"/>
                </a:ext>
              </a:extLst>
            </p:cNvPr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4C1A82DF-72A0-D059-E03D-494BF60B2A85}"/>
                </a:ext>
              </a:extLst>
            </p:cNvPr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E73510D9-FBDB-1CC0-64DD-0D7628F5A6D2}"/>
                </a:ext>
              </a:extLst>
            </p:cNvPr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DA6422AC-FF3C-CE6B-E33E-F882EF8B2912}"/>
                </a:ext>
              </a:extLst>
            </p:cNvPr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CFBC3756-DA2F-FED9-1812-818468286553}"/>
                </a:ext>
              </a:extLst>
            </p:cNvPr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F2501293-766A-2BDD-5D78-7C7862907268}"/>
                </a:ext>
              </a:extLst>
            </p:cNvPr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91613E92-3055-1709-B500-86B1036548E3}"/>
                </a:ext>
              </a:extLst>
            </p:cNvPr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C942F057-D732-6961-23A1-E4A3F7B28811}"/>
                </a:ext>
              </a:extLst>
            </p:cNvPr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69BA8AC4-279B-B0BE-C949-68DCD49940FD}"/>
                </a:ext>
              </a:extLst>
            </p:cNvPr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8FAC428E-624C-4A9D-CE7E-EA2F3BB9D108}"/>
                </a:ext>
              </a:extLst>
            </p:cNvPr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21B2D457-2ADE-705A-1037-A084E3BB5209}"/>
                </a:ext>
              </a:extLst>
            </p:cNvPr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7732E4FD-A01D-4EB6-14BC-6E95FF6029D8}"/>
                </a:ext>
              </a:extLst>
            </p:cNvPr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BDBAA31C-6D7F-F12C-371D-933AF4CF4B5C}"/>
                </a:ext>
              </a:extLst>
            </p:cNvPr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F6683C0D-FC37-FCF1-3ABF-E5AAD0590E8F}"/>
                </a:ext>
              </a:extLst>
            </p:cNvPr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3B8E083B-AED7-455B-97F2-BF1F4757D545}"/>
                </a:ext>
              </a:extLst>
            </p:cNvPr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F26F9F01-65B7-9FD7-DAAE-CF114BFD986A}"/>
              </a:ext>
            </a:extLst>
          </p:cNvPr>
          <p:cNvSpPr/>
          <p:nvPr/>
        </p:nvSpPr>
        <p:spPr>
          <a:xfrm>
            <a:off x="2100074" y="1429050"/>
            <a:ext cx="3200695" cy="1011642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4DCD5B05-6001-942E-B5FD-0DBD37F28FDD}"/>
              </a:ext>
            </a:extLst>
          </p:cNvPr>
          <p:cNvSpPr/>
          <p:nvPr/>
        </p:nvSpPr>
        <p:spPr>
          <a:xfrm>
            <a:off x="2138186" y="1497299"/>
            <a:ext cx="3115316" cy="8400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2BFE4C21-29B5-6FFE-C931-15DE9A906637}"/>
              </a:ext>
            </a:extLst>
          </p:cNvPr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52B7879D-43BD-B32A-56DF-222FC45CA221}"/>
              </a:ext>
            </a:extLst>
          </p:cNvPr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13ACF480-AF21-552C-568F-13CFDA16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0024" y="540075"/>
            <a:ext cx="6180659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Desarrollo del XSLT</a:t>
            </a:r>
            <a:br>
              <a:rPr lang="es-ES"/>
            </a:br>
            <a:endParaRPr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8457D7E1-AAEC-0F12-4C9B-EA86F60D6BE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32823" y="1018725"/>
            <a:ext cx="1445388" cy="842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07</a:t>
            </a:r>
            <a:endParaRPr/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091783F4-BD4E-532B-7C0F-7ABD8E6B27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43067" y="1956341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b="1">
                <a:solidFill>
                  <a:schemeClr val="lt1"/>
                </a:solidFill>
              </a:rPr>
              <a:t>Diseño, Estructura, Decisiones Técnicas y Aplicaciones</a:t>
            </a:r>
          </a:p>
        </p:txBody>
      </p:sp>
      <p:sp>
        <p:nvSpPr>
          <p:cNvPr id="753" name="Google Shape;753;p35">
            <a:extLst>
              <a:ext uri="{FF2B5EF4-FFF2-40B4-BE49-F238E27FC236}">
                <a16:creationId xmlns:a16="http://schemas.microsoft.com/office/drawing/2014/main" id="{5C1C56D6-2365-7FEB-F9C9-2708937F9B47}"/>
              </a:ext>
            </a:extLst>
          </p:cNvPr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>
            <a:extLst>
              <a:ext uri="{FF2B5EF4-FFF2-40B4-BE49-F238E27FC236}">
                <a16:creationId xmlns:a16="http://schemas.microsoft.com/office/drawing/2014/main" id="{EA1EA751-D4ED-1069-6FBC-0AA92EE48175}"/>
              </a:ext>
            </a:extLst>
          </p:cNvPr>
          <p:cNvSpPr/>
          <p:nvPr/>
        </p:nvSpPr>
        <p:spPr>
          <a:xfrm flipH="1">
            <a:off x="8080324" y="-608233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11E76DB-AA75-679D-2407-378832112E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82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>
          <a:extLst>
            <a:ext uri="{FF2B5EF4-FFF2-40B4-BE49-F238E27FC236}">
              <a16:creationId xmlns:a16="http://schemas.microsoft.com/office/drawing/2014/main" id="{D0842294-33A3-4550-EA1E-DD0F6843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DF7B3B1-EF86-244F-C5C4-6C1FA5A2B9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25</a:t>
            </a:fld>
            <a:endParaRPr lang="es-ES"/>
          </a:p>
        </p:txBody>
      </p:sp>
      <p:grpSp>
        <p:nvGrpSpPr>
          <p:cNvPr id="3" name="Google Shape;2880;p56">
            <a:extLst>
              <a:ext uri="{FF2B5EF4-FFF2-40B4-BE49-F238E27FC236}">
                <a16:creationId xmlns:a16="http://schemas.microsoft.com/office/drawing/2014/main" id="{8BD82EE0-E53E-1495-BE2B-865331F7E95F}"/>
              </a:ext>
            </a:extLst>
          </p:cNvPr>
          <p:cNvGrpSpPr/>
          <p:nvPr/>
        </p:nvGrpSpPr>
        <p:grpSpPr>
          <a:xfrm>
            <a:off x="122842" y="3647288"/>
            <a:ext cx="2209871" cy="1409529"/>
            <a:chOff x="2053175" y="1288350"/>
            <a:chExt cx="2356190" cy="1502857"/>
          </a:xfrm>
        </p:grpSpPr>
        <p:sp>
          <p:nvSpPr>
            <p:cNvPr id="4" name="Google Shape;2881;p56">
              <a:extLst>
                <a:ext uri="{FF2B5EF4-FFF2-40B4-BE49-F238E27FC236}">
                  <a16:creationId xmlns:a16="http://schemas.microsoft.com/office/drawing/2014/main" id="{68D40C0A-02E5-CB81-9CFF-0ED68D5E4BF7}"/>
                </a:ext>
              </a:extLst>
            </p:cNvPr>
            <p:cNvSpPr/>
            <p:nvPr/>
          </p:nvSpPr>
          <p:spPr>
            <a:xfrm>
              <a:off x="2053175" y="1288350"/>
              <a:ext cx="2356190" cy="1502857"/>
            </a:xfrm>
            <a:custGeom>
              <a:avLst/>
              <a:gdLst/>
              <a:ahLst/>
              <a:cxnLst/>
              <a:rect l="l" t="t" r="r" b="b"/>
              <a:pathLst>
                <a:path w="68474" h="43675" extrusionOk="0">
                  <a:moveTo>
                    <a:pt x="34614" y="1"/>
                  </a:moveTo>
                  <a:cubicBezTo>
                    <a:pt x="29251" y="1"/>
                    <a:pt x="24341" y="1508"/>
                    <a:pt x="21265" y="4262"/>
                  </a:cubicBezTo>
                  <a:cubicBezTo>
                    <a:pt x="15800" y="9143"/>
                    <a:pt x="17241" y="12501"/>
                    <a:pt x="8620" y="21216"/>
                  </a:cubicBezTo>
                  <a:cubicBezTo>
                    <a:pt x="0" y="29932"/>
                    <a:pt x="1631" y="41326"/>
                    <a:pt x="15800" y="43148"/>
                  </a:cubicBezTo>
                  <a:cubicBezTo>
                    <a:pt x="18763" y="43528"/>
                    <a:pt x="21116" y="43674"/>
                    <a:pt x="23092" y="43674"/>
                  </a:cubicBezTo>
                  <a:cubicBezTo>
                    <a:pt x="29630" y="43674"/>
                    <a:pt x="32044" y="42074"/>
                    <a:pt x="38828" y="42074"/>
                  </a:cubicBezTo>
                  <a:cubicBezTo>
                    <a:pt x="39804" y="42074"/>
                    <a:pt x="40871" y="42107"/>
                    <a:pt x="42053" y="42183"/>
                  </a:cubicBezTo>
                  <a:cubicBezTo>
                    <a:pt x="46039" y="42443"/>
                    <a:pt x="49786" y="42723"/>
                    <a:pt x="53098" y="42723"/>
                  </a:cubicBezTo>
                  <a:cubicBezTo>
                    <a:pt x="59649" y="42723"/>
                    <a:pt x="64490" y="41627"/>
                    <a:pt x="66080" y="37111"/>
                  </a:cubicBezTo>
                  <a:cubicBezTo>
                    <a:pt x="68473" y="30313"/>
                    <a:pt x="62639" y="18728"/>
                    <a:pt x="62639" y="18728"/>
                  </a:cubicBezTo>
                  <a:cubicBezTo>
                    <a:pt x="62639" y="18728"/>
                    <a:pt x="56507" y="7226"/>
                    <a:pt x="47221" y="2821"/>
                  </a:cubicBezTo>
                  <a:cubicBezTo>
                    <a:pt x="43172" y="901"/>
                    <a:pt x="38758" y="1"/>
                    <a:pt x="346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882;p56">
              <a:extLst>
                <a:ext uri="{FF2B5EF4-FFF2-40B4-BE49-F238E27FC236}">
                  <a16:creationId xmlns:a16="http://schemas.microsoft.com/office/drawing/2014/main" id="{5DA0474E-D75D-2181-3F9E-79A2D18E061F}"/>
                </a:ext>
              </a:extLst>
            </p:cNvPr>
            <p:cNvSpPr/>
            <p:nvPr/>
          </p:nvSpPr>
          <p:spPr>
            <a:xfrm>
              <a:off x="4036549" y="2079869"/>
              <a:ext cx="290111" cy="265920"/>
            </a:xfrm>
            <a:custGeom>
              <a:avLst/>
              <a:gdLst/>
              <a:ahLst/>
              <a:cxnLst/>
              <a:rect l="l" t="t" r="r" b="b"/>
              <a:pathLst>
                <a:path w="8431" h="7728" fill="none" extrusionOk="0">
                  <a:moveTo>
                    <a:pt x="0" y="0"/>
                  </a:moveTo>
                  <a:lnTo>
                    <a:pt x="8430" y="0"/>
                  </a:lnTo>
                  <a:lnTo>
                    <a:pt x="8430" y="7727"/>
                  </a:lnTo>
                  <a:lnTo>
                    <a:pt x="0" y="7727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883;p56">
              <a:extLst>
                <a:ext uri="{FF2B5EF4-FFF2-40B4-BE49-F238E27FC236}">
                  <a16:creationId xmlns:a16="http://schemas.microsoft.com/office/drawing/2014/main" id="{6F180BF6-D649-8075-E6F0-9B277BCB109B}"/>
                </a:ext>
              </a:extLst>
            </p:cNvPr>
            <p:cNvSpPr/>
            <p:nvPr/>
          </p:nvSpPr>
          <p:spPr>
            <a:xfrm>
              <a:off x="4057023" y="2188022"/>
              <a:ext cx="27081" cy="27081"/>
            </a:xfrm>
            <a:custGeom>
              <a:avLst/>
              <a:gdLst/>
              <a:ahLst/>
              <a:cxnLst/>
              <a:rect l="l" t="t" r="r" b="b"/>
              <a:pathLst>
                <a:path w="787" h="787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884;p56">
              <a:extLst>
                <a:ext uri="{FF2B5EF4-FFF2-40B4-BE49-F238E27FC236}">
                  <a16:creationId xmlns:a16="http://schemas.microsoft.com/office/drawing/2014/main" id="{070993F2-57B3-2DFF-520A-72750A95D9C4}"/>
                </a:ext>
              </a:extLst>
            </p:cNvPr>
            <p:cNvSpPr/>
            <p:nvPr/>
          </p:nvSpPr>
          <p:spPr>
            <a:xfrm>
              <a:off x="4093912" y="2188022"/>
              <a:ext cx="27081" cy="27081"/>
            </a:xfrm>
            <a:custGeom>
              <a:avLst/>
              <a:gdLst/>
              <a:ahLst/>
              <a:cxnLst/>
              <a:rect l="l" t="t" r="r" b="b"/>
              <a:pathLst>
                <a:path w="787" h="787" fill="none" extrusionOk="0">
                  <a:moveTo>
                    <a:pt x="0" y="0"/>
                  </a:moveTo>
                  <a:lnTo>
                    <a:pt x="786" y="0"/>
                  </a:lnTo>
                  <a:lnTo>
                    <a:pt x="786" y="786"/>
                  </a:lnTo>
                  <a:lnTo>
                    <a:pt x="0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885;p56">
              <a:extLst>
                <a:ext uri="{FF2B5EF4-FFF2-40B4-BE49-F238E27FC236}">
                  <a16:creationId xmlns:a16="http://schemas.microsoft.com/office/drawing/2014/main" id="{BD2E0D0A-B12D-2CC3-886A-5EAF8C98FA59}"/>
                </a:ext>
              </a:extLst>
            </p:cNvPr>
            <p:cNvSpPr/>
            <p:nvPr/>
          </p:nvSpPr>
          <p:spPr>
            <a:xfrm>
              <a:off x="4130766" y="2188022"/>
              <a:ext cx="27081" cy="27081"/>
            </a:xfrm>
            <a:custGeom>
              <a:avLst/>
              <a:gdLst/>
              <a:ahLst/>
              <a:cxnLst/>
              <a:rect l="l" t="t" r="r" b="b"/>
              <a:pathLst>
                <a:path w="787" h="787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886;p56">
              <a:extLst>
                <a:ext uri="{FF2B5EF4-FFF2-40B4-BE49-F238E27FC236}">
                  <a16:creationId xmlns:a16="http://schemas.microsoft.com/office/drawing/2014/main" id="{44D8ACB3-A19D-14AD-4C80-D14763BEF443}"/>
                </a:ext>
              </a:extLst>
            </p:cNvPr>
            <p:cNvSpPr/>
            <p:nvPr/>
          </p:nvSpPr>
          <p:spPr>
            <a:xfrm>
              <a:off x="4168067" y="2188022"/>
              <a:ext cx="27081" cy="27081"/>
            </a:xfrm>
            <a:custGeom>
              <a:avLst/>
              <a:gdLst/>
              <a:ahLst/>
              <a:cxnLst/>
              <a:rect l="l" t="t" r="r" b="b"/>
              <a:pathLst>
                <a:path w="787" h="787" fill="none" extrusionOk="0">
                  <a:moveTo>
                    <a:pt x="0" y="0"/>
                  </a:moveTo>
                  <a:lnTo>
                    <a:pt x="786" y="0"/>
                  </a:lnTo>
                  <a:lnTo>
                    <a:pt x="786" y="786"/>
                  </a:lnTo>
                  <a:lnTo>
                    <a:pt x="0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87;p56">
              <a:extLst>
                <a:ext uri="{FF2B5EF4-FFF2-40B4-BE49-F238E27FC236}">
                  <a16:creationId xmlns:a16="http://schemas.microsoft.com/office/drawing/2014/main" id="{997532A6-4C04-B578-0298-3AA3CF58028A}"/>
                </a:ext>
              </a:extLst>
            </p:cNvPr>
            <p:cNvSpPr/>
            <p:nvPr/>
          </p:nvSpPr>
          <p:spPr>
            <a:xfrm>
              <a:off x="4204921" y="2188022"/>
              <a:ext cx="27081" cy="27081"/>
            </a:xfrm>
            <a:custGeom>
              <a:avLst/>
              <a:gdLst/>
              <a:ahLst/>
              <a:cxnLst/>
              <a:rect l="l" t="t" r="r" b="b"/>
              <a:pathLst>
                <a:path w="787" h="787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88;p56">
              <a:extLst>
                <a:ext uri="{FF2B5EF4-FFF2-40B4-BE49-F238E27FC236}">
                  <a16:creationId xmlns:a16="http://schemas.microsoft.com/office/drawing/2014/main" id="{ED6A946D-098D-6BE5-B21E-55B38D5C0281}"/>
                </a:ext>
              </a:extLst>
            </p:cNvPr>
            <p:cNvSpPr/>
            <p:nvPr/>
          </p:nvSpPr>
          <p:spPr>
            <a:xfrm>
              <a:off x="4242223" y="2188022"/>
              <a:ext cx="26668" cy="27081"/>
            </a:xfrm>
            <a:custGeom>
              <a:avLst/>
              <a:gdLst/>
              <a:ahLst/>
              <a:cxnLst/>
              <a:rect l="l" t="t" r="r" b="b"/>
              <a:pathLst>
                <a:path w="775" h="787" fill="none" extrusionOk="0">
                  <a:moveTo>
                    <a:pt x="0" y="0"/>
                  </a:moveTo>
                  <a:lnTo>
                    <a:pt x="774" y="0"/>
                  </a:lnTo>
                  <a:lnTo>
                    <a:pt x="774" y="786"/>
                  </a:lnTo>
                  <a:lnTo>
                    <a:pt x="0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89;p56">
              <a:extLst>
                <a:ext uri="{FF2B5EF4-FFF2-40B4-BE49-F238E27FC236}">
                  <a16:creationId xmlns:a16="http://schemas.microsoft.com/office/drawing/2014/main" id="{2EEF0CD4-ACCD-4C71-5ADA-8BC35B3BD4ED}"/>
                </a:ext>
              </a:extLst>
            </p:cNvPr>
            <p:cNvSpPr/>
            <p:nvPr/>
          </p:nvSpPr>
          <p:spPr>
            <a:xfrm>
              <a:off x="4279077" y="2188022"/>
              <a:ext cx="27081" cy="27081"/>
            </a:xfrm>
            <a:custGeom>
              <a:avLst/>
              <a:gdLst/>
              <a:ahLst/>
              <a:cxnLst/>
              <a:rect l="l" t="t" r="r" b="b"/>
              <a:pathLst>
                <a:path w="787" h="787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90;p56">
              <a:extLst>
                <a:ext uri="{FF2B5EF4-FFF2-40B4-BE49-F238E27FC236}">
                  <a16:creationId xmlns:a16="http://schemas.microsoft.com/office/drawing/2014/main" id="{0704CAFE-D836-3916-2555-9F70795AD41B}"/>
                </a:ext>
              </a:extLst>
            </p:cNvPr>
            <p:cNvSpPr/>
            <p:nvPr/>
          </p:nvSpPr>
          <p:spPr>
            <a:xfrm>
              <a:off x="4057023" y="2233100"/>
              <a:ext cx="27081" cy="27046"/>
            </a:xfrm>
            <a:custGeom>
              <a:avLst/>
              <a:gdLst/>
              <a:ahLst/>
              <a:cxnLst/>
              <a:rect l="l" t="t" r="r" b="b"/>
              <a:pathLst>
                <a:path w="787" h="786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91;p56">
              <a:extLst>
                <a:ext uri="{FF2B5EF4-FFF2-40B4-BE49-F238E27FC236}">
                  <a16:creationId xmlns:a16="http://schemas.microsoft.com/office/drawing/2014/main" id="{EC12F2CC-7F69-A012-E0B8-796602AD87F1}"/>
                </a:ext>
              </a:extLst>
            </p:cNvPr>
            <p:cNvSpPr/>
            <p:nvPr/>
          </p:nvSpPr>
          <p:spPr>
            <a:xfrm>
              <a:off x="4093912" y="2233100"/>
              <a:ext cx="27081" cy="27046"/>
            </a:xfrm>
            <a:custGeom>
              <a:avLst/>
              <a:gdLst/>
              <a:ahLst/>
              <a:cxnLst/>
              <a:rect l="l" t="t" r="r" b="b"/>
              <a:pathLst>
                <a:path w="787" h="786" fill="none" extrusionOk="0">
                  <a:moveTo>
                    <a:pt x="0" y="0"/>
                  </a:moveTo>
                  <a:lnTo>
                    <a:pt x="786" y="0"/>
                  </a:lnTo>
                  <a:lnTo>
                    <a:pt x="786" y="786"/>
                  </a:lnTo>
                  <a:lnTo>
                    <a:pt x="0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92;p56">
              <a:extLst>
                <a:ext uri="{FF2B5EF4-FFF2-40B4-BE49-F238E27FC236}">
                  <a16:creationId xmlns:a16="http://schemas.microsoft.com/office/drawing/2014/main" id="{24D3FC28-8BA3-E191-2CAC-8FC67E03965E}"/>
                </a:ext>
              </a:extLst>
            </p:cNvPr>
            <p:cNvSpPr/>
            <p:nvPr/>
          </p:nvSpPr>
          <p:spPr>
            <a:xfrm>
              <a:off x="4130766" y="2233100"/>
              <a:ext cx="27081" cy="27046"/>
            </a:xfrm>
            <a:custGeom>
              <a:avLst/>
              <a:gdLst/>
              <a:ahLst/>
              <a:cxnLst/>
              <a:rect l="l" t="t" r="r" b="b"/>
              <a:pathLst>
                <a:path w="787" h="786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93;p56">
              <a:extLst>
                <a:ext uri="{FF2B5EF4-FFF2-40B4-BE49-F238E27FC236}">
                  <a16:creationId xmlns:a16="http://schemas.microsoft.com/office/drawing/2014/main" id="{5ECC4B49-47FF-E7EE-CBB0-8CE377FD0837}"/>
                </a:ext>
              </a:extLst>
            </p:cNvPr>
            <p:cNvSpPr/>
            <p:nvPr/>
          </p:nvSpPr>
          <p:spPr>
            <a:xfrm>
              <a:off x="4168067" y="2233100"/>
              <a:ext cx="27081" cy="27046"/>
            </a:xfrm>
            <a:custGeom>
              <a:avLst/>
              <a:gdLst/>
              <a:ahLst/>
              <a:cxnLst/>
              <a:rect l="l" t="t" r="r" b="b"/>
              <a:pathLst>
                <a:path w="787" h="786" fill="none" extrusionOk="0">
                  <a:moveTo>
                    <a:pt x="0" y="0"/>
                  </a:moveTo>
                  <a:lnTo>
                    <a:pt x="786" y="0"/>
                  </a:lnTo>
                  <a:lnTo>
                    <a:pt x="786" y="786"/>
                  </a:lnTo>
                  <a:lnTo>
                    <a:pt x="0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94;p56">
              <a:extLst>
                <a:ext uri="{FF2B5EF4-FFF2-40B4-BE49-F238E27FC236}">
                  <a16:creationId xmlns:a16="http://schemas.microsoft.com/office/drawing/2014/main" id="{59585CC9-B652-7913-83E0-9BB0FFD2FC02}"/>
                </a:ext>
              </a:extLst>
            </p:cNvPr>
            <p:cNvSpPr/>
            <p:nvPr/>
          </p:nvSpPr>
          <p:spPr>
            <a:xfrm>
              <a:off x="4204921" y="2233100"/>
              <a:ext cx="27081" cy="27046"/>
            </a:xfrm>
            <a:custGeom>
              <a:avLst/>
              <a:gdLst/>
              <a:ahLst/>
              <a:cxnLst/>
              <a:rect l="l" t="t" r="r" b="b"/>
              <a:pathLst>
                <a:path w="787" h="786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95;p56">
              <a:extLst>
                <a:ext uri="{FF2B5EF4-FFF2-40B4-BE49-F238E27FC236}">
                  <a16:creationId xmlns:a16="http://schemas.microsoft.com/office/drawing/2014/main" id="{FC186AC5-563D-5A63-E726-884E401962F9}"/>
                </a:ext>
              </a:extLst>
            </p:cNvPr>
            <p:cNvSpPr/>
            <p:nvPr/>
          </p:nvSpPr>
          <p:spPr>
            <a:xfrm>
              <a:off x="4242223" y="2233100"/>
              <a:ext cx="26668" cy="27046"/>
            </a:xfrm>
            <a:custGeom>
              <a:avLst/>
              <a:gdLst/>
              <a:ahLst/>
              <a:cxnLst/>
              <a:rect l="l" t="t" r="r" b="b"/>
              <a:pathLst>
                <a:path w="775" h="786" fill="none" extrusionOk="0">
                  <a:moveTo>
                    <a:pt x="0" y="0"/>
                  </a:moveTo>
                  <a:lnTo>
                    <a:pt x="774" y="0"/>
                  </a:lnTo>
                  <a:lnTo>
                    <a:pt x="774" y="786"/>
                  </a:lnTo>
                  <a:lnTo>
                    <a:pt x="0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96;p56">
              <a:extLst>
                <a:ext uri="{FF2B5EF4-FFF2-40B4-BE49-F238E27FC236}">
                  <a16:creationId xmlns:a16="http://schemas.microsoft.com/office/drawing/2014/main" id="{34A88B7D-0828-D48B-207E-3937E5403A48}"/>
                </a:ext>
              </a:extLst>
            </p:cNvPr>
            <p:cNvSpPr/>
            <p:nvPr/>
          </p:nvSpPr>
          <p:spPr>
            <a:xfrm>
              <a:off x="4279077" y="2233100"/>
              <a:ext cx="27081" cy="27046"/>
            </a:xfrm>
            <a:custGeom>
              <a:avLst/>
              <a:gdLst/>
              <a:ahLst/>
              <a:cxnLst/>
              <a:rect l="l" t="t" r="r" b="b"/>
              <a:pathLst>
                <a:path w="787" h="786" fill="none" extrusionOk="0">
                  <a:moveTo>
                    <a:pt x="1" y="0"/>
                  </a:moveTo>
                  <a:lnTo>
                    <a:pt x="787" y="0"/>
                  </a:lnTo>
                  <a:lnTo>
                    <a:pt x="787" y="786"/>
                  </a:lnTo>
                  <a:lnTo>
                    <a:pt x="1" y="786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97;p56">
              <a:extLst>
                <a:ext uri="{FF2B5EF4-FFF2-40B4-BE49-F238E27FC236}">
                  <a16:creationId xmlns:a16="http://schemas.microsoft.com/office/drawing/2014/main" id="{BDBC4FAD-6767-F5E6-760D-8A5A27967DB2}"/>
                </a:ext>
              </a:extLst>
            </p:cNvPr>
            <p:cNvSpPr/>
            <p:nvPr/>
          </p:nvSpPr>
          <p:spPr>
            <a:xfrm>
              <a:off x="4057023" y="2278144"/>
              <a:ext cx="27081" cy="26668"/>
            </a:xfrm>
            <a:custGeom>
              <a:avLst/>
              <a:gdLst/>
              <a:ahLst/>
              <a:cxnLst/>
              <a:rect l="l" t="t" r="r" b="b"/>
              <a:pathLst>
                <a:path w="787" h="775" fill="none" extrusionOk="0">
                  <a:moveTo>
                    <a:pt x="1" y="1"/>
                  </a:moveTo>
                  <a:lnTo>
                    <a:pt x="787" y="1"/>
                  </a:lnTo>
                  <a:lnTo>
                    <a:pt x="787" y="775"/>
                  </a:lnTo>
                  <a:lnTo>
                    <a:pt x="1" y="775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98;p56">
              <a:extLst>
                <a:ext uri="{FF2B5EF4-FFF2-40B4-BE49-F238E27FC236}">
                  <a16:creationId xmlns:a16="http://schemas.microsoft.com/office/drawing/2014/main" id="{DBFAFF14-D4CD-F56F-1BCA-016530245583}"/>
                </a:ext>
              </a:extLst>
            </p:cNvPr>
            <p:cNvSpPr/>
            <p:nvPr/>
          </p:nvSpPr>
          <p:spPr>
            <a:xfrm>
              <a:off x="4093912" y="2278144"/>
              <a:ext cx="27081" cy="26668"/>
            </a:xfrm>
            <a:custGeom>
              <a:avLst/>
              <a:gdLst/>
              <a:ahLst/>
              <a:cxnLst/>
              <a:rect l="l" t="t" r="r" b="b"/>
              <a:pathLst>
                <a:path w="787" h="775" fill="none" extrusionOk="0">
                  <a:moveTo>
                    <a:pt x="0" y="1"/>
                  </a:moveTo>
                  <a:lnTo>
                    <a:pt x="786" y="1"/>
                  </a:lnTo>
                  <a:lnTo>
                    <a:pt x="786" y="775"/>
                  </a:lnTo>
                  <a:lnTo>
                    <a:pt x="0" y="775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99;p56">
              <a:extLst>
                <a:ext uri="{FF2B5EF4-FFF2-40B4-BE49-F238E27FC236}">
                  <a16:creationId xmlns:a16="http://schemas.microsoft.com/office/drawing/2014/main" id="{F4332E57-29CC-1707-D5C5-A4F1826BBF96}"/>
                </a:ext>
              </a:extLst>
            </p:cNvPr>
            <p:cNvSpPr/>
            <p:nvPr/>
          </p:nvSpPr>
          <p:spPr>
            <a:xfrm>
              <a:off x="4130766" y="2278144"/>
              <a:ext cx="27081" cy="26668"/>
            </a:xfrm>
            <a:custGeom>
              <a:avLst/>
              <a:gdLst/>
              <a:ahLst/>
              <a:cxnLst/>
              <a:rect l="l" t="t" r="r" b="b"/>
              <a:pathLst>
                <a:path w="787" h="775" fill="none" extrusionOk="0">
                  <a:moveTo>
                    <a:pt x="1" y="1"/>
                  </a:moveTo>
                  <a:lnTo>
                    <a:pt x="787" y="1"/>
                  </a:lnTo>
                  <a:lnTo>
                    <a:pt x="787" y="775"/>
                  </a:lnTo>
                  <a:lnTo>
                    <a:pt x="1" y="775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900;p56">
              <a:extLst>
                <a:ext uri="{FF2B5EF4-FFF2-40B4-BE49-F238E27FC236}">
                  <a16:creationId xmlns:a16="http://schemas.microsoft.com/office/drawing/2014/main" id="{5108E15A-9C35-B8D4-C087-189768FBFE7A}"/>
                </a:ext>
              </a:extLst>
            </p:cNvPr>
            <p:cNvSpPr/>
            <p:nvPr/>
          </p:nvSpPr>
          <p:spPr>
            <a:xfrm>
              <a:off x="4168067" y="2278144"/>
              <a:ext cx="27081" cy="26668"/>
            </a:xfrm>
            <a:custGeom>
              <a:avLst/>
              <a:gdLst/>
              <a:ahLst/>
              <a:cxnLst/>
              <a:rect l="l" t="t" r="r" b="b"/>
              <a:pathLst>
                <a:path w="787" h="775" fill="none" extrusionOk="0">
                  <a:moveTo>
                    <a:pt x="0" y="1"/>
                  </a:moveTo>
                  <a:lnTo>
                    <a:pt x="786" y="1"/>
                  </a:lnTo>
                  <a:lnTo>
                    <a:pt x="786" y="775"/>
                  </a:lnTo>
                  <a:lnTo>
                    <a:pt x="0" y="775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901;p56">
              <a:extLst>
                <a:ext uri="{FF2B5EF4-FFF2-40B4-BE49-F238E27FC236}">
                  <a16:creationId xmlns:a16="http://schemas.microsoft.com/office/drawing/2014/main" id="{46DFE6B7-1585-0537-6458-18CADDB52F71}"/>
                </a:ext>
              </a:extLst>
            </p:cNvPr>
            <p:cNvSpPr/>
            <p:nvPr/>
          </p:nvSpPr>
          <p:spPr>
            <a:xfrm>
              <a:off x="4204921" y="2278144"/>
              <a:ext cx="27081" cy="26668"/>
            </a:xfrm>
            <a:custGeom>
              <a:avLst/>
              <a:gdLst/>
              <a:ahLst/>
              <a:cxnLst/>
              <a:rect l="l" t="t" r="r" b="b"/>
              <a:pathLst>
                <a:path w="787" h="775" fill="none" extrusionOk="0">
                  <a:moveTo>
                    <a:pt x="1" y="1"/>
                  </a:moveTo>
                  <a:lnTo>
                    <a:pt x="787" y="1"/>
                  </a:lnTo>
                  <a:lnTo>
                    <a:pt x="787" y="775"/>
                  </a:lnTo>
                  <a:lnTo>
                    <a:pt x="1" y="775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902;p56">
              <a:extLst>
                <a:ext uri="{FF2B5EF4-FFF2-40B4-BE49-F238E27FC236}">
                  <a16:creationId xmlns:a16="http://schemas.microsoft.com/office/drawing/2014/main" id="{1AE10784-B43B-2714-AAB0-343538DF5613}"/>
                </a:ext>
              </a:extLst>
            </p:cNvPr>
            <p:cNvSpPr/>
            <p:nvPr/>
          </p:nvSpPr>
          <p:spPr>
            <a:xfrm>
              <a:off x="4242223" y="2278144"/>
              <a:ext cx="26668" cy="26668"/>
            </a:xfrm>
            <a:custGeom>
              <a:avLst/>
              <a:gdLst/>
              <a:ahLst/>
              <a:cxnLst/>
              <a:rect l="l" t="t" r="r" b="b"/>
              <a:pathLst>
                <a:path w="775" h="775" fill="none" extrusionOk="0">
                  <a:moveTo>
                    <a:pt x="0" y="1"/>
                  </a:moveTo>
                  <a:lnTo>
                    <a:pt x="774" y="1"/>
                  </a:lnTo>
                  <a:lnTo>
                    <a:pt x="774" y="775"/>
                  </a:lnTo>
                  <a:lnTo>
                    <a:pt x="0" y="775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903;p56">
              <a:extLst>
                <a:ext uri="{FF2B5EF4-FFF2-40B4-BE49-F238E27FC236}">
                  <a16:creationId xmlns:a16="http://schemas.microsoft.com/office/drawing/2014/main" id="{3C8186DB-9EC3-105D-B32B-C1CA5C794B64}"/>
                </a:ext>
              </a:extLst>
            </p:cNvPr>
            <p:cNvSpPr/>
            <p:nvPr/>
          </p:nvSpPr>
          <p:spPr>
            <a:xfrm>
              <a:off x="4279077" y="2278144"/>
              <a:ext cx="27081" cy="26668"/>
            </a:xfrm>
            <a:custGeom>
              <a:avLst/>
              <a:gdLst/>
              <a:ahLst/>
              <a:cxnLst/>
              <a:rect l="l" t="t" r="r" b="b"/>
              <a:pathLst>
                <a:path w="787" h="775" fill="none" extrusionOk="0">
                  <a:moveTo>
                    <a:pt x="1" y="1"/>
                  </a:moveTo>
                  <a:lnTo>
                    <a:pt x="787" y="1"/>
                  </a:lnTo>
                  <a:lnTo>
                    <a:pt x="787" y="775"/>
                  </a:lnTo>
                  <a:lnTo>
                    <a:pt x="1" y="775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904;p56">
              <a:extLst>
                <a:ext uri="{FF2B5EF4-FFF2-40B4-BE49-F238E27FC236}">
                  <a16:creationId xmlns:a16="http://schemas.microsoft.com/office/drawing/2014/main" id="{409109C7-11F8-00F6-3038-7F21C03F2B2C}"/>
                </a:ext>
              </a:extLst>
            </p:cNvPr>
            <p:cNvSpPr/>
            <p:nvPr/>
          </p:nvSpPr>
          <p:spPr>
            <a:xfrm>
              <a:off x="4086135" y="2046249"/>
              <a:ext cx="17652" cy="46350"/>
            </a:xfrm>
            <a:custGeom>
              <a:avLst/>
              <a:gdLst/>
              <a:ahLst/>
              <a:cxnLst/>
              <a:rect l="l" t="t" r="r" b="b"/>
              <a:pathLst>
                <a:path w="513" h="1347" extrusionOk="0">
                  <a:moveTo>
                    <a:pt x="0" y="1"/>
                  </a:moveTo>
                  <a:lnTo>
                    <a:pt x="0" y="1346"/>
                  </a:lnTo>
                  <a:lnTo>
                    <a:pt x="512" y="1346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905;p56">
              <a:extLst>
                <a:ext uri="{FF2B5EF4-FFF2-40B4-BE49-F238E27FC236}">
                  <a16:creationId xmlns:a16="http://schemas.microsoft.com/office/drawing/2014/main" id="{8CA1F855-B15D-928B-3600-A7959E750259}"/>
                </a:ext>
              </a:extLst>
            </p:cNvPr>
            <p:cNvSpPr/>
            <p:nvPr/>
          </p:nvSpPr>
          <p:spPr>
            <a:xfrm>
              <a:off x="4172575" y="2046249"/>
              <a:ext cx="17652" cy="46350"/>
            </a:xfrm>
            <a:custGeom>
              <a:avLst/>
              <a:gdLst/>
              <a:ahLst/>
              <a:cxnLst/>
              <a:rect l="l" t="t" r="r" b="b"/>
              <a:pathLst>
                <a:path w="513" h="1347" extrusionOk="0">
                  <a:moveTo>
                    <a:pt x="0" y="1"/>
                  </a:moveTo>
                  <a:lnTo>
                    <a:pt x="0" y="1346"/>
                  </a:lnTo>
                  <a:lnTo>
                    <a:pt x="512" y="1346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06;p56">
              <a:extLst>
                <a:ext uri="{FF2B5EF4-FFF2-40B4-BE49-F238E27FC236}">
                  <a16:creationId xmlns:a16="http://schemas.microsoft.com/office/drawing/2014/main" id="{8EC8E899-53BC-E085-8F81-85DB1FF0CE2E}"/>
                </a:ext>
              </a:extLst>
            </p:cNvPr>
            <p:cNvSpPr/>
            <p:nvPr/>
          </p:nvSpPr>
          <p:spPr>
            <a:xfrm>
              <a:off x="4259015" y="2046249"/>
              <a:ext cx="17652" cy="46350"/>
            </a:xfrm>
            <a:custGeom>
              <a:avLst/>
              <a:gdLst/>
              <a:ahLst/>
              <a:cxnLst/>
              <a:rect l="l" t="t" r="r" b="b"/>
              <a:pathLst>
                <a:path w="513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513" y="1346"/>
                  </a:lnTo>
                  <a:lnTo>
                    <a:pt x="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907;p56">
              <a:extLst>
                <a:ext uri="{FF2B5EF4-FFF2-40B4-BE49-F238E27FC236}">
                  <a16:creationId xmlns:a16="http://schemas.microsoft.com/office/drawing/2014/main" id="{34CD94D5-E8F2-9ED8-D4E8-71B3BFD77F31}"/>
                </a:ext>
              </a:extLst>
            </p:cNvPr>
            <p:cNvSpPr/>
            <p:nvPr/>
          </p:nvSpPr>
          <p:spPr>
            <a:xfrm>
              <a:off x="4060327" y="2124121"/>
              <a:ext cx="247890" cy="44664"/>
            </a:xfrm>
            <a:custGeom>
              <a:avLst/>
              <a:gdLst/>
              <a:ahLst/>
              <a:cxnLst/>
              <a:rect l="l" t="t" r="r" b="b"/>
              <a:pathLst>
                <a:path w="7204" h="1298" fill="none" extrusionOk="0">
                  <a:moveTo>
                    <a:pt x="0" y="0"/>
                  </a:moveTo>
                  <a:lnTo>
                    <a:pt x="7203" y="0"/>
                  </a:lnTo>
                  <a:lnTo>
                    <a:pt x="7203" y="1298"/>
                  </a:lnTo>
                  <a:lnTo>
                    <a:pt x="0" y="1298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908;p56">
              <a:extLst>
                <a:ext uri="{FF2B5EF4-FFF2-40B4-BE49-F238E27FC236}">
                  <a16:creationId xmlns:a16="http://schemas.microsoft.com/office/drawing/2014/main" id="{A3D7EC36-3F0B-244B-AFC5-AEE2A83DD920}"/>
                </a:ext>
              </a:extLst>
            </p:cNvPr>
            <p:cNvSpPr/>
            <p:nvPr/>
          </p:nvSpPr>
          <p:spPr>
            <a:xfrm>
              <a:off x="3737071" y="1378025"/>
              <a:ext cx="325312" cy="325347"/>
            </a:xfrm>
            <a:custGeom>
              <a:avLst/>
              <a:gdLst/>
              <a:ahLst/>
              <a:cxnLst/>
              <a:rect l="l" t="t" r="r" b="b"/>
              <a:pathLst>
                <a:path w="9454" h="9455" fill="none" extrusionOk="0">
                  <a:moveTo>
                    <a:pt x="7775" y="1680"/>
                  </a:moveTo>
                  <a:cubicBezTo>
                    <a:pt x="9454" y="3358"/>
                    <a:pt x="9454" y="6097"/>
                    <a:pt x="7775" y="7776"/>
                  </a:cubicBezTo>
                  <a:cubicBezTo>
                    <a:pt x="6084" y="9454"/>
                    <a:pt x="3358" y="9454"/>
                    <a:pt x="1679" y="7776"/>
                  </a:cubicBezTo>
                  <a:cubicBezTo>
                    <a:pt x="0" y="6097"/>
                    <a:pt x="0" y="3358"/>
                    <a:pt x="1679" y="1680"/>
                  </a:cubicBezTo>
                  <a:cubicBezTo>
                    <a:pt x="3358" y="1"/>
                    <a:pt x="6084" y="1"/>
                    <a:pt x="7775" y="1680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909;p56">
              <a:extLst>
                <a:ext uri="{FF2B5EF4-FFF2-40B4-BE49-F238E27FC236}">
                  <a16:creationId xmlns:a16="http://schemas.microsoft.com/office/drawing/2014/main" id="{0EF9B5CA-34C4-2627-B2F9-DDCBEF9EF01F}"/>
                </a:ext>
              </a:extLst>
            </p:cNvPr>
            <p:cNvSpPr/>
            <p:nvPr/>
          </p:nvSpPr>
          <p:spPr>
            <a:xfrm>
              <a:off x="3761640" y="1402629"/>
              <a:ext cx="276175" cy="276140"/>
            </a:xfrm>
            <a:custGeom>
              <a:avLst/>
              <a:gdLst/>
              <a:ahLst/>
              <a:cxnLst/>
              <a:rect l="l" t="t" r="r" b="b"/>
              <a:pathLst>
                <a:path w="8026" h="8025" fill="none" extrusionOk="0">
                  <a:moveTo>
                    <a:pt x="6596" y="1429"/>
                  </a:moveTo>
                  <a:cubicBezTo>
                    <a:pt x="8025" y="2858"/>
                    <a:pt x="8025" y="5167"/>
                    <a:pt x="6596" y="6596"/>
                  </a:cubicBezTo>
                  <a:cubicBezTo>
                    <a:pt x="5168" y="8025"/>
                    <a:pt x="2858" y="8025"/>
                    <a:pt x="1429" y="6596"/>
                  </a:cubicBezTo>
                  <a:cubicBezTo>
                    <a:pt x="0" y="5167"/>
                    <a:pt x="0" y="2858"/>
                    <a:pt x="1429" y="1429"/>
                  </a:cubicBezTo>
                  <a:cubicBezTo>
                    <a:pt x="2858" y="0"/>
                    <a:pt x="5168" y="0"/>
                    <a:pt x="6596" y="1429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910;p56">
              <a:extLst>
                <a:ext uri="{FF2B5EF4-FFF2-40B4-BE49-F238E27FC236}">
                  <a16:creationId xmlns:a16="http://schemas.microsoft.com/office/drawing/2014/main" id="{BFDBA200-9ECF-2BB7-4551-EDDC0FFBD58F}"/>
                </a:ext>
              </a:extLst>
            </p:cNvPr>
            <p:cNvSpPr/>
            <p:nvPr/>
          </p:nvSpPr>
          <p:spPr>
            <a:xfrm>
              <a:off x="3887412" y="1528400"/>
              <a:ext cx="24225" cy="24603"/>
            </a:xfrm>
            <a:custGeom>
              <a:avLst/>
              <a:gdLst/>
              <a:ahLst/>
              <a:cxnLst/>
              <a:rect l="l" t="t" r="r" b="b"/>
              <a:pathLst>
                <a:path w="704" h="715" fill="none" extrusionOk="0">
                  <a:moveTo>
                    <a:pt x="703" y="358"/>
                  </a:moveTo>
                  <a:cubicBezTo>
                    <a:pt x="703" y="548"/>
                    <a:pt x="548" y="715"/>
                    <a:pt x="358" y="715"/>
                  </a:cubicBezTo>
                  <a:cubicBezTo>
                    <a:pt x="155" y="715"/>
                    <a:pt x="1" y="548"/>
                    <a:pt x="1" y="358"/>
                  </a:cubicBezTo>
                  <a:cubicBezTo>
                    <a:pt x="1" y="167"/>
                    <a:pt x="155" y="0"/>
                    <a:pt x="358" y="0"/>
                  </a:cubicBezTo>
                  <a:lnTo>
                    <a:pt x="358" y="0"/>
                  </a:lnTo>
                  <a:cubicBezTo>
                    <a:pt x="548" y="0"/>
                    <a:pt x="703" y="167"/>
                    <a:pt x="703" y="358"/>
                  </a:cubicBezTo>
                  <a:lnTo>
                    <a:pt x="703" y="358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911;p56">
              <a:extLst>
                <a:ext uri="{FF2B5EF4-FFF2-40B4-BE49-F238E27FC236}">
                  <a16:creationId xmlns:a16="http://schemas.microsoft.com/office/drawing/2014/main" id="{6723EAE0-83CD-25C3-665D-F94743901AC0}"/>
                </a:ext>
              </a:extLst>
            </p:cNvPr>
            <p:cNvSpPr/>
            <p:nvPr/>
          </p:nvSpPr>
          <p:spPr>
            <a:xfrm>
              <a:off x="3852175" y="1550113"/>
              <a:ext cx="38539" cy="33206"/>
            </a:xfrm>
            <a:custGeom>
              <a:avLst/>
              <a:gdLst/>
              <a:ahLst/>
              <a:cxnLst/>
              <a:rect l="l" t="t" r="r" b="b"/>
              <a:pathLst>
                <a:path w="1120" h="965" fill="none" extrusionOk="0">
                  <a:moveTo>
                    <a:pt x="1120" y="0"/>
                  </a:moveTo>
                  <a:lnTo>
                    <a:pt x="1" y="965"/>
                  </a:ln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912;p56">
              <a:extLst>
                <a:ext uri="{FF2B5EF4-FFF2-40B4-BE49-F238E27FC236}">
                  <a16:creationId xmlns:a16="http://schemas.microsoft.com/office/drawing/2014/main" id="{2186C85D-3C50-EF41-D98E-029D4DF2EA15}"/>
                </a:ext>
              </a:extLst>
            </p:cNvPr>
            <p:cNvSpPr/>
            <p:nvPr/>
          </p:nvSpPr>
          <p:spPr>
            <a:xfrm>
              <a:off x="3911603" y="1540685"/>
              <a:ext cx="98344" cy="34"/>
            </a:xfrm>
            <a:custGeom>
              <a:avLst/>
              <a:gdLst/>
              <a:ahLst/>
              <a:cxnLst/>
              <a:rect l="l" t="t" r="r" b="b"/>
              <a:pathLst>
                <a:path w="2858" h="1" fill="none" extrusionOk="0">
                  <a:moveTo>
                    <a:pt x="0" y="1"/>
                  </a:moveTo>
                  <a:lnTo>
                    <a:pt x="2858" y="1"/>
                  </a:ln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913;p56">
              <a:extLst>
                <a:ext uri="{FF2B5EF4-FFF2-40B4-BE49-F238E27FC236}">
                  <a16:creationId xmlns:a16="http://schemas.microsoft.com/office/drawing/2014/main" id="{AFAB9537-56B2-20AC-78C6-F508BD3C849A}"/>
                </a:ext>
              </a:extLst>
            </p:cNvPr>
            <p:cNvSpPr/>
            <p:nvPr/>
          </p:nvSpPr>
          <p:spPr>
            <a:xfrm>
              <a:off x="2383795" y="1330090"/>
              <a:ext cx="1258202" cy="1184461"/>
            </a:xfrm>
            <a:custGeom>
              <a:avLst/>
              <a:gdLst/>
              <a:ahLst/>
              <a:cxnLst/>
              <a:rect l="l" t="t" r="r" b="b"/>
              <a:pathLst>
                <a:path w="36565" h="34422" fill="none" extrusionOk="0">
                  <a:moveTo>
                    <a:pt x="11871" y="34422"/>
                  </a:moveTo>
                  <a:lnTo>
                    <a:pt x="1" y="34422"/>
                  </a:lnTo>
                  <a:lnTo>
                    <a:pt x="1" y="1"/>
                  </a:lnTo>
                  <a:lnTo>
                    <a:pt x="11871" y="1"/>
                  </a:lnTo>
                  <a:lnTo>
                    <a:pt x="11871" y="34422"/>
                  </a:lnTo>
                  <a:close/>
                  <a:moveTo>
                    <a:pt x="24218" y="1"/>
                  </a:moveTo>
                  <a:lnTo>
                    <a:pt x="12347" y="1"/>
                  </a:lnTo>
                  <a:lnTo>
                    <a:pt x="12347" y="34422"/>
                  </a:lnTo>
                  <a:lnTo>
                    <a:pt x="24218" y="34422"/>
                  </a:lnTo>
                  <a:lnTo>
                    <a:pt x="24218" y="1"/>
                  </a:lnTo>
                  <a:close/>
                  <a:moveTo>
                    <a:pt x="36565" y="1"/>
                  </a:moveTo>
                  <a:lnTo>
                    <a:pt x="24694" y="1"/>
                  </a:lnTo>
                  <a:lnTo>
                    <a:pt x="24694" y="34422"/>
                  </a:lnTo>
                  <a:lnTo>
                    <a:pt x="36565" y="34422"/>
                  </a:lnTo>
                  <a:lnTo>
                    <a:pt x="36565" y="1"/>
                  </a:ln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914;p56">
              <a:extLst>
                <a:ext uri="{FF2B5EF4-FFF2-40B4-BE49-F238E27FC236}">
                  <a16:creationId xmlns:a16="http://schemas.microsoft.com/office/drawing/2014/main" id="{790D56B4-1E39-9E37-529C-A423F454CADD}"/>
                </a:ext>
              </a:extLst>
            </p:cNvPr>
            <p:cNvSpPr/>
            <p:nvPr/>
          </p:nvSpPr>
          <p:spPr>
            <a:xfrm>
              <a:off x="2383382" y="1330090"/>
              <a:ext cx="194657" cy="320013"/>
            </a:xfrm>
            <a:custGeom>
              <a:avLst/>
              <a:gdLst/>
              <a:ahLst/>
              <a:cxnLst/>
              <a:rect l="l" t="t" r="r" b="b"/>
              <a:pathLst>
                <a:path w="5657" h="9300" fill="none" extrusionOk="0">
                  <a:moveTo>
                    <a:pt x="1" y="9192"/>
                  </a:moveTo>
                  <a:cubicBezTo>
                    <a:pt x="417" y="9300"/>
                    <a:pt x="1441" y="8752"/>
                    <a:pt x="3513" y="3930"/>
                  </a:cubicBezTo>
                  <a:cubicBezTo>
                    <a:pt x="4085" y="2549"/>
                    <a:pt x="4811" y="1239"/>
                    <a:pt x="5656" y="1"/>
                  </a:cubicBez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915;p56">
              <a:extLst>
                <a:ext uri="{FF2B5EF4-FFF2-40B4-BE49-F238E27FC236}">
                  <a16:creationId xmlns:a16="http://schemas.microsoft.com/office/drawing/2014/main" id="{DA51D6B8-E8F0-B937-8377-A89D9F095C4F}"/>
                </a:ext>
              </a:extLst>
            </p:cNvPr>
            <p:cNvSpPr/>
            <p:nvPr/>
          </p:nvSpPr>
          <p:spPr>
            <a:xfrm>
              <a:off x="3233537" y="1999141"/>
              <a:ext cx="273697" cy="515427"/>
            </a:xfrm>
            <a:custGeom>
              <a:avLst/>
              <a:gdLst/>
              <a:ahLst/>
              <a:cxnLst/>
              <a:rect l="l" t="t" r="r" b="b"/>
              <a:pathLst>
                <a:path w="7954" h="14979" fill="none" extrusionOk="0">
                  <a:moveTo>
                    <a:pt x="0" y="1"/>
                  </a:moveTo>
                  <a:cubicBezTo>
                    <a:pt x="703" y="894"/>
                    <a:pt x="1465" y="1953"/>
                    <a:pt x="2310" y="3263"/>
                  </a:cubicBezTo>
                  <a:cubicBezTo>
                    <a:pt x="4667" y="6918"/>
                    <a:pt x="6561" y="10859"/>
                    <a:pt x="7954" y="14979"/>
                  </a:cubicBez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916;p56">
              <a:extLst>
                <a:ext uri="{FF2B5EF4-FFF2-40B4-BE49-F238E27FC236}">
                  <a16:creationId xmlns:a16="http://schemas.microsoft.com/office/drawing/2014/main" id="{6A21F286-FF65-5558-C871-7EF368E76138}"/>
                </a:ext>
              </a:extLst>
            </p:cNvPr>
            <p:cNvSpPr/>
            <p:nvPr/>
          </p:nvSpPr>
          <p:spPr>
            <a:xfrm>
              <a:off x="2950026" y="1330090"/>
              <a:ext cx="267125" cy="649007"/>
            </a:xfrm>
            <a:custGeom>
              <a:avLst/>
              <a:gdLst/>
              <a:ahLst/>
              <a:cxnLst/>
              <a:rect l="l" t="t" r="r" b="b"/>
              <a:pathLst>
                <a:path w="7763" h="18861" fill="none" extrusionOk="0">
                  <a:moveTo>
                    <a:pt x="786" y="1"/>
                  </a:moveTo>
                  <a:cubicBezTo>
                    <a:pt x="274" y="2049"/>
                    <a:pt x="0" y="4918"/>
                    <a:pt x="750" y="8502"/>
                  </a:cubicBezTo>
                  <a:cubicBezTo>
                    <a:pt x="2096" y="14884"/>
                    <a:pt x="3882" y="14181"/>
                    <a:pt x="7763" y="18860"/>
                  </a:cubicBez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917;p56">
              <a:extLst>
                <a:ext uri="{FF2B5EF4-FFF2-40B4-BE49-F238E27FC236}">
                  <a16:creationId xmlns:a16="http://schemas.microsoft.com/office/drawing/2014/main" id="{0D14983E-489B-7431-7B64-1BB777521889}"/>
                </a:ext>
              </a:extLst>
            </p:cNvPr>
            <p:cNvSpPr/>
            <p:nvPr/>
          </p:nvSpPr>
          <p:spPr>
            <a:xfrm>
              <a:off x="2383382" y="1546844"/>
              <a:ext cx="359757" cy="967712"/>
            </a:xfrm>
            <a:custGeom>
              <a:avLst/>
              <a:gdLst/>
              <a:ahLst/>
              <a:cxnLst/>
              <a:rect l="l" t="t" r="r" b="b"/>
              <a:pathLst>
                <a:path w="10455" h="28123" fill="none" extrusionOk="0">
                  <a:moveTo>
                    <a:pt x="1" y="16276"/>
                  </a:moveTo>
                  <a:cubicBezTo>
                    <a:pt x="739" y="15133"/>
                    <a:pt x="1477" y="13573"/>
                    <a:pt x="2120" y="11430"/>
                  </a:cubicBezTo>
                  <a:cubicBezTo>
                    <a:pt x="4573" y="3346"/>
                    <a:pt x="10454" y="0"/>
                    <a:pt x="10454" y="7513"/>
                  </a:cubicBezTo>
                  <a:cubicBezTo>
                    <a:pt x="10454" y="15014"/>
                    <a:pt x="6799" y="18967"/>
                    <a:pt x="6692" y="24158"/>
                  </a:cubicBezTo>
                  <a:cubicBezTo>
                    <a:pt x="6656" y="25503"/>
                    <a:pt x="6871" y="26849"/>
                    <a:pt x="7311" y="28123"/>
                  </a:cubicBez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918;p56">
              <a:extLst>
                <a:ext uri="{FF2B5EF4-FFF2-40B4-BE49-F238E27FC236}">
                  <a16:creationId xmlns:a16="http://schemas.microsoft.com/office/drawing/2014/main" id="{FB337AE0-BE85-C654-E2AE-5B6827971AF7}"/>
                </a:ext>
              </a:extLst>
            </p:cNvPr>
            <p:cNvSpPr/>
            <p:nvPr/>
          </p:nvSpPr>
          <p:spPr>
            <a:xfrm>
              <a:off x="2993452" y="2083551"/>
              <a:ext cx="199544" cy="431020"/>
            </a:xfrm>
            <a:custGeom>
              <a:avLst/>
              <a:gdLst/>
              <a:ahLst/>
              <a:cxnLst/>
              <a:rect l="l" t="t" r="r" b="b"/>
              <a:pathLst>
                <a:path w="5799" h="12526" fill="none" extrusionOk="0">
                  <a:moveTo>
                    <a:pt x="1512" y="12526"/>
                  </a:moveTo>
                  <a:cubicBezTo>
                    <a:pt x="298" y="6977"/>
                    <a:pt x="0" y="1096"/>
                    <a:pt x="1608" y="560"/>
                  </a:cubicBezTo>
                  <a:cubicBezTo>
                    <a:pt x="3286" y="0"/>
                    <a:pt x="4929" y="7656"/>
                    <a:pt x="5799" y="12526"/>
                  </a:cubicBez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919;p56">
              <a:extLst>
                <a:ext uri="{FF2B5EF4-FFF2-40B4-BE49-F238E27FC236}">
                  <a16:creationId xmlns:a16="http://schemas.microsoft.com/office/drawing/2014/main" id="{504C216F-DB74-B604-7A22-69B1CE9FA7BA}"/>
                </a:ext>
              </a:extLst>
            </p:cNvPr>
            <p:cNvSpPr/>
            <p:nvPr/>
          </p:nvSpPr>
          <p:spPr>
            <a:xfrm>
              <a:off x="3195822" y="1330090"/>
              <a:ext cx="446194" cy="546156"/>
            </a:xfrm>
            <a:custGeom>
              <a:avLst/>
              <a:gdLst/>
              <a:ahLst/>
              <a:cxnLst/>
              <a:rect l="l" t="t" r="r" b="b"/>
              <a:pathLst>
                <a:path w="12967" h="15872" fill="none" extrusionOk="0">
                  <a:moveTo>
                    <a:pt x="7073" y="1"/>
                  </a:moveTo>
                  <a:cubicBezTo>
                    <a:pt x="4406" y="5513"/>
                    <a:pt x="1" y="15443"/>
                    <a:pt x="2835" y="15681"/>
                  </a:cubicBezTo>
                  <a:cubicBezTo>
                    <a:pt x="5085" y="15872"/>
                    <a:pt x="9550" y="10788"/>
                    <a:pt x="12967" y="6394"/>
                  </a:cubicBezTo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920;p56">
              <a:extLst>
                <a:ext uri="{FF2B5EF4-FFF2-40B4-BE49-F238E27FC236}">
                  <a16:creationId xmlns:a16="http://schemas.microsoft.com/office/drawing/2014/main" id="{11CDFEB2-B346-29B1-668A-C4DD0006439E}"/>
                </a:ext>
              </a:extLst>
            </p:cNvPr>
            <p:cNvSpPr/>
            <p:nvPr/>
          </p:nvSpPr>
          <p:spPr>
            <a:xfrm>
              <a:off x="3003672" y="1386627"/>
              <a:ext cx="191388" cy="191388"/>
            </a:xfrm>
            <a:custGeom>
              <a:avLst/>
              <a:gdLst/>
              <a:ahLst/>
              <a:cxnLst/>
              <a:rect l="l" t="t" r="r" b="b"/>
              <a:pathLst>
                <a:path w="5562" h="5562" fill="none" extrusionOk="0">
                  <a:moveTo>
                    <a:pt x="3358" y="322"/>
                  </a:moveTo>
                  <a:cubicBezTo>
                    <a:pt x="4716" y="632"/>
                    <a:pt x="5561" y="1989"/>
                    <a:pt x="5240" y="3358"/>
                  </a:cubicBezTo>
                  <a:cubicBezTo>
                    <a:pt x="4930" y="4716"/>
                    <a:pt x="3573" y="5561"/>
                    <a:pt x="2203" y="5240"/>
                  </a:cubicBezTo>
                  <a:cubicBezTo>
                    <a:pt x="846" y="4930"/>
                    <a:pt x="1" y="3561"/>
                    <a:pt x="322" y="2203"/>
                  </a:cubicBezTo>
                  <a:cubicBezTo>
                    <a:pt x="632" y="846"/>
                    <a:pt x="2001" y="1"/>
                    <a:pt x="3358" y="322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921;p56">
              <a:extLst>
                <a:ext uri="{FF2B5EF4-FFF2-40B4-BE49-F238E27FC236}">
                  <a16:creationId xmlns:a16="http://schemas.microsoft.com/office/drawing/2014/main" id="{63B17B5C-7C0A-0E12-9D53-88FDD03D0702}"/>
                </a:ext>
              </a:extLst>
            </p:cNvPr>
            <p:cNvSpPr/>
            <p:nvPr/>
          </p:nvSpPr>
          <p:spPr>
            <a:xfrm>
              <a:off x="3453112" y="1639410"/>
              <a:ext cx="39365" cy="39365"/>
            </a:xfrm>
            <a:custGeom>
              <a:avLst/>
              <a:gdLst/>
              <a:ahLst/>
              <a:cxnLst/>
              <a:rect l="l" t="t" r="r" b="b"/>
              <a:pathLst>
                <a:path w="1144" h="1144" fill="none" extrusionOk="0">
                  <a:moveTo>
                    <a:pt x="1144" y="572"/>
                  </a:moveTo>
                  <a:cubicBezTo>
                    <a:pt x="1144" y="894"/>
                    <a:pt x="894" y="1144"/>
                    <a:pt x="572" y="1144"/>
                  </a:cubicBezTo>
                  <a:cubicBezTo>
                    <a:pt x="263" y="1144"/>
                    <a:pt x="1" y="894"/>
                    <a:pt x="1" y="572"/>
                  </a:cubicBezTo>
                  <a:cubicBezTo>
                    <a:pt x="1" y="263"/>
                    <a:pt x="263" y="1"/>
                    <a:pt x="572" y="1"/>
                  </a:cubicBezTo>
                  <a:lnTo>
                    <a:pt x="572" y="1"/>
                  </a:lnTo>
                  <a:cubicBezTo>
                    <a:pt x="894" y="1"/>
                    <a:pt x="1144" y="263"/>
                    <a:pt x="1144" y="572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922;p56">
              <a:extLst>
                <a:ext uri="{FF2B5EF4-FFF2-40B4-BE49-F238E27FC236}">
                  <a16:creationId xmlns:a16="http://schemas.microsoft.com/office/drawing/2014/main" id="{30EFF7C7-44BC-B5BE-F2E8-F7224298A38C}"/>
                </a:ext>
              </a:extLst>
            </p:cNvPr>
            <p:cNvSpPr/>
            <p:nvPr/>
          </p:nvSpPr>
          <p:spPr>
            <a:xfrm>
              <a:off x="2487440" y="2116723"/>
              <a:ext cx="64381" cy="64760"/>
            </a:xfrm>
            <a:custGeom>
              <a:avLst/>
              <a:gdLst/>
              <a:ahLst/>
              <a:cxnLst/>
              <a:rect l="l" t="t" r="r" b="b"/>
              <a:pathLst>
                <a:path w="1871" h="1882" fill="none" extrusionOk="0">
                  <a:moveTo>
                    <a:pt x="1870" y="941"/>
                  </a:moveTo>
                  <a:cubicBezTo>
                    <a:pt x="1870" y="1465"/>
                    <a:pt x="1454" y="1882"/>
                    <a:pt x="930" y="1882"/>
                  </a:cubicBezTo>
                  <a:cubicBezTo>
                    <a:pt x="418" y="1882"/>
                    <a:pt x="1" y="1465"/>
                    <a:pt x="1" y="941"/>
                  </a:cubicBezTo>
                  <a:cubicBezTo>
                    <a:pt x="1" y="429"/>
                    <a:pt x="418" y="1"/>
                    <a:pt x="930" y="1"/>
                  </a:cubicBezTo>
                  <a:cubicBezTo>
                    <a:pt x="1454" y="1"/>
                    <a:pt x="1870" y="429"/>
                    <a:pt x="1870" y="941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923;p56">
              <a:extLst>
                <a:ext uri="{FF2B5EF4-FFF2-40B4-BE49-F238E27FC236}">
                  <a16:creationId xmlns:a16="http://schemas.microsoft.com/office/drawing/2014/main" id="{3B5118E5-4646-DC75-8AE0-E24303634243}"/>
                </a:ext>
              </a:extLst>
            </p:cNvPr>
            <p:cNvSpPr/>
            <p:nvPr/>
          </p:nvSpPr>
          <p:spPr>
            <a:xfrm>
              <a:off x="2599723" y="1412057"/>
              <a:ext cx="41808" cy="42221"/>
            </a:xfrm>
            <a:custGeom>
              <a:avLst/>
              <a:gdLst/>
              <a:ahLst/>
              <a:cxnLst/>
              <a:rect l="l" t="t" r="r" b="b"/>
              <a:pathLst>
                <a:path w="1215" h="1227" fill="none" extrusionOk="0">
                  <a:moveTo>
                    <a:pt x="1215" y="619"/>
                  </a:moveTo>
                  <a:cubicBezTo>
                    <a:pt x="1215" y="953"/>
                    <a:pt x="941" y="1226"/>
                    <a:pt x="607" y="1226"/>
                  </a:cubicBezTo>
                  <a:cubicBezTo>
                    <a:pt x="274" y="1226"/>
                    <a:pt x="0" y="953"/>
                    <a:pt x="0" y="619"/>
                  </a:cubicBezTo>
                  <a:cubicBezTo>
                    <a:pt x="0" y="274"/>
                    <a:pt x="274" y="0"/>
                    <a:pt x="607" y="0"/>
                  </a:cubicBezTo>
                  <a:cubicBezTo>
                    <a:pt x="941" y="0"/>
                    <a:pt x="1215" y="274"/>
                    <a:pt x="1215" y="619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924;p56">
              <a:extLst>
                <a:ext uri="{FF2B5EF4-FFF2-40B4-BE49-F238E27FC236}">
                  <a16:creationId xmlns:a16="http://schemas.microsoft.com/office/drawing/2014/main" id="{10749C2E-0D09-E2B4-A790-FBF31D5E72BA}"/>
                </a:ext>
              </a:extLst>
            </p:cNvPr>
            <p:cNvSpPr/>
            <p:nvPr/>
          </p:nvSpPr>
          <p:spPr>
            <a:xfrm>
              <a:off x="2872154" y="1878290"/>
              <a:ext cx="67237" cy="67203"/>
            </a:xfrm>
            <a:custGeom>
              <a:avLst/>
              <a:gdLst/>
              <a:ahLst/>
              <a:cxnLst/>
              <a:rect l="l" t="t" r="r" b="b"/>
              <a:pathLst>
                <a:path w="1954" h="1953" fill="none" extrusionOk="0">
                  <a:moveTo>
                    <a:pt x="1954" y="977"/>
                  </a:moveTo>
                  <a:cubicBezTo>
                    <a:pt x="1954" y="1512"/>
                    <a:pt x="1513" y="1953"/>
                    <a:pt x="977" y="1953"/>
                  </a:cubicBezTo>
                  <a:cubicBezTo>
                    <a:pt x="430" y="1953"/>
                    <a:pt x="1" y="1512"/>
                    <a:pt x="1" y="977"/>
                  </a:cubicBezTo>
                  <a:cubicBezTo>
                    <a:pt x="1" y="429"/>
                    <a:pt x="430" y="0"/>
                    <a:pt x="977" y="0"/>
                  </a:cubicBezTo>
                  <a:cubicBezTo>
                    <a:pt x="1513" y="0"/>
                    <a:pt x="1954" y="429"/>
                    <a:pt x="1954" y="977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925;p56">
              <a:extLst>
                <a:ext uri="{FF2B5EF4-FFF2-40B4-BE49-F238E27FC236}">
                  <a16:creationId xmlns:a16="http://schemas.microsoft.com/office/drawing/2014/main" id="{7336C493-3598-3B2A-1958-001F93BB7D24}"/>
                </a:ext>
              </a:extLst>
            </p:cNvPr>
            <p:cNvSpPr/>
            <p:nvPr/>
          </p:nvSpPr>
          <p:spPr>
            <a:xfrm>
              <a:off x="3411338" y="2055265"/>
              <a:ext cx="154501" cy="154501"/>
            </a:xfrm>
            <a:custGeom>
              <a:avLst/>
              <a:gdLst/>
              <a:ahLst/>
              <a:cxnLst/>
              <a:rect l="l" t="t" r="r" b="b"/>
              <a:pathLst>
                <a:path w="4490" h="4490" fill="none" extrusionOk="0">
                  <a:moveTo>
                    <a:pt x="4489" y="2239"/>
                  </a:moveTo>
                  <a:cubicBezTo>
                    <a:pt x="4489" y="3477"/>
                    <a:pt x="3477" y="4489"/>
                    <a:pt x="2239" y="4489"/>
                  </a:cubicBezTo>
                  <a:cubicBezTo>
                    <a:pt x="1001" y="4489"/>
                    <a:pt x="1" y="3477"/>
                    <a:pt x="1" y="2239"/>
                  </a:cubicBezTo>
                  <a:cubicBezTo>
                    <a:pt x="1" y="1001"/>
                    <a:pt x="1001" y="1"/>
                    <a:pt x="2239" y="1"/>
                  </a:cubicBezTo>
                  <a:cubicBezTo>
                    <a:pt x="3477" y="1"/>
                    <a:pt x="4489" y="1001"/>
                    <a:pt x="4489" y="2239"/>
                  </a:cubicBezTo>
                  <a:close/>
                </a:path>
              </a:pathLst>
            </a:custGeom>
            <a:noFill/>
            <a:ln w="38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926;p56">
              <a:extLst>
                <a:ext uri="{FF2B5EF4-FFF2-40B4-BE49-F238E27FC236}">
                  <a16:creationId xmlns:a16="http://schemas.microsoft.com/office/drawing/2014/main" id="{1DC4F296-1F89-2A94-0249-03D2CD98BE25}"/>
                </a:ext>
              </a:extLst>
            </p:cNvPr>
            <p:cNvSpPr/>
            <p:nvPr/>
          </p:nvSpPr>
          <p:spPr>
            <a:xfrm>
              <a:off x="3753038" y="1787342"/>
              <a:ext cx="273284" cy="290076"/>
            </a:xfrm>
            <a:custGeom>
              <a:avLst/>
              <a:gdLst/>
              <a:ahLst/>
              <a:cxnLst/>
              <a:rect l="l" t="t" r="r" b="b"/>
              <a:pathLst>
                <a:path w="7942" h="8430" extrusionOk="0">
                  <a:moveTo>
                    <a:pt x="1215" y="0"/>
                  </a:moveTo>
                  <a:lnTo>
                    <a:pt x="1215" y="12"/>
                  </a:lnTo>
                  <a:cubicBezTo>
                    <a:pt x="548" y="12"/>
                    <a:pt x="0" y="548"/>
                    <a:pt x="0" y="1215"/>
                  </a:cubicBezTo>
                  <a:lnTo>
                    <a:pt x="0" y="5394"/>
                  </a:lnTo>
                  <a:cubicBezTo>
                    <a:pt x="0" y="6025"/>
                    <a:pt x="465" y="6537"/>
                    <a:pt x="1084" y="6608"/>
                  </a:cubicBezTo>
                  <a:lnTo>
                    <a:pt x="84" y="8430"/>
                  </a:lnTo>
                  <a:lnTo>
                    <a:pt x="2167" y="6608"/>
                  </a:lnTo>
                  <a:lnTo>
                    <a:pt x="6727" y="6608"/>
                  </a:lnTo>
                  <a:cubicBezTo>
                    <a:pt x="7394" y="6608"/>
                    <a:pt x="7942" y="6072"/>
                    <a:pt x="7942" y="5394"/>
                  </a:cubicBezTo>
                  <a:lnTo>
                    <a:pt x="7942" y="1215"/>
                  </a:lnTo>
                  <a:cubicBezTo>
                    <a:pt x="7942" y="548"/>
                    <a:pt x="7394" y="0"/>
                    <a:pt x="6727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927;p56">
              <a:extLst>
                <a:ext uri="{FF2B5EF4-FFF2-40B4-BE49-F238E27FC236}">
                  <a16:creationId xmlns:a16="http://schemas.microsoft.com/office/drawing/2014/main" id="{826BBF75-CCC4-1F40-F8EB-E53388EFDDE4}"/>
                </a:ext>
              </a:extLst>
            </p:cNvPr>
            <p:cNvSpPr/>
            <p:nvPr/>
          </p:nvSpPr>
          <p:spPr>
            <a:xfrm>
              <a:off x="3843573" y="1806165"/>
              <a:ext cx="90567" cy="179483"/>
            </a:xfrm>
            <a:custGeom>
              <a:avLst/>
              <a:gdLst/>
              <a:ahLst/>
              <a:cxnLst/>
              <a:rect l="l" t="t" r="r" b="b"/>
              <a:pathLst>
                <a:path w="2632" h="5216" extrusionOk="0">
                  <a:moveTo>
                    <a:pt x="1310" y="1"/>
                  </a:moveTo>
                  <a:cubicBezTo>
                    <a:pt x="894" y="1"/>
                    <a:pt x="572" y="108"/>
                    <a:pt x="346" y="310"/>
                  </a:cubicBezTo>
                  <a:cubicBezTo>
                    <a:pt x="120" y="537"/>
                    <a:pt x="1" y="858"/>
                    <a:pt x="13" y="1180"/>
                  </a:cubicBezTo>
                  <a:cubicBezTo>
                    <a:pt x="13" y="1275"/>
                    <a:pt x="24" y="1358"/>
                    <a:pt x="36" y="1453"/>
                  </a:cubicBezTo>
                  <a:cubicBezTo>
                    <a:pt x="60" y="1549"/>
                    <a:pt x="84" y="1644"/>
                    <a:pt x="108" y="1727"/>
                  </a:cubicBezTo>
                  <a:lnTo>
                    <a:pt x="977" y="1537"/>
                  </a:lnTo>
                  <a:cubicBezTo>
                    <a:pt x="965" y="1477"/>
                    <a:pt x="953" y="1418"/>
                    <a:pt x="929" y="1370"/>
                  </a:cubicBezTo>
                  <a:cubicBezTo>
                    <a:pt x="917" y="1310"/>
                    <a:pt x="906" y="1251"/>
                    <a:pt x="906" y="1191"/>
                  </a:cubicBezTo>
                  <a:cubicBezTo>
                    <a:pt x="906" y="1096"/>
                    <a:pt x="941" y="989"/>
                    <a:pt x="1013" y="918"/>
                  </a:cubicBezTo>
                  <a:cubicBezTo>
                    <a:pt x="1075" y="855"/>
                    <a:pt x="1156" y="820"/>
                    <a:pt x="1246" y="820"/>
                  </a:cubicBezTo>
                  <a:cubicBezTo>
                    <a:pt x="1259" y="820"/>
                    <a:pt x="1273" y="821"/>
                    <a:pt x="1287" y="822"/>
                  </a:cubicBezTo>
                  <a:cubicBezTo>
                    <a:pt x="1297" y="821"/>
                    <a:pt x="1309" y="821"/>
                    <a:pt x="1320" y="821"/>
                  </a:cubicBezTo>
                  <a:cubicBezTo>
                    <a:pt x="1417" y="821"/>
                    <a:pt x="1520" y="867"/>
                    <a:pt x="1584" y="941"/>
                  </a:cubicBezTo>
                  <a:cubicBezTo>
                    <a:pt x="1656" y="1049"/>
                    <a:pt x="1691" y="1180"/>
                    <a:pt x="1679" y="1310"/>
                  </a:cubicBezTo>
                  <a:cubicBezTo>
                    <a:pt x="1679" y="1537"/>
                    <a:pt x="1644" y="1763"/>
                    <a:pt x="1548" y="1965"/>
                  </a:cubicBezTo>
                  <a:cubicBezTo>
                    <a:pt x="1453" y="2180"/>
                    <a:pt x="1322" y="2370"/>
                    <a:pt x="1179" y="2549"/>
                  </a:cubicBezTo>
                  <a:cubicBezTo>
                    <a:pt x="1013" y="2727"/>
                    <a:pt x="834" y="2906"/>
                    <a:pt x="644" y="3049"/>
                  </a:cubicBezTo>
                  <a:lnTo>
                    <a:pt x="644" y="3870"/>
                  </a:lnTo>
                  <a:lnTo>
                    <a:pt x="1513" y="3870"/>
                  </a:lnTo>
                  <a:lnTo>
                    <a:pt x="1513" y="3251"/>
                  </a:lnTo>
                  <a:cubicBezTo>
                    <a:pt x="1727" y="3085"/>
                    <a:pt x="1929" y="2894"/>
                    <a:pt x="2108" y="2680"/>
                  </a:cubicBezTo>
                  <a:cubicBezTo>
                    <a:pt x="2275" y="2489"/>
                    <a:pt x="2406" y="2275"/>
                    <a:pt x="2489" y="2037"/>
                  </a:cubicBezTo>
                  <a:cubicBezTo>
                    <a:pt x="2584" y="1799"/>
                    <a:pt x="2632" y="1549"/>
                    <a:pt x="2632" y="1299"/>
                  </a:cubicBezTo>
                  <a:cubicBezTo>
                    <a:pt x="2632" y="882"/>
                    <a:pt x="2513" y="560"/>
                    <a:pt x="2287" y="334"/>
                  </a:cubicBezTo>
                  <a:cubicBezTo>
                    <a:pt x="2049" y="108"/>
                    <a:pt x="1715" y="1"/>
                    <a:pt x="1310" y="1"/>
                  </a:cubicBezTo>
                  <a:close/>
                  <a:moveTo>
                    <a:pt x="620" y="4287"/>
                  </a:moveTo>
                  <a:lnTo>
                    <a:pt x="620" y="5216"/>
                  </a:lnTo>
                  <a:lnTo>
                    <a:pt x="1548" y="5204"/>
                  </a:lnTo>
                  <a:lnTo>
                    <a:pt x="1548" y="4287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928;p56">
              <a:extLst>
                <a:ext uri="{FF2B5EF4-FFF2-40B4-BE49-F238E27FC236}">
                  <a16:creationId xmlns:a16="http://schemas.microsoft.com/office/drawing/2014/main" id="{66288505-90B8-D058-0483-9D39C12F0406}"/>
                </a:ext>
              </a:extLst>
            </p:cNvPr>
            <p:cNvSpPr/>
            <p:nvPr/>
          </p:nvSpPr>
          <p:spPr>
            <a:xfrm>
              <a:off x="2579627" y="1509130"/>
              <a:ext cx="340900" cy="290111"/>
            </a:xfrm>
            <a:custGeom>
              <a:avLst/>
              <a:gdLst/>
              <a:ahLst/>
              <a:cxnLst/>
              <a:rect l="l" t="t" r="r" b="b"/>
              <a:pathLst>
                <a:path w="9907" h="8431" extrusionOk="0">
                  <a:moveTo>
                    <a:pt x="1203" y="1"/>
                  </a:moveTo>
                  <a:cubicBezTo>
                    <a:pt x="537" y="1"/>
                    <a:pt x="1" y="548"/>
                    <a:pt x="1" y="1215"/>
                  </a:cubicBezTo>
                  <a:lnTo>
                    <a:pt x="1" y="5394"/>
                  </a:lnTo>
                  <a:cubicBezTo>
                    <a:pt x="1" y="6061"/>
                    <a:pt x="537" y="6609"/>
                    <a:pt x="1203" y="6609"/>
                  </a:cubicBezTo>
                  <a:lnTo>
                    <a:pt x="7740" y="6609"/>
                  </a:lnTo>
                  <a:lnTo>
                    <a:pt x="9824" y="8430"/>
                  </a:lnTo>
                  <a:lnTo>
                    <a:pt x="8811" y="6597"/>
                  </a:lnTo>
                  <a:cubicBezTo>
                    <a:pt x="9431" y="6537"/>
                    <a:pt x="9907" y="6013"/>
                    <a:pt x="9907" y="5394"/>
                  </a:cubicBezTo>
                  <a:lnTo>
                    <a:pt x="9907" y="1215"/>
                  </a:lnTo>
                  <a:cubicBezTo>
                    <a:pt x="9907" y="548"/>
                    <a:pt x="9359" y="1"/>
                    <a:pt x="8692" y="1"/>
                  </a:cubicBezTo>
                  <a:close/>
                  <a:moveTo>
                    <a:pt x="9824" y="8430"/>
                  </a:moveTo>
                  <a:lnTo>
                    <a:pt x="9824" y="8430"/>
                  </a:lnTo>
                  <a:lnTo>
                    <a:pt x="9824" y="8430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929;p56">
              <a:extLst>
                <a:ext uri="{FF2B5EF4-FFF2-40B4-BE49-F238E27FC236}">
                  <a16:creationId xmlns:a16="http://schemas.microsoft.com/office/drawing/2014/main" id="{54B0A926-5EF7-779F-17DC-240E349A32E0}"/>
                </a:ext>
              </a:extLst>
            </p:cNvPr>
            <p:cNvSpPr/>
            <p:nvPr/>
          </p:nvSpPr>
          <p:spPr>
            <a:xfrm>
              <a:off x="2666480" y="1611571"/>
              <a:ext cx="32414" cy="32380"/>
            </a:xfrm>
            <a:custGeom>
              <a:avLst/>
              <a:gdLst/>
              <a:ahLst/>
              <a:cxnLst/>
              <a:rect l="l" t="t" r="r" b="b"/>
              <a:pathLst>
                <a:path w="942" h="941" extrusionOk="0">
                  <a:moveTo>
                    <a:pt x="465" y="0"/>
                  </a:moveTo>
                  <a:cubicBezTo>
                    <a:pt x="203" y="0"/>
                    <a:pt x="1" y="203"/>
                    <a:pt x="1" y="465"/>
                  </a:cubicBezTo>
                  <a:cubicBezTo>
                    <a:pt x="1" y="727"/>
                    <a:pt x="203" y="941"/>
                    <a:pt x="465" y="941"/>
                  </a:cubicBezTo>
                  <a:cubicBezTo>
                    <a:pt x="727" y="941"/>
                    <a:pt x="942" y="727"/>
                    <a:pt x="942" y="465"/>
                  </a:cubicBezTo>
                  <a:cubicBezTo>
                    <a:pt x="942" y="203"/>
                    <a:pt x="727" y="0"/>
                    <a:pt x="465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930;p56">
              <a:extLst>
                <a:ext uri="{FF2B5EF4-FFF2-40B4-BE49-F238E27FC236}">
                  <a16:creationId xmlns:a16="http://schemas.microsoft.com/office/drawing/2014/main" id="{6B355186-131C-F958-18B6-8E4AF8506927}"/>
                </a:ext>
              </a:extLst>
            </p:cNvPr>
            <p:cNvSpPr/>
            <p:nvPr/>
          </p:nvSpPr>
          <p:spPr>
            <a:xfrm>
              <a:off x="2733684" y="1611571"/>
              <a:ext cx="32414" cy="32380"/>
            </a:xfrm>
            <a:custGeom>
              <a:avLst/>
              <a:gdLst/>
              <a:ahLst/>
              <a:cxnLst/>
              <a:rect l="l" t="t" r="r" b="b"/>
              <a:pathLst>
                <a:path w="942" h="941" extrusionOk="0">
                  <a:moveTo>
                    <a:pt x="477" y="0"/>
                  </a:moveTo>
                  <a:cubicBezTo>
                    <a:pt x="215" y="0"/>
                    <a:pt x="1" y="203"/>
                    <a:pt x="1" y="465"/>
                  </a:cubicBezTo>
                  <a:cubicBezTo>
                    <a:pt x="1" y="727"/>
                    <a:pt x="215" y="941"/>
                    <a:pt x="477" y="941"/>
                  </a:cubicBezTo>
                  <a:cubicBezTo>
                    <a:pt x="739" y="941"/>
                    <a:pt x="941" y="727"/>
                    <a:pt x="941" y="465"/>
                  </a:cubicBezTo>
                  <a:cubicBezTo>
                    <a:pt x="941" y="203"/>
                    <a:pt x="739" y="0"/>
                    <a:pt x="477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931;p56">
              <a:extLst>
                <a:ext uri="{FF2B5EF4-FFF2-40B4-BE49-F238E27FC236}">
                  <a16:creationId xmlns:a16="http://schemas.microsoft.com/office/drawing/2014/main" id="{62ED2818-6803-ADF9-B56D-7C967B9651E1}"/>
                </a:ext>
              </a:extLst>
            </p:cNvPr>
            <p:cNvSpPr/>
            <p:nvPr/>
          </p:nvSpPr>
          <p:spPr>
            <a:xfrm>
              <a:off x="2800889" y="1611571"/>
              <a:ext cx="32380" cy="32380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476" y="0"/>
                  </a:moveTo>
                  <a:cubicBezTo>
                    <a:pt x="215" y="0"/>
                    <a:pt x="0" y="203"/>
                    <a:pt x="0" y="465"/>
                  </a:cubicBezTo>
                  <a:cubicBezTo>
                    <a:pt x="0" y="727"/>
                    <a:pt x="215" y="941"/>
                    <a:pt x="476" y="941"/>
                  </a:cubicBezTo>
                  <a:cubicBezTo>
                    <a:pt x="738" y="941"/>
                    <a:pt x="941" y="727"/>
                    <a:pt x="941" y="465"/>
                  </a:cubicBezTo>
                  <a:cubicBezTo>
                    <a:pt x="941" y="203"/>
                    <a:pt x="738" y="0"/>
                    <a:pt x="476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932;p56">
              <a:extLst>
                <a:ext uri="{FF2B5EF4-FFF2-40B4-BE49-F238E27FC236}">
                  <a16:creationId xmlns:a16="http://schemas.microsoft.com/office/drawing/2014/main" id="{ABB134EF-36EE-DE0E-9A3D-56D22F04C665}"/>
                </a:ext>
              </a:extLst>
            </p:cNvPr>
            <p:cNvSpPr/>
            <p:nvPr/>
          </p:nvSpPr>
          <p:spPr>
            <a:xfrm>
              <a:off x="2165836" y="2087233"/>
              <a:ext cx="58222" cy="556823"/>
            </a:xfrm>
            <a:custGeom>
              <a:avLst/>
              <a:gdLst/>
              <a:ahLst/>
              <a:cxnLst/>
              <a:rect l="l" t="t" r="r" b="b"/>
              <a:pathLst>
                <a:path w="1692" h="16182" fill="none" extrusionOk="0">
                  <a:moveTo>
                    <a:pt x="1" y="0"/>
                  </a:moveTo>
                  <a:lnTo>
                    <a:pt x="1691" y="1618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933;p56">
              <a:extLst>
                <a:ext uri="{FF2B5EF4-FFF2-40B4-BE49-F238E27FC236}">
                  <a16:creationId xmlns:a16="http://schemas.microsoft.com/office/drawing/2014/main" id="{CEBC6FEC-FA23-22AC-B360-B11A806CC9F1}"/>
                </a:ext>
              </a:extLst>
            </p:cNvPr>
            <p:cNvSpPr/>
            <p:nvPr/>
          </p:nvSpPr>
          <p:spPr>
            <a:xfrm>
              <a:off x="2193296" y="2602639"/>
              <a:ext cx="29524" cy="31175"/>
            </a:xfrm>
            <a:custGeom>
              <a:avLst/>
              <a:gdLst/>
              <a:ahLst/>
              <a:cxnLst/>
              <a:rect l="l" t="t" r="r" b="b"/>
              <a:pathLst>
                <a:path w="858" h="906" fill="none" extrusionOk="0">
                  <a:moveTo>
                    <a:pt x="858" y="905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934;p56">
              <a:extLst>
                <a:ext uri="{FF2B5EF4-FFF2-40B4-BE49-F238E27FC236}">
                  <a16:creationId xmlns:a16="http://schemas.microsoft.com/office/drawing/2014/main" id="{0D0E25A9-6CF5-CE99-EF47-6BD9648F6A63}"/>
                </a:ext>
              </a:extLst>
            </p:cNvPr>
            <p:cNvSpPr/>
            <p:nvPr/>
          </p:nvSpPr>
          <p:spPr>
            <a:xfrm>
              <a:off x="2130875" y="2569295"/>
              <a:ext cx="72261" cy="46144"/>
            </a:xfrm>
            <a:custGeom>
              <a:avLst/>
              <a:gdLst/>
              <a:ahLst/>
              <a:cxnLst/>
              <a:rect l="l" t="t" r="r" b="b"/>
              <a:pathLst>
                <a:path w="2100" h="1341" extrusionOk="0">
                  <a:moveTo>
                    <a:pt x="433" y="1"/>
                  </a:moveTo>
                  <a:cubicBezTo>
                    <a:pt x="268" y="1"/>
                    <a:pt x="145" y="48"/>
                    <a:pt x="112" y="172"/>
                  </a:cubicBezTo>
                  <a:cubicBezTo>
                    <a:pt x="0" y="588"/>
                    <a:pt x="917" y="1341"/>
                    <a:pt x="1707" y="1341"/>
                  </a:cubicBezTo>
                  <a:cubicBezTo>
                    <a:pt x="1844" y="1341"/>
                    <a:pt x="1977" y="1318"/>
                    <a:pt x="2100" y="1267"/>
                  </a:cubicBezTo>
                  <a:cubicBezTo>
                    <a:pt x="2100" y="958"/>
                    <a:pt x="1957" y="672"/>
                    <a:pt x="1731" y="469"/>
                  </a:cubicBezTo>
                  <a:cubicBezTo>
                    <a:pt x="1560" y="315"/>
                    <a:pt x="858" y="1"/>
                    <a:pt x="433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935;p56">
              <a:extLst>
                <a:ext uri="{FF2B5EF4-FFF2-40B4-BE49-F238E27FC236}">
                  <a16:creationId xmlns:a16="http://schemas.microsoft.com/office/drawing/2014/main" id="{2F2139CD-952F-8FB6-3747-04820CA7ABAF}"/>
                </a:ext>
              </a:extLst>
            </p:cNvPr>
            <p:cNvSpPr/>
            <p:nvPr/>
          </p:nvSpPr>
          <p:spPr>
            <a:xfrm>
              <a:off x="2161741" y="2587085"/>
              <a:ext cx="41395" cy="25842"/>
            </a:xfrm>
            <a:custGeom>
              <a:avLst/>
              <a:gdLst/>
              <a:ahLst/>
              <a:cxnLst/>
              <a:rect l="l" t="t" r="r" b="b"/>
              <a:pathLst>
                <a:path w="1203" h="751" fill="none" extrusionOk="0">
                  <a:moveTo>
                    <a:pt x="1203" y="750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936;p56">
              <a:extLst>
                <a:ext uri="{FF2B5EF4-FFF2-40B4-BE49-F238E27FC236}">
                  <a16:creationId xmlns:a16="http://schemas.microsoft.com/office/drawing/2014/main" id="{E797248E-D6E0-96D9-480B-B01553C1CB27}"/>
                </a:ext>
              </a:extLst>
            </p:cNvPr>
            <p:cNvSpPr/>
            <p:nvPr/>
          </p:nvSpPr>
          <p:spPr>
            <a:xfrm>
              <a:off x="2173613" y="2414170"/>
              <a:ext cx="29145" cy="26255"/>
            </a:xfrm>
            <a:custGeom>
              <a:avLst/>
              <a:gdLst/>
              <a:ahLst/>
              <a:cxnLst/>
              <a:rect l="l" t="t" r="r" b="b"/>
              <a:pathLst>
                <a:path w="847" h="763" fill="none" extrusionOk="0">
                  <a:moveTo>
                    <a:pt x="846" y="763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937;p56">
              <a:extLst>
                <a:ext uri="{FF2B5EF4-FFF2-40B4-BE49-F238E27FC236}">
                  <a16:creationId xmlns:a16="http://schemas.microsoft.com/office/drawing/2014/main" id="{FAEDA566-F42E-2700-826F-4044B62898E0}"/>
                </a:ext>
              </a:extLst>
            </p:cNvPr>
            <p:cNvSpPr/>
            <p:nvPr/>
          </p:nvSpPr>
          <p:spPr>
            <a:xfrm>
              <a:off x="2111192" y="2380654"/>
              <a:ext cx="72295" cy="46178"/>
            </a:xfrm>
            <a:custGeom>
              <a:avLst/>
              <a:gdLst/>
              <a:ahLst/>
              <a:cxnLst/>
              <a:rect l="l" t="t" r="r" b="b"/>
              <a:pathLst>
                <a:path w="2101" h="1342" extrusionOk="0">
                  <a:moveTo>
                    <a:pt x="436" y="1"/>
                  </a:moveTo>
                  <a:cubicBezTo>
                    <a:pt x="270" y="1"/>
                    <a:pt x="146" y="50"/>
                    <a:pt x="112" y="177"/>
                  </a:cubicBezTo>
                  <a:cubicBezTo>
                    <a:pt x="0" y="585"/>
                    <a:pt x="927" y="1342"/>
                    <a:pt x="1718" y="1342"/>
                  </a:cubicBezTo>
                  <a:cubicBezTo>
                    <a:pt x="1851" y="1342"/>
                    <a:pt x="1981" y="1320"/>
                    <a:pt x="2101" y="1272"/>
                  </a:cubicBezTo>
                  <a:cubicBezTo>
                    <a:pt x="2101" y="963"/>
                    <a:pt x="1958" y="677"/>
                    <a:pt x="1731" y="475"/>
                  </a:cubicBezTo>
                  <a:cubicBezTo>
                    <a:pt x="1560" y="321"/>
                    <a:pt x="860" y="1"/>
                    <a:pt x="436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938;p56">
              <a:extLst>
                <a:ext uri="{FF2B5EF4-FFF2-40B4-BE49-F238E27FC236}">
                  <a16:creationId xmlns:a16="http://schemas.microsoft.com/office/drawing/2014/main" id="{24EFF748-7310-01F0-8026-B8FD5A3E0C0D}"/>
                </a:ext>
              </a:extLst>
            </p:cNvPr>
            <p:cNvSpPr/>
            <p:nvPr/>
          </p:nvSpPr>
          <p:spPr>
            <a:xfrm>
              <a:off x="2142058" y="2398617"/>
              <a:ext cx="41430" cy="25842"/>
            </a:xfrm>
            <a:custGeom>
              <a:avLst/>
              <a:gdLst/>
              <a:ahLst/>
              <a:cxnLst/>
              <a:rect l="l" t="t" r="r" b="b"/>
              <a:pathLst>
                <a:path w="1204" h="751" fill="none" extrusionOk="0">
                  <a:moveTo>
                    <a:pt x="1204" y="750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939;p56">
              <a:extLst>
                <a:ext uri="{FF2B5EF4-FFF2-40B4-BE49-F238E27FC236}">
                  <a16:creationId xmlns:a16="http://schemas.microsoft.com/office/drawing/2014/main" id="{00BE0A83-8A48-DC1A-F3E9-C4A132EF267B}"/>
                </a:ext>
              </a:extLst>
            </p:cNvPr>
            <p:cNvSpPr/>
            <p:nvPr/>
          </p:nvSpPr>
          <p:spPr>
            <a:xfrm>
              <a:off x="2181803" y="2491595"/>
              <a:ext cx="29145" cy="31175"/>
            </a:xfrm>
            <a:custGeom>
              <a:avLst/>
              <a:gdLst/>
              <a:ahLst/>
              <a:cxnLst/>
              <a:rect l="l" t="t" r="r" b="b"/>
              <a:pathLst>
                <a:path w="847" h="906" fill="none" extrusionOk="0">
                  <a:moveTo>
                    <a:pt x="846" y="906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940;p56">
              <a:extLst>
                <a:ext uri="{FF2B5EF4-FFF2-40B4-BE49-F238E27FC236}">
                  <a16:creationId xmlns:a16="http://schemas.microsoft.com/office/drawing/2014/main" id="{9FA41065-0242-AA98-0708-B8DEB0E4C133}"/>
                </a:ext>
              </a:extLst>
            </p:cNvPr>
            <p:cNvSpPr/>
            <p:nvPr/>
          </p:nvSpPr>
          <p:spPr>
            <a:xfrm>
              <a:off x="2118969" y="2458285"/>
              <a:ext cx="72708" cy="45972"/>
            </a:xfrm>
            <a:custGeom>
              <a:avLst/>
              <a:gdLst/>
              <a:ahLst/>
              <a:cxnLst/>
              <a:rect l="l" t="t" r="r" b="b"/>
              <a:pathLst>
                <a:path w="2113" h="1336" extrusionOk="0">
                  <a:moveTo>
                    <a:pt x="434" y="0"/>
                  </a:moveTo>
                  <a:cubicBezTo>
                    <a:pt x="269" y="0"/>
                    <a:pt x="146" y="48"/>
                    <a:pt x="112" y="171"/>
                  </a:cubicBezTo>
                  <a:cubicBezTo>
                    <a:pt x="0" y="579"/>
                    <a:pt x="936" y="1336"/>
                    <a:pt x="1730" y="1336"/>
                  </a:cubicBezTo>
                  <a:cubicBezTo>
                    <a:pt x="1863" y="1336"/>
                    <a:pt x="1993" y="1315"/>
                    <a:pt x="2113" y="1267"/>
                  </a:cubicBezTo>
                  <a:cubicBezTo>
                    <a:pt x="2101" y="957"/>
                    <a:pt x="1970" y="671"/>
                    <a:pt x="1732" y="469"/>
                  </a:cubicBezTo>
                  <a:cubicBezTo>
                    <a:pt x="1560" y="315"/>
                    <a:pt x="858" y="0"/>
                    <a:pt x="434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2941;p56">
              <a:extLst>
                <a:ext uri="{FF2B5EF4-FFF2-40B4-BE49-F238E27FC236}">
                  <a16:creationId xmlns:a16="http://schemas.microsoft.com/office/drawing/2014/main" id="{9661ECDE-3FD6-287B-074A-3BB676873357}"/>
                </a:ext>
              </a:extLst>
            </p:cNvPr>
            <p:cNvSpPr/>
            <p:nvPr/>
          </p:nvSpPr>
          <p:spPr>
            <a:xfrm>
              <a:off x="2150282" y="2475628"/>
              <a:ext cx="41395" cy="25842"/>
            </a:xfrm>
            <a:custGeom>
              <a:avLst/>
              <a:gdLst/>
              <a:ahLst/>
              <a:cxnLst/>
              <a:rect l="l" t="t" r="r" b="b"/>
              <a:pathLst>
                <a:path w="1203" h="751" fill="none" extrusionOk="0">
                  <a:moveTo>
                    <a:pt x="1203" y="751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2942;p56">
              <a:extLst>
                <a:ext uri="{FF2B5EF4-FFF2-40B4-BE49-F238E27FC236}">
                  <a16:creationId xmlns:a16="http://schemas.microsoft.com/office/drawing/2014/main" id="{E8AA0291-57F6-A6CD-F384-34F55A41D43C}"/>
                </a:ext>
              </a:extLst>
            </p:cNvPr>
            <p:cNvSpPr/>
            <p:nvPr/>
          </p:nvSpPr>
          <p:spPr>
            <a:xfrm>
              <a:off x="2160503" y="2288399"/>
              <a:ext cx="29524" cy="29937"/>
            </a:xfrm>
            <a:custGeom>
              <a:avLst/>
              <a:gdLst/>
              <a:ahLst/>
              <a:cxnLst/>
              <a:rect l="l" t="t" r="r" b="b"/>
              <a:pathLst>
                <a:path w="858" h="870" fill="none" extrusionOk="0">
                  <a:moveTo>
                    <a:pt x="858" y="870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2943;p56">
              <a:extLst>
                <a:ext uri="{FF2B5EF4-FFF2-40B4-BE49-F238E27FC236}">
                  <a16:creationId xmlns:a16="http://schemas.microsoft.com/office/drawing/2014/main" id="{99683FDE-2804-21C7-4726-8038B93AC8D2}"/>
                </a:ext>
              </a:extLst>
            </p:cNvPr>
            <p:cNvSpPr/>
            <p:nvPr/>
          </p:nvSpPr>
          <p:spPr>
            <a:xfrm>
              <a:off x="2097737" y="2255123"/>
              <a:ext cx="72640" cy="46075"/>
            </a:xfrm>
            <a:custGeom>
              <a:avLst/>
              <a:gdLst/>
              <a:ahLst/>
              <a:cxnLst/>
              <a:rect l="l" t="t" r="r" b="b"/>
              <a:pathLst>
                <a:path w="2111" h="1339" extrusionOk="0">
                  <a:moveTo>
                    <a:pt x="437" y="1"/>
                  </a:moveTo>
                  <a:cubicBezTo>
                    <a:pt x="275" y="1"/>
                    <a:pt x="155" y="48"/>
                    <a:pt x="122" y="170"/>
                  </a:cubicBezTo>
                  <a:cubicBezTo>
                    <a:pt x="0" y="586"/>
                    <a:pt x="925" y="1339"/>
                    <a:pt x="1716" y="1339"/>
                  </a:cubicBezTo>
                  <a:cubicBezTo>
                    <a:pt x="1854" y="1339"/>
                    <a:pt x="1987" y="1316"/>
                    <a:pt x="2111" y="1265"/>
                  </a:cubicBezTo>
                  <a:cubicBezTo>
                    <a:pt x="2111" y="967"/>
                    <a:pt x="1980" y="670"/>
                    <a:pt x="1741" y="479"/>
                  </a:cubicBezTo>
                  <a:cubicBezTo>
                    <a:pt x="1569" y="324"/>
                    <a:pt x="861" y="1"/>
                    <a:pt x="437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2944;p56">
              <a:extLst>
                <a:ext uri="{FF2B5EF4-FFF2-40B4-BE49-F238E27FC236}">
                  <a16:creationId xmlns:a16="http://schemas.microsoft.com/office/drawing/2014/main" id="{A847CE75-0EB8-3ABF-1E1C-B52476B64CDF}"/>
                </a:ext>
              </a:extLst>
            </p:cNvPr>
            <p:cNvSpPr/>
            <p:nvPr/>
          </p:nvSpPr>
          <p:spPr>
            <a:xfrm>
              <a:off x="2128948" y="2272845"/>
              <a:ext cx="41430" cy="25842"/>
            </a:xfrm>
            <a:custGeom>
              <a:avLst/>
              <a:gdLst/>
              <a:ahLst/>
              <a:cxnLst/>
              <a:rect l="l" t="t" r="r" b="b"/>
              <a:pathLst>
                <a:path w="1204" h="751" fill="none" extrusionOk="0">
                  <a:moveTo>
                    <a:pt x="1204" y="750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2945;p56">
              <a:extLst>
                <a:ext uri="{FF2B5EF4-FFF2-40B4-BE49-F238E27FC236}">
                  <a16:creationId xmlns:a16="http://schemas.microsoft.com/office/drawing/2014/main" id="{42043B7F-4A14-3CCC-02FC-0DC4635D87D0}"/>
                </a:ext>
              </a:extLst>
            </p:cNvPr>
            <p:cNvSpPr/>
            <p:nvPr/>
          </p:nvSpPr>
          <p:spPr>
            <a:xfrm>
              <a:off x="2147392" y="2162214"/>
              <a:ext cx="28319" cy="21747"/>
            </a:xfrm>
            <a:custGeom>
              <a:avLst/>
              <a:gdLst/>
              <a:ahLst/>
              <a:cxnLst/>
              <a:rect l="l" t="t" r="r" b="b"/>
              <a:pathLst>
                <a:path w="823" h="632" fill="none" extrusionOk="0">
                  <a:moveTo>
                    <a:pt x="822" y="631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2946;p56">
              <a:extLst>
                <a:ext uri="{FF2B5EF4-FFF2-40B4-BE49-F238E27FC236}">
                  <a16:creationId xmlns:a16="http://schemas.microsoft.com/office/drawing/2014/main" id="{E72045C7-971C-A2D1-B4E8-14DE787D12B4}"/>
                </a:ext>
              </a:extLst>
            </p:cNvPr>
            <p:cNvSpPr/>
            <p:nvPr/>
          </p:nvSpPr>
          <p:spPr>
            <a:xfrm>
              <a:off x="2084558" y="2129111"/>
              <a:ext cx="72708" cy="45903"/>
            </a:xfrm>
            <a:custGeom>
              <a:avLst/>
              <a:gdLst/>
              <a:ahLst/>
              <a:cxnLst/>
              <a:rect l="l" t="t" r="r" b="b"/>
              <a:pathLst>
                <a:path w="2113" h="1334" extrusionOk="0">
                  <a:moveTo>
                    <a:pt x="436" y="0"/>
                  </a:moveTo>
                  <a:cubicBezTo>
                    <a:pt x="270" y="0"/>
                    <a:pt x="146" y="49"/>
                    <a:pt x="112" y="177"/>
                  </a:cubicBezTo>
                  <a:cubicBezTo>
                    <a:pt x="1" y="582"/>
                    <a:pt x="926" y="1334"/>
                    <a:pt x="1718" y="1334"/>
                  </a:cubicBezTo>
                  <a:cubicBezTo>
                    <a:pt x="1856" y="1334"/>
                    <a:pt x="1989" y="1311"/>
                    <a:pt x="2113" y="1260"/>
                  </a:cubicBezTo>
                  <a:cubicBezTo>
                    <a:pt x="2113" y="962"/>
                    <a:pt x="1970" y="665"/>
                    <a:pt x="1743" y="474"/>
                  </a:cubicBezTo>
                  <a:cubicBezTo>
                    <a:pt x="1564" y="320"/>
                    <a:pt x="861" y="0"/>
                    <a:pt x="436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2947;p56">
              <a:extLst>
                <a:ext uri="{FF2B5EF4-FFF2-40B4-BE49-F238E27FC236}">
                  <a16:creationId xmlns:a16="http://schemas.microsoft.com/office/drawing/2014/main" id="{3E021175-D142-94EA-62F5-D8AC9A17205E}"/>
                </a:ext>
              </a:extLst>
            </p:cNvPr>
            <p:cNvSpPr/>
            <p:nvPr/>
          </p:nvSpPr>
          <p:spPr>
            <a:xfrm>
              <a:off x="2115837" y="2146626"/>
              <a:ext cx="41430" cy="25842"/>
            </a:xfrm>
            <a:custGeom>
              <a:avLst/>
              <a:gdLst/>
              <a:ahLst/>
              <a:cxnLst/>
              <a:rect l="l" t="t" r="r" b="b"/>
              <a:pathLst>
                <a:path w="1204" h="751" fill="none" extrusionOk="0">
                  <a:moveTo>
                    <a:pt x="1204" y="751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2948;p56">
              <a:extLst>
                <a:ext uri="{FF2B5EF4-FFF2-40B4-BE49-F238E27FC236}">
                  <a16:creationId xmlns:a16="http://schemas.microsoft.com/office/drawing/2014/main" id="{D96189A6-A6AA-BF13-AE3B-94D7C3ECF31E}"/>
                </a:ext>
              </a:extLst>
            </p:cNvPr>
            <p:cNvSpPr/>
            <p:nvPr/>
          </p:nvSpPr>
          <p:spPr>
            <a:xfrm>
              <a:off x="2219930" y="2551023"/>
              <a:ext cx="24603" cy="40191"/>
            </a:xfrm>
            <a:custGeom>
              <a:avLst/>
              <a:gdLst/>
              <a:ahLst/>
              <a:cxnLst/>
              <a:rect l="l" t="t" r="r" b="b"/>
              <a:pathLst>
                <a:path w="715" h="1168" fill="none" extrusionOk="0">
                  <a:moveTo>
                    <a:pt x="0" y="1167"/>
                  </a:moveTo>
                  <a:lnTo>
                    <a:pt x="715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2949;p56">
              <a:extLst>
                <a:ext uri="{FF2B5EF4-FFF2-40B4-BE49-F238E27FC236}">
                  <a16:creationId xmlns:a16="http://schemas.microsoft.com/office/drawing/2014/main" id="{A616577E-10BA-0EA2-F989-9312B75FDEE0}"/>
                </a:ext>
              </a:extLst>
            </p:cNvPr>
            <p:cNvSpPr/>
            <p:nvPr/>
          </p:nvSpPr>
          <p:spPr>
            <a:xfrm>
              <a:off x="2235071" y="2507975"/>
              <a:ext cx="68786" cy="55503"/>
            </a:xfrm>
            <a:custGeom>
              <a:avLst/>
              <a:gdLst/>
              <a:ahLst/>
              <a:cxnLst/>
              <a:rect l="l" t="t" r="r" b="b"/>
              <a:pathLst>
                <a:path w="1999" h="1613" extrusionOk="0">
                  <a:moveTo>
                    <a:pt x="1560" y="1"/>
                  </a:moveTo>
                  <a:cubicBezTo>
                    <a:pt x="1157" y="1"/>
                    <a:pt x="415" y="542"/>
                    <a:pt x="263" y="751"/>
                  </a:cubicBezTo>
                  <a:cubicBezTo>
                    <a:pt x="72" y="989"/>
                    <a:pt x="1" y="1299"/>
                    <a:pt x="60" y="1597"/>
                  </a:cubicBezTo>
                  <a:cubicBezTo>
                    <a:pt x="117" y="1607"/>
                    <a:pt x="174" y="1612"/>
                    <a:pt x="232" y="1612"/>
                  </a:cubicBezTo>
                  <a:cubicBezTo>
                    <a:pt x="1073" y="1612"/>
                    <a:pt x="1998" y="533"/>
                    <a:pt x="1787" y="120"/>
                  </a:cubicBezTo>
                  <a:cubicBezTo>
                    <a:pt x="1743" y="36"/>
                    <a:pt x="1663" y="1"/>
                    <a:pt x="1560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2950;p56">
              <a:extLst>
                <a:ext uri="{FF2B5EF4-FFF2-40B4-BE49-F238E27FC236}">
                  <a16:creationId xmlns:a16="http://schemas.microsoft.com/office/drawing/2014/main" id="{A4E147EA-E6E0-CD4A-7D94-78220C6785D1}"/>
                </a:ext>
              </a:extLst>
            </p:cNvPr>
            <p:cNvSpPr/>
            <p:nvPr/>
          </p:nvSpPr>
          <p:spPr>
            <a:xfrm>
              <a:off x="2237136" y="2535847"/>
              <a:ext cx="29111" cy="27081"/>
            </a:xfrm>
            <a:custGeom>
              <a:avLst/>
              <a:gdLst/>
              <a:ahLst/>
              <a:cxnLst/>
              <a:rect l="l" t="t" r="r" b="b"/>
              <a:pathLst>
                <a:path w="846" h="787" fill="none" extrusionOk="0">
                  <a:moveTo>
                    <a:pt x="0" y="787"/>
                  </a:moveTo>
                  <a:lnTo>
                    <a:pt x="846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2951;p56">
              <a:extLst>
                <a:ext uri="{FF2B5EF4-FFF2-40B4-BE49-F238E27FC236}">
                  <a16:creationId xmlns:a16="http://schemas.microsoft.com/office/drawing/2014/main" id="{2DDB8F8B-271F-5CE5-96DA-53661A844587}"/>
                </a:ext>
              </a:extLst>
            </p:cNvPr>
            <p:cNvSpPr/>
            <p:nvPr/>
          </p:nvSpPr>
          <p:spPr>
            <a:xfrm>
              <a:off x="2199008" y="2347792"/>
              <a:ext cx="24225" cy="39778"/>
            </a:xfrm>
            <a:custGeom>
              <a:avLst/>
              <a:gdLst/>
              <a:ahLst/>
              <a:cxnLst/>
              <a:rect l="l" t="t" r="r" b="b"/>
              <a:pathLst>
                <a:path w="704" h="1156" fill="none" extrusionOk="0">
                  <a:moveTo>
                    <a:pt x="1" y="1156"/>
                  </a:moveTo>
                  <a:lnTo>
                    <a:pt x="703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2952;p56">
              <a:extLst>
                <a:ext uri="{FF2B5EF4-FFF2-40B4-BE49-F238E27FC236}">
                  <a16:creationId xmlns:a16="http://schemas.microsoft.com/office/drawing/2014/main" id="{EE915751-A047-7C72-D991-3AB639017692}"/>
                </a:ext>
              </a:extLst>
            </p:cNvPr>
            <p:cNvSpPr/>
            <p:nvPr/>
          </p:nvSpPr>
          <p:spPr>
            <a:xfrm>
              <a:off x="2213771" y="2308736"/>
              <a:ext cx="60114" cy="51581"/>
            </a:xfrm>
            <a:custGeom>
              <a:avLst/>
              <a:gdLst/>
              <a:ahLst/>
              <a:cxnLst/>
              <a:rect l="l" t="t" r="r" b="b"/>
              <a:pathLst>
                <a:path w="1747" h="1499" extrusionOk="0">
                  <a:moveTo>
                    <a:pt x="1304" y="0"/>
                  </a:moveTo>
                  <a:cubicBezTo>
                    <a:pt x="963" y="0"/>
                    <a:pt x="409" y="432"/>
                    <a:pt x="263" y="624"/>
                  </a:cubicBezTo>
                  <a:cubicBezTo>
                    <a:pt x="72" y="874"/>
                    <a:pt x="1" y="1183"/>
                    <a:pt x="60" y="1481"/>
                  </a:cubicBezTo>
                  <a:cubicBezTo>
                    <a:pt x="123" y="1493"/>
                    <a:pt x="185" y="1499"/>
                    <a:pt x="247" y="1499"/>
                  </a:cubicBezTo>
                  <a:cubicBezTo>
                    <a:pt x="1053" y="1499"/>
                    <a:pt x="1747" y="545"/>
                    <a:pt x="1536" y="136"/>
                  </a:cubicBezTo>
                  <a:cubicBezTo>
                    <a:pt x="1490" y="39"/>
                    <a:pt x="1407" y="0"/>
                    <a:pt x="1304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2953;p56">
              <a:extLst>
                <a:ext uri="{FF2B5EF4-FFF2-40B4-BE49-F238E27FC236}">
                  <a16:creationId xmlns:a16="http://schemas.microsoft.com/office/drawing/2014/main" id="{81887D4B-7840-C4AE-9F6B-537AF903A6BD}"/>
                </a:ext>
              </a:extLst>
            </p:cNvPr>
            <p:cNvSpPr/>
            <p:nvPr/>
          </p:nvSpPr>
          <p:spPr>
            <a:xfrm>
              <a:off x="2215835" y="2324048"/>
              <a:ext cx="37300" cy="35683"/>
            </a:xfrm>
            <a:custGeom>
              <a:avLst/>
              <a:gdLst/>
              <a:ahLst/>
              <a:cxnLst/>
              <a:rect l="l" t="t" r="r" b="b"/>
              <a:pathLst>
                <a:path w="1084" h="1037" fill="none" extrusionOk="0">
                  <a:moveTo>
                    <a:pt x="0" y="1036"/>
                  </a:moveTo>
                  <a:lnTo>
                    <a:pt x="1084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2954;p56">
              <a:extLst>
                <a:ext uri="{FF2B5EF4-FFF2-40B4-BE49-F238E27FC236}">
                  <a16:creationId xmlns:a16="http://schemas.microsoft.com/office/drawing/2014/main" id="{152729F8-ABB1-AEDB-2795-5166B6414825}"/>
                </a:ext>
              </a:extLst>
            </p:cNvPr>
            <p:cNvSpPr/>
            <p:nvPr/>
          </p:nvSpPr>
          <p:spPr>
            <a:xfrm>
              <a:off x="2189614" y="2258083"/>
              <a:ext cx="24603" cy="40191"/>
            </a:xfrm>
            <a:custGeom>
              <a:avLst/>
              <a:gdLst/>
              <a:ahLst/>
              <a:cxnLst/>
              <a:rect l="l" t="t" r="r" b="b"/>
              <a:pathLst>
                <a:path w="715" h="1168" fill="none" extrusionOk="0">
                  <a:moveTo>
                    <a:pt x="0" y="1167"/>
                  </a:moveTo>
                  <a:lnTo>
                    <a:pt x="714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2955;p56">
              <a:extLst>
                <a:ext uri="{FF2B5EF4-FFF2-40B4-BE49-F238E27FC236}">
                  <a16:creationId xmlns:a16="http://schemas.microsoft.com/office/drawing/2014/main" id="{D8256233-FF9B-A534-08C1-7C091B4AC83D}"/>
                </a:ext>
              </a:extLst>
            </p:cNvPr>
            <p:cNvSpPr/>
            <p:nvPr/>
          </p:nvSpPr>
          <p:spPr>
            <a:xfrm>
              <a:off x="2204342" y="2215241"/>
              <a:ext cx="68820" cy="55641"/>
            </a:xfrm>
            <a:custGeom>
              <a:avLst/>
              <a:gdLst/>
              <a:ahLst/>
              <a:cxnLst/>
              <a:rect l="l" t="t" r="r" b="b"/>
              <a:pathLst>
                <a:path w="2000" h="1617" extrusionOk="0">
                  <a:moveTo>
                    <a:pt x="1558" y="1"/>
                  </a:moveTo>
                  <a:cubicBezTo>
                    <a:pt x="1156" y="1"/>
                    <a:pt x="414" y="538"/>
                    <a:pt x="263" y="745"/>
                  </a:cubicBezTo>
                  <a:cubicBezTo>
                    <a:pt x="72" y="983"/>
                    <a:pt x="1" y="1305"/>
                    <a:pt x="60" y="1603"/>
                  </a:cubicBezTo>
                  <a:lnTo>
                    <a:pt x="72" y="1603"/>
                  </a:lnTo>
                  <a:cubicBezTo>
                    <a:pt x="125" y="1612"/>
                    <a:pt x="179" y="1616"/>
                    <a:pt x="233" y="1616"/>
                  </a:cubicBezTo>
                  <a:cubicBezTo>
                    <a:pt x="1076" y="1616"/>
                    <a:pt x="1999" y="540"/>
                    <a:pt x="1787" y="126"/>
                  </a:cubicBezTo>
                  <a:cubicBezTo>
                    <a:pt x="1745" y="37"/>
                    <a:pt x="1663" y="1"/>
                    <a:pt x="1558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2956;p56">
              <a:extLst>
                <a:ext uri="{FF2B5EF4-FFF2-40B4-BE49-F238E27FC236}">
                  <a16:creationId xmlns:a16="http://schemas.microsoft.com/office/drawing/2014/main" id="{78DFC3EE-2753-D8EE-21CD-FF16F1F1A3AC}"/>
                </a:ext>
              </a:extLst>
            </p:cNvPr>
            <p:cNvSpPr/>
            <p:nvPr/>
          </p:nvSpPr>
          <p:spPr>
            <a:xfrm>
              <a:off x="2206407" y="2234718"/>
              <a:ext cx="37300" cy="35683"/>
            </a:xfrm>
            <a:custGeom>
              <a:avLst/>
              <a:gdLst/>
              <a:ahLst/>
              <a:cxnLst/>
              <a:rect l="l" t="t" r="r" b="b"/>
              <a:pathLst>
                <a:path w="1084" h="1037" fill="none" extrusionOk="0">
                  <a:moveTo>
                    <a:pt x="0" y="1037"/>
                  </a:moveTo>
                  <a:lnTo>
                    <a:pt x="1084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2957;p56">
              <a:extLst>
                <a:ext uri="{FF2B5EF4-FFF2-40B4-BE49-F238E27FC236}">
                  <a16:creationId xmlns:a16="http://schemas.microsoft.com/office/drawing/2014/main" id="{CA1435B7-BAC3-8FDF-8877-B2A46107E406}"/>
                </a:ext>
              </a:extLst>
            </p:cNvPr>
            <p:cNvSpPr/>
            <p:nvPr/>
          </p:nvSpPr>
          <p:spPr>
            <a:xfrm>
              <a:off x="2175678" y="2127390"/>
              <a:ext cx="24603" cy="39778"/>
            </a:xfrm>
            <a:custGeom>
              <a:avLst/>
              <a:gdLst/>
              <a:ahLst/>
              <a:cxnLst/>
              <a:rect l="l" t="t" r="r" b="b"/>
              <a:pathLst>
                <a:path w="715" h="1156" fill="none" extrusionOk="0">
                  <a:moveTo>
                    <a:pt x="0" y="1155"/>
                  </a:moveTo>
                  <a:lnTo>
                    <a:pt x="715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2958;p56">
              <a:extLst>
                <a:ext uri="{FF2B5EF4-FFF2-40B4-BE49-F238E27FC236}">
                  <a16:creationId xmlns:a16="http://schemas.microsoft.com/office/drawing/2014/main" id="{4A70F87F-2C46-8FFA-F38F-8B2D3AF39B84}"/>
                </a:ext>
              </a:extLst>
            </p:cNvPr>
            <p:cNvSpPr/>
            <p:nvPr/>
          </p:nvSpPr>
          <p:spPr>
            <a:xfrm>
              <a:off x="2190818" y="2084136"/>
              <a:ext cx="68820" cy="55641"/>
            </a:xfrm>
            <a:custGeom>
              <a:avLst/>
              <a:gdLst/>
              <a:ahLst/>
              <a:cxnLst/>
              <a:rect l="l" t="t" r="r" b="b"/>
              <a:pathLst>
                <a:path w="2000" h="1617" extrusionOk="0">
                  <a:moveTo>
                    <a:pt x="1566" y="0"/>
                  </a:moveTo>
                  <a:cubicBezTo>
                    <a:pt x="1165" y="0"/>
                    <a:pt x="415" y="545"/>
                    <a:pt x="263" y="745"/>
                  </a:cubicBezTo>
                  <a:cubicBezTo>
                    <a:pt x="72" y="995"/>
                    <a:pt x="1" y="1305"/>
                    <a:pt x="60" y="1603"/>
                  </a:cubicBezTo>
                  <a:cubicBezTo>
                    <a:pt x="114" y="1612"/>
                    <a:pt x="167" y="1616"/>
                    <a:pt x="222" y="1616"/>
                  </a:cubicBezTo>
                  <a:cubicBezTo>
                    <a:pt x="1066" y="1616"/>
                    <a:pt x="1999" y="539"/>
                    <a:pt x="1787" y="114"/>
                  </a:cubicBezTo>
                  <a:cubicBezTo>
                    <a:pt x="1744" y="34"/>
                    <a:pt x="1666" y="0"/>
                    <a:pt x="1566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2959;p56">
              <a:extLst>
                <a:ext uri="{FF2B5EF4-FFF2-40B4-BE49-F238E27FC236}">
                  <a16:creationId xmlns:a16="http://schemas.microsoft.com/office/drawing/2014/main" id="{C243EDE9-622F-2BCC-66C9-05F1759812A5}"/>
                </a:ext>
              </a:extLst>
            </p:cNvPr>
            <p:cNvSpPr/>
            <p:nvPr/>
          </p:nvSpPr>
          <p:spPr>
            <a:xfrm>
              <a:off x="2192883" y="2103612"/>
              <a:ext cx="37300" cy="35683"/>
            </a:xfrm>
            <a:custGeom>
              <a:avLst/>
              <a:gdLst/>
              <a:ahLst/>
              <a:cxnLst/>
              <a:rect l="l" t="t" r="r" b="b"/>
              <a:pathLst>
                <a:path w="1084" h="1037" fill="none" extrusionOk="0">
                  <a:moveTo>
                    <a:pt x="0" y="1037"/>
                  </a:moveTo>
                  <a:lnTo>
                    <a:pt x="1084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2960;p56">
              <a:extLst>
                <a:ext uri="{FF2B5EF4-FFF2-40B4-BE49-F238E27FC236}">
                  <a16:creationId xmlns:a16="http://schemas.microsoft.com/office/drawing/2014/main" id="{C5CB6712-C948-CE87-22F3-29FEB4E63313}"/>
                </a:ext>
              </a:extLst>
            </p:cNvPr>
            <p:cNvSpPr/>
            <p:nvPr/>
          </p:nvSpPr>
          <p:spPr>
            <a:xfrm>
              <a:off x="2163393" y="2028218"/>
              <a:ext cx="68751" cy="55503"/>
            </a:xfrm>
            <a:custGeom>
              <a:avLst/>
              <a:gdLst/>
              <a:ahLst/>
              <a:cxnLst/>
              <a:rect l="l" t="t" r="r" b="b"/>
              <a:pathLst>
                <a:path w="1998" h="1613" extrusionOk="0">
                  <a:moveTo>
                    <a:pt x="1559" y="0"/>
                  </a:moveTo>
                  <a:cubicBezTo>
                    <a:pt x="1156" y="0"/>
                    <a:pt x="414" y="542"/>
                    <a:pt x="262" y="751"/>
                  </a:cubicBezTo>
                  <a:cubicBezTo>
                    <a:pt x="72" y="989"/>
                    <a:pt x="0" y="1299"/>
                    <a:pt x="60" y="1596"/>
                  </a:cubicBezTo>
                  <a:cubicBezTo>
                    <a:pt x="116" y="1607"/>
                    <a:pt x="173" y="1612"/>
                    <a:pt x="231" y="1612"/>
                  </a:cubicBezTo>
                  <a:cubicBezTo>
                    <a:pt x="1073" y="1612"/>
                    <a:pt x="1998" y="532"/>
                    <a:pt x="1786" y="120"/>
                  </a:cubicBezTo>
                  <a:cubicBezTo>
                    <a:pt x="1743" y="36"/>
                    <a:pt x="1662" y="0"/>
                    <a:pt x="1559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2961;p56">
              <a:extLst>
                <a:ext uri="{FF2B5EF4-FFF2-40B4-BE49-F238E27FC236}">
                  <a16:creationId xmlns:a16="http://schemas.microsoft.com/office/drawing/2014/main" id="{E01D38A5-450C-5BA3-1CDB-6C1ABC829E84}"/>
                </a:ext>
              </a:extLst>
            </p:cNvPr>
            <p:cNvSpPr/>
            <p:nvPr/>
          </p:nvSpPr>
          <p:spPr>
            <a:xfrm>
              <a:off x="2165423" y="2047488"/>
              <a:ext cx="37335" cy="35683"/>
            </a:xfrm>
            <a:custGeom>
              <a:avLst/>
              <a:gdLst/>
              <a:ahLst/>
              <a:cxnLst/>
              <a:rect l="l" t="t" r="r" b="b"/>
              <a:pathLst>
                <a:path w="1085" h="1037" fill="none" extrusionOk="0">
                  <a:moveTo>
                    <a:pt x="1" y="1036"/>
                  </a:moveTo>
                  <a:lnTo>
                    <a:pt x="1084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2962;p56">
              <a:extLst>
                <a:ext uri="{FF2B5EF4-FFF2-40B4-BE49-F238E27FC236}">
                  <a16:creationId xmlns:a16="http://schemas.microsoft.com/office/drawing/2014/main" id="{AF4A01CE-A038-F9A3-C470-216A6DE8F8C4}"/>
                </a:ext>
              </a:extLst>
            </p:cNvPr>
            <p:cNvSpPr/>
            <p:nvPr/>
          </p:nvSpPr>
          <p:spPr>
            <a:xfrm>
              <a:off x="2108473" y="2019822"/>
              <a:ext cx="67444" cy="65207"/>
            </a:xfrm>
            <a:custGeom>
              <a:avLst/>
              <a:gdLst/>
              <a:ahLst/>
              <a:cxnLst/>
              <a:rect l="l" t="t" r="r" b="b"/>
              <a:pathLst>
                <a:path w="1960" h="1895" extrusionOk="0">
                  <a:moveTo>
                    <a:pt x="532" y="1"/>
                  </a:moveTo>
                  <a:cubicBezTo>
                    <a:pt x="495" y="1"/>
                    <a:pt x="461" y="7"/>
                    <a:pt x="429" y="19"/>
                  </a:cubicBezTo>
                  <a:cubicBezTo>
                    <a:pt x="1" y="185"/>
                    <a:pt x="656" y="1388"/>
                    <a:pt x="894" y="1602"/>
                  </a:cubicBezTo>
                  <a:cubicBezTo>
                    <a:pt x="1081" y="1789"/>
                    <a:pt x="1340" y="1895"/>
                    <a:pt x="1601" y="1895"/>
                  </a:cubicBezTo>
                  <a:cubicBezTo>
                    <a:pt x="1639" y="1895"/>
                    <a:pt x="1677" y="1893"/>
                    <a:pt x="1715" y="1888"/>
                  </a:cubicBezTo>
                  <a:cubicBezTo>
                    <a:pt x="1959" y="1089"/>
                    <a:pt x="1035" y="1"/>
                    <a:pt x="532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2963;p56">
              <a:extLst>
                <a:ext uri="{FF2B5EF4-FFF2-40B4-BE49-F238E27FC236}">
                  <a16:creationId xmlns:a16="http://schemas.microsoft.com/office/drawing/2014/main" id="{7232FECD-6557-DF88-4DB0-991412CAA6DE}"/>
                </a:ext>
              </a:extLst>
            </p:cNvPr>
            <p:cNvSpPr/>
            <p:nvPr/>
          </p:nvSpPr>
          <p:spPr>
            <a:xfrm>
              <a:off x="2135933" y="2044219"/>
              <a:ext cx="31588" cy="40604"/>
            </a:xfrm>
            <a:custGeom>
              <a:avLst/>
              <a:gdLst/>
              <a:ahLst/>
              <a:cxnLst/>
              <a:rect l="l" t="t" r="r" b="b"/>
              <a:pathLst>
                <a:path w="918" h="1180" fill="none" extrusionOk="0">
                  <a:moveTo>
                    <a:pt x="917" y="1179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2964;p56">
              <a:extLst>
                <a:ext uri="{FF2B5EF4-FFF2-40B4-BE49-F238E27FC236}">
                  <a16:creationId xmlns:a16="http://schemas.microsoft.com/office/drawing/2014/main" id="{8D343C57-F063-8554-0D20-62C6F9771D4A}"/>
                </a:ext>
              </a:extLst>
            </p:cNvPr>
            <p:cNvSpPr/>
            <p:nvPr/>
          </p:nvSpPr>
          <p:spPr>
            <a:xfrm>
              <a:off x="2272372" y="1903685"/>
              <a:ext cx="34" cy="741983"/>
            </a:xfrm>
            <a:custGeom>
              <a:avLst/>
              <a:gdLst/>
              <a:ahLst/>
              <a:cxnLst/>
              <a:rect l="l" t="t" r="r" b="b"/>
              <a:pathLst>
                <a:path w="1" h="21563" fill="none" extrusionOk="0">
                  <a:moveTo>
                    <a:pt x="0" y="0"/>
                  </a:moveTo>
                  <a:lnTo>
                    <a:pt x="0" y="21563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2965;p56">
              <a:extLst>
                <a:ext uri="{FF2B5EF4-FFF2-40B4-BE49-F238E27FC236}">
                  <a16:creationId xmlns:a16="http://schemas.microsoft.com/office/drawing/2014/main" id="{396360D6-DF7C-E5C0-F00F-DCA2DA3B38B8}"/>
                </a:ext>
              </a:extLst>
            </p:cNvPr>
            <p:cNvSpPr/>
            <p:nvPr/>
          </p:nvSpPr>
          <p:spPr>
            <a:xfrm>
              <a:off x="2304306" y="2180658"/>
              <a:ext cx="48793" cy="462574"/>
            </a:xfrm>
            <a:custGeom>
              <a:avLst/>
              <a:gdLst/>
              <a:ahLst/>
              <a:cxnLst/>
              <a:rect l="l" t="t" r="r" b="b"/>
              <a:pathLst>
                <a:path w="1418" h="13443" fill="none" extrusionOk="0">
                  <a:moveTo>
                    <a:pt x="1418" y="0"/>
                  </a:moveTo>
                  <a:lnTo>
                    <a:pt x="1" y="13442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2966;p56">
              <a:extLst>
                <a:ext uri="{FF2B5EF4-FFF2-40B4-BE49-F238E27FC236}">
                  <a16:creationId xmlns:a16="http://schemas.microsoft.com/office/drawing/2014/main" id="{ABC84829-895F-FE42-D33C-4005B6E213AF}"/>
                </a:ext>
              </a:extLst>
            </p:cNvPr>
            <p:cNvSpPr/>
            <p:nvPr/>
          </p:nvSpPr>
          <p:spPr>
            <a:xfrm>
              <a:off x="2293260" y="2507183"/>
              <a:ext cx="24190" cy="20095"/>
            </a:xfrm>
            <a:custGeom>
              <a:avLst/>
              <a:gdLst/>
              <a:ahLst/>
              <a:cxnLst/>
              <a:rect l="l" t="t" r="r" b="b"/>
              <a:pathLst>
                <a:path w="703" h="584" fill="none" extrusionOk="0">
                  <a:moveTo>
                    <a:pt x="703" y="584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2967;p56">
              <a:extLst>
                <a:ext uri="{FF2B5EF4-FFF2-40B4-BE49-F238E27FC236}">
                  <a16:creationId xmlns:a16="http://schemas.microsoft.com/office/drawing/2014/main" id="{DD449866-994B-7546-2191-8388B10E05D7}"/>
                </a:ext>
              </a:extLst>
            </p:cNvPr>
            <p:cNvSpPr/>
            <p:nvPr/>
          </p:nvSpPr>
          <p:spPr>
            <a:xfrm>
              <a:off x="2233935" y="2459214"/>
              <a:ext cx="68786" cy="55503"/>
            </a:xfrm>
            <a:custGeom>
              <a:avLst/>
              <a:gdLst/>
              <a:ahLst/>
              <a:cxnLst/>
              <a:rect l="l" t="t" r="r" b="b"/>
              <a:pathLst>
                <a:path w="1999" h="1613" extrusionOk="0">
                  <a:moveTo>
                    <a:pt x="439" y="1"/>
                  </a:moveTo>
                  <a:cubicBezTo>
                    <a:pt x="336" y="1"/>
                    <a:pt x="256" y="36"/>
                    <a:pt x="212" y="120"/>
                  </a:cubicBezTo>
                  <a:cubicBezTo>
                    <a:pt x="1" y="533"/>
                    <a:pt x="926" y="1613"/>
                    <a:pt x="1767" y="1613"/>
                  </a:cubicBezTo>
                  <a:cubicBezTo>
                    <a:pt x="1825" y="1613"/>
                    <a:pt x="1882" y="1607"/>
                    <a:pt x="1939" y="1597"/>
                  </a:cubicBezTo>
                  <a:cubicBezTo>
                    <a:pt x="1998" y="1299"/>
                    <a:pt x="1927" y="990"/>
                    <a:pt x="1736" y="751"/>
                  </a:cubicBezTo>
                  <a:cubicBezTo>
                    <a:pt x="1584" y="543"/>
                    <a:pt x="842" y="1"/>
                    <a:pt x="439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2968;p56">
              <a:extLst>
                <a:ext uri="{FF2B5EF4-FFF2-40B4-BE49-F238E27FC236}">
                  <a16:creationId xmlns:a16="http://schemas.microsoft.com/office/drawing/2014/main" id="{2C5FE2DD-2006-4713-4FE3-B0E999B50F06}"/>
                </a:ext>
              </a:extLst>
            </p:cNvPr>
            <p:cNvSpPr/>
            <p:nvPr/>
          </p:nvSpPr>
          <p:spPr>
            <a:xfrm>
              <a:off x="2265387" y="2480549"/>
              <a:ext cx="35270" cy="33619"/>
            </a:xfrm>
            <a:custGeom>
              <a:avLst/>
              <a:gdLst/>
              <a:ahLst/>
              <a:cxnLst/>
              <a:rect l="l" t="t" r="r" b="b"/>
              <a:pathLst>
                <a:path w="1025" h="977" fill="none" extrusionOk="0">
                  <a:moveTo>
                    <a:pt x="1025" y="977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2969;p56">
              <a:extLst>
                <a:ext uri="{FF2B5EF4-FFF2-40B4-BE49-F238E27FC236}">
                  <a16:creationId xmlns:a16="http://schemas.microsoft.com/office/drawing/2014/main" id="{F7DEA052-EBC2-184C-1D23-32A15D952997}"/>
                </a:ext>
              </a:extLst>
            </p:cNvPr>
            <p:cNvSpPr/>
            <p:nvPr/>
          </p:nvSpPr>
          <p:spPr>
            <a:xfrm>
              <a:off x="2285070" y="2579687"/>
              <a:ext cx="23364" cy="33240"/>
            </a:xfrm>
            <a:custGeom>
              <a:avLst/>
              <a:gdLst/>
              <a:ahLst/>
              <a:cxnLst/>
              <a:rect l="l" t="t" r="r" b="b"/>
              <a:pathLst>
                <a:path w="679" h="966" fill="none" extrusionOk="0">
                  <a:moveTo>
                    <a:pt x="679" y="965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2970;p56">
              <a:extLst>
                <a:ext uri="{FF2B5EF4-FFF2-40B4-BE49-F238E27FC236}">
                  <a16:creationId xmlns:a16="http://schemas.microsoft.com/office/drawing/2014/main" id="{94701F0B-67CB-2427-C53C-9AB3DFE2647E}"/>
                </a:ext>
              </a:extLst>
            </p:cNvPr>
            <p:cNvSpPr/>
            <p:nvPr/>
          </p:nvSpPr>
          <p:spPr>
            <a:xfrm>
              <a:off x="2226158" y="2536673"/>
              <a:ext cx="68751" cy="55469"/>
            </a:xfrm>
            <a:custGeom>
              <a:avLst/>
              <a:gdLst/>
              <a:ahLst/>
              <a:cxnLst/>
              <a:rect l="l" t="t" r="r" b="b"/>
              <a:pathLst>
                <a:path w="1998" h="1612" extrusionOk="0">
                  <a:moveTo>
                    <a:pt x="435" y="0"/>
                  </a:moveTo>
                  <a:cubicBezTo>
                    <a:pt x="333" y="0"/>
                    <a:pt x="253" y="35"/>
                    <a:pt x="212" y="120"/>
                  </a:cubicBezTo>
                  <a:cubicBezTo>
                    <a:pt x="0" y="532"/>
                    <a:pt x="915" y="1612"/>
                    <a:pt x="1765" y="1612"/>
                  </a:cubicBezTo>
                  <a:cubicBezTo>
                    <a:pt x="1823" y="1612"/>
                    <a:pt x="1881" y="1607"/>
                    <a:pt x="1938" y="1596"/>
                  </a:cubicBezTo>
                  <a:cubicBezTo>
                    <a:pt x="1998" y="1298"/>
                    <a:pt x="1915" y="989"/>
                    <a:pt x="1736" y="739"/>
                  </a:cubicBezTo>
                  <a:cubicBezTo>
                    <a:pt x="1584" y="540"/>
                    <a:pt x="835" y="0"/>
                    <a:pt x="435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2971;p56">
              <a:extLst>
                <a:ext uri="{FF2B5EF4-FFF2-40B4-BE49-F238E27FC236}">
                  <a16:creationId xmlns:a16="http://schemas.microsoft.com/office/drawing/2014/main" id="{F10D0635-E2EA-21A1-9021-462998F560CF}"/>
                </a:ext>
              </a:extLst>
            </p:cNvPr>
            <p:cNvSpPr/>
            <p:nvPr/>
          </p:nvSpPr>
          <p:spPr>
            <a:xfrm>
              <a:off x="2257610" y="2557974"/>
              <a:ext cx="35270" cy="33653"/>
            </a:xfrm>
            <a:custGeom>
              <a:avLst/>
              <a:gdLst/>
              <a:ahLst/>
              <a:cxnLst/>
              <a:rect l="l" t="t" r="r" b="b"/>
              <a:pathLst>
                <a:path w="1025" h="978" fill="none" extrusionOk="0">
                  <a:moveTo>
                    <a:pt x="1024" y="977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2972;p56">
              <a:extLst>
                <a:ext uri="{FF2B5EF4-FFF2-40B4-BE49-F238E27FC236}">
                  <a16:creationId xmlns:a16="http://schemas.microsoft.com/office/drawing/2014/main" id="{904137B9-D458-965D-D802-E78F3B24DE5B}"/>
                </a:ext>
              </a:extLst>
            </p:cNvPr>
            <p:cNvSpPr/>
            <p:nvPr/>
          </p:nvSpPr>
          <p:spPr>
            <a:xfrm>
              <a:off x="2306370" y="2376904"/>
              <a:ext cx="23399" cy="26668"/>
            </a:xfrm>
            <a:custGeom>
              <a:avLst/>
              <a:gdLst/>
              <a:ahLst/>
              <a:cxnLst/>
              <a:rect l="l" t="t" r="r" b="b"/>
              <a:pathLst>
                <a:path w="680" h="775" fill="none" extrusionOk="0">
                  <a:moveTo>
                    <a:pt x="679" y="774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2973;p56">
              <a:extLst>
                <a:ext uri="{FF2B5EF4-FFF2-40B4-BE49-F238E27FC236}">
                  <a16:creationId xmlns:a16="http://schemas.microsoft.com/office/drawing/2014/main" id="{43D583CB-C0E8-BAFF-B934-98B31E95872C}"/>
                </a:ext>
              </a:extLst>
            </p:cNvPr>
            <p:cNvSpPr/>
            <p:nvPr/>
          </p:nvSpPr>
          <p:spPr>
            <a:xfrm>
              <a:off x="2247011" y="2333821"/>
              <a:ext cx="68820" cy="55469"/>
            </a:xfrm>
            <a:custGeom>
              <a:avLst/>
              <a:gdLst/>
              <a:ahLst/>
              <a:cxnLst/>
              <a:rect l="l" t="t" r="r" b="b"/>
              <a:pathLst>
                <a:path w="2000" h="1612" extrusionOk="0">
                  <a:moveTo>
                    <a:pt x="439" y="0"/>
                  </a:moveTo>
                  <a:cubicBezTo>
                    <a:pt x="335" y="0"/>
                    <a:pt x="255" y="36"/>
                    <a:pt x="213" y="121"/>
                  </a:cubicBezTo>
                  <a:cubicBezTo>
                    <a:pt x="1" y="535"/>
                    <a:pt x="934" y="1611"/>
                    <a:pt x="1778" y="1611"/>
                  </a:cubicBezTo>
                  <a:cubicBezTo>
                    <a:pt x="1833" y="1611"/>
                    <a:pt x="1887" y="1607"/>
                    <a:pt x="1940" y="1597"/>
                  </a:cubicBezTo>
                  <a:cubicBezTo>
                    <a:pt x="1999" y="1300"/>
                    <a:pt x="1928" y="978"/>
                    <a:pt x="1737" y="740"/>
                  </a:cubicBezTo>
                  <a:cubicBezTo>
                    <a:pt x="1586" y="532"/>
                    <a:pt x="840" y="0"/>
                    <a:pt x="439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2974;p56">
              <a:extLst>
                <a:ext uri="{FF2B5EF4-FFF2-40B4-BE49-F238E27FC236}">
                  <a16:creationId xmlns:a16="http://schemas.microsoft.com/office/drawing/2014/main" id="{9D962AE6-8DAC-0316-ED9B-7860970031EC}"/>
                </a:ext>
              </a:extLst>
            </p:cNvPr>
            <p:cNvSpPr/>
            <p:nvPr/>
          </p:nvSpPr>
          <p:spPr>
            <a:xfrm>
              <a:off x="2278497" y="2354777"/>
              <a:ext cx="35270" cy="34031"/>
            </a:xfrm>
            <a:custGeom>
              <a:avLst/>
              <a:gdLst/>
              <a:ahLst/>
              <a:cxnLst/>
              <a:rect l="l" t="t" r="r" b="b"/>
              <a:pathLst>
                <a:path w="1025" h="989" fill="none" extrusionOk="0">
                  <a:moveTo>
                    <a:pt x="1025" y="988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2975;p56">
              <a:extLst>
                <a:ext uri="{FF2B5EF4-FFF2-40B4-BE49-F238E27FC236}">
                  <a16:creationId xmlns:a16="http://schemas.microsoft.com/office/drawing/2014/main" id="{352F0A08-6469-D916-38CF-5288DE48AD76}"/>
                </a:ext>
              </a:extLst>
            </p:cNvPr>
            <p:cNvSpPr/>
            <p:nvPr/>
          </p:nvSpPr>
          <p:spPr>
            <a:xfrm>
              <a:off x="2319481" y="2250719"/>
              <a:ext cx="22573" cy="34857"/>
            </a:xfrm>
            <a:custGeom>
              <a:avLst/>
              <a:gdLst/>
              <a:ahLst/>
              <a:cxnLst/>
              <a:rect l="l" t="t" r="r" b="b"/>
              <a:pathLst>
                <a:path w="656" h="1013" fill="none" extrusionOk="0">
                  <a:moveTo>
                    <a:pt x="655" y="1012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2976;p56">
              <a:extLst>
                <a:ext uri="{FF2B5EF4-FFF2-40B4-BE49-F238E27FC236}">
                  <a16:creationId xmlns:a16="http://schemas.microsoft.com/office/drawing/2014/main" id="{8FCC83EB-655E-BBBB-1091-6DEA17EED1ED}"/>
                </a:ext>
              </a:extLst>
            </p:cNvPr>
            <p:cNvSpPr/>
            <p:nvPr/>
          </p:nvSpPr>
          <p:spPr>
            <a:xfrm>
              <a:off x="2260122" y="2207636"/>
              <a:ext cx="68820" cy="55469"/>
            </a:xfrm>
            <a:custGeom>
              <a:avLst/>
              <a:gdLst/>
              <a:ahLst/>
              <a:cxnLst/>
              <a:rect l="l" t="t" r="r" b="b"/>
              <a:pathLst>
                <a:path w="2000" h="1612" extrusionOk="0">
                  <a:moveTo>
                    <a:pt x="443" y="0"/>
                  </a:moveTo>
                  <a:cubicBezTo>
                    <a:pt x="339" y="0"/>
                    <a:pt x="257" y="36"/>
                    <a:pt x="213" y="121"/>
                  </a:cubicBezTo>
                  <a:cubicBezTo>
                    <a:pt x="1" y="535"/>
                    <a:pt x="934" y="1611"/>
                    <a:pt x="1778" y="1611"/>
                  </a:cubicBezTo>
                  <a:cubicBezTo>
                    <a:pt x="1833" y="1611"/>
                    <a:pt x="1887" y="1607"/>
                    <a:pt x="1940" y="1597"/>
                  </a:cubicBezTo>
                  <a:cubicBezTo>
                    <a:pt x="1999" y="1300"/>
                    <a:pt x="1928" y="990"/>
                    <a:pt x="1737" y="740"/>
                  </a:cubicBezTo>
                  <a:cubicBezTo>
                    <a:pt x="1586" y="532"/>
                    <a:pt x="848" y="0"/>
                    <a:pt x="443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2977;p56">
              <a:extLst>
                <a:ext uri="{FF2B5EF4-FFF2-40B4-BE49-F238E27FC236}">
                  <a16:creationId xmlns:a16="http://schemas.microsoft.com/office/drawing/2014/main" id="{0DA1C77D-1FB3-E3DE-6CB7-4FE4C8744334}"/>
                </a:ext>
              </a:extLst>
            </p:cNvPr>
            <p:cNvSpPr/>
            <p:nvPr/>
          </p:nvSpPr>
          <p:spPr>
            <a:xfrm>
              <a:off x="2291608" y="2229006"/>
              <a:ext cx="35270" cy="33619"/>
            </a:xfrm>
            <a:custGeom>
              <a:avLst/>
              <a:gdLst/>
              <a:ahLst/>
              <a:cxnLst/>
              <a:rect l="l" t="t" r="r" b="b"/>
              <a:pathLst>
                <a:path w="1025" h="977" fill="none" extrusionOk="0">
                  <a:moveTo>
                    <a:pt x="1025" y="976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2978;p56">
              <a:extLst>
                <a:ext uri="{FF2B5EF4-FFF2-40B4-BE49-F238E27FC236}">
                  <a16:creationId xmlns:a16="http://schemas.microsoft.com/office/drawing/2014/main" id="{F9244C25-A883-B179-4314-35CB888BE87E}"/>
                </a:ext>
              </a:extLst>
            </p:cNvPr>
            <p:cNvSpPr/>
            <p:nvPr/>
          </p:nvSpPr>
          <p:spPr>
            <a:xfrm>
              <a:off x="2323576" y="2447377"/>
              <a:ext cx="32001" cy="34031"/>
            </a:xfrm>
            <a:custGeom>
              <a:avLst/>
              <a:gdLst/>
              <a:ahLst/>
              <a:cxnLst/>
              <a:rect l="l" t="t" r="r" b="b"/>
              <a:pathLst>
                <a:path w="930" h="989" fill="none" extrusionOk="0">
                  <a:moveTo>
                    <a:pt x="0" y="988"/>
                  </a:moveTo>
                  <a:lnTo>
                    <a:pt x="929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2979;p56">
              <a:extLst>
                <a:ext uri="{FF2B5EF4-FFF2-40B4-BE49-F238E27FC236}">
                  <a16:creationId xmlns:a16="http://schemas.microsoft.com/office/drawing/2014/main" id="{C00662FF-8A06-8838-85D9-E2ABA21ABEF6}"/>
                </a:ext>
              </a:extLst>
            </p:cNvPr>
            <p:cNvSpPr/>
            <p:nvPr/>
          </p:nvSpPr>
          <p:spPr>
            <a:xfrm>
              <a:off x="2346115" y="2414102"/>
              <a:ext cx="72295" cy="46075"/>
            </a:xfrm>
            <a:custGeom>
              <a:avLst/>
              <a:gdLst/>
              <a:ahLst/>
              <a:cxnLst/>
              <a:rect l="l" t="t" r="r" b="b"/>
              <a:pathLst>
                <a:path w="2101" h="1339" extrusionOk="0">
                  <a:moveTo>
                    <a:pt x="1674" y="0"/>
                  </a:moveTo>
                  <a:cubicBezTo>
                    <a:pt x="1250" y="0"/>
                    <a:pt x="542" y="324"/>
                    <a:pt x="369" y="479"/>
                  </a:cubicBezTo>
                  <a:cubicBezTo>
                    <a:pt x="131" y="669"/>
                    <a:pt x="0" y="967"/>
                    <a:pt x="0" y="1265"/>
                  </a:cubicBezTo>
                  <a:cubicBezTo>
                    <a:pt x="124" y="1316"/>
                    <a:pt x="257" y="1338"/>
                    <a:pt x="394" y="1338"/>
                  </a:cubicBezTo>
                  <a:cubicBezTo>
                    <a:pt x="1183" y="1338"/>
                    <a:pt x="2100" y="585"/>
                    <a:pt x="1989" y="169"/>
                  </a:cubicBezTo>
                  <a:cubicBezTo>
                    <a:pt x="1956" y="48"/>
                    <a:pt x="1836" y="0"/>
                    <a:pt x="1674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2980;p56">
              <a:extLst>
                <a:ext uri="{FF2B5EF4-FFF2-40B4-BE49-F238E27FC236}">
                  <a16:creationId xmlns:a16="http://schemas.microsoft.com/office/drawing/2014/main" id="{15CFEAE2-5CA3-DEBB-8B5B-7ED1FDD7C7CD}"/>
                </a:ext>
              </a:extLst>
            </p:cNvPr>
            <p:cNvSpPr/>
            <p:nvPr/>
          </p:nvSpPr>
          <p:spPr>
            <a:xfrm>
              <a:off x="2345702" y="2430550"/>
              <a:ext cx="43873" cy="27081"/>
            </a:xfrm>
            <a:custGeom>
              <a:avLst/>
              <a:gdLst/>
              <a:ahLst/>
              <a:cxnLst/>
              <a:rect l="l" t="t" r="r" b="b"/>
              <a:pathLst>
                <a:path w="1275" h="787" fill="none" extrusionOk="0">
                  <a:moveTo>
                    <a:pt x="0" y="787"/>
                  </a:moveTo>
                  <a:lnTo>
                    <a:pt x="1274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2981;p56">
              <a:extLst>
                <a:ext uri="{FF2B5EF4-FFF2-40B4-BE49-F238E27FC236}">
                  <a16:creationId xmlns:a16="http://schemas.microsoft.com/office/drawing/2014/main" id="{3615A832-E359-A3C9-F82A-55F16C397C99}"/>
                </a:ext>
              </a:extLst>
            </p:cNvPr>
            <p:cNvSpPr/>
            <p:nvPr/>
          </p:nvSpPr>
          <p:spPr>
            <a:xfrm>
              <a:off x="2332591" y="2358046"/>
              <a:ext cx="32380" cy="34031"/>
            </a:xfrm>
            <a:custGeom>
              <a:avLst/>
              <a:gdLst/>
              <a:ahLst/>
              <a:cxnLst/>
              <a:rect l="l" t="t" r="r" b="b"/>
              <a:pathLst>
                <a:path w="941" h="989" fill="none" extrusionOk="0">
                  <a:moveTo>
                    <a:pt x="0" y="989"/>
                  </a:moveTo>
                  <a:lnTo>
                    <a:pt x="94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2982;p56">
              <a:extLst>
                <a:ext uri="{FF2B5EF4-FFF2-40B4-BE49-F238E27FC236}">
                  <a16:creationId xmlns:a16="http://schemas.microsoft.com/office/drawing/2014/main" id="{F7494303-BC78-2E78-DA8B-23C580A71946}"/>
                </a:ext>
              </a:extLst>
            </p:cNvPr>
            <p:cNvSpPr/>
            <p:nvPr/>
          </p:nvSpPr>
          <p:spPr>
            <a:xfrm>
              <a:off x="2355130" y="2324702"/>
              <a:ext cx="72295" cy="46041"/>
            </a:xfrm>
            <a:custGeom>
              <a:avLst/>
              <a:gdLst/>
              <a:ahLst/>
              <a:cxnLst/>
              <a:rect l="l" t="t" r="r" b="b"/>
              <a:pathLst>
                <a:path w="2101" h="1338" extrusionOk="0">
                  <a:moveTo>
                    <a:pt x="1667" y="1"/>
                  </a:moveTo>
                  <a:cubicBezTo>
                    <a:pt x="1242" y="1"/>
                    <a:pt x="541" y="315"/>
                    <a:pt x="369" y="469"/>
                  </a:cubicBezTo>
                  <a:cubicBezTo>
                    <a:pt x="143" y="672"/>
                    <a:pt x="0" y="958"/>
                    <a:pt x="0" y="1267"/>
                  </a:cubicBezTo>
                  <a:cubicBezTo>
                    <a:pt x="121" y="1316"/>
                    <a:pt x="252" y="1337"/>
                    <a:pt x="386" y="1337"/>
                  </a:cubicBezTo>
                  <a:cubicBezTo>
                    <a:pt x="1177" y="1337"/>
                    <a:pt x="2101" y="589"/>
                    <a:pt x="1989" y="172"/>
                  </a:cubicBezTo>
                  <a:cubicBezTo>
                    <a:pt x="1955" y="48"/>
                    <a:pt x="1832" y="1"/>
                    <a:pt x="1667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2983;p56">
              <a:extLst>
                <a:ext uri="{FF2B5EF4-FFF2-40B4-BE49-F238E27FC236}">
                  <a16:creationId xmlns:a16="http://schemas.microsoft.com/office/drawing/2014/main" id="{0E298F9F-5977-81DC-B98F-F5C48E78AA09}"/>
                </a:ext>
              </a:extLst>
            </p:cNvPr>
            <p:cNvSpPr/>
            <p:nvPr/>
          </p:nvSpPr>
          <p:spPr>
            <a:xfrm>
              <a:off x="2355130" y="2341254"/>
              <a:ext cx="43873" cy="27081"/>
            </a:xfrm>
            <a:custGeom>
              <a:avLst/>
              <a:gdLst/>
              <a:ahLst/>
              <a:cxnLst/>
              <a:rect l="l" t="t" r="r" b="b"/>
              <a:pathLst>
                <a:path w="1275" h="787" fill="none" extrusionOk="0">
                  <a:moveTo>
                    <a:pt x="0" y="786"/>
                  </a:moveTo>
                  <a:lnTo>
                    <a:pt x="1274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2984;p56">
              <a:extLst>
                <a:ext uri="{FF2B5EF4-FFF2-40B4-BE49-F238E27FC236}">
                  <a16:creationId xmlns:a16="http://schemas.microsoft.com/office/drawing/2014/main" id="{DBA552EE-E3F8-D5BD-A8CF-34B4EC50E82D}"/>
                </a:ext>
              </a:extLst>
            </p:cNvPr>
            <p:cNvSpPr/>
            <p:nvPr/>
          </p:nvSpPr>
          <p:spPr>
            <a:xfrm>
              <a:off x="2346115" y="2226941"/>
              <a:ext cx="32380" cy="27494"/>
            </a:xfrm>
            <a:custGeom>
              <a:avLst/>
              <a:gdLst/>
              <a:ahLst/>
              <a:cxnLst/>
              <a:rect l="l" t="t" r="r" b="b"/>
              <a:pathLst>
                <a:path w="941" h="799" fill="none" extrusionOk="0">
                  <a:moveTo>
                    <a:pt x="0" y="798"/>
                  </a:moveTo>
                  <a:lnTo>
                    <a:pt x="94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2985;p56">
              <a:extLst>
                <a:ext uri="{FF2B5EF4-FFF2-40B4-BE49-F238E27FC236}">
                  <a16:creationId xmlns:a16="http://schemas.microsoft.com/office/drawing/2014/main" id="{3FBAD4C3-0DBA-05CF-72C6-8A6263572F35}"/>
                </a:ext>
              </a:extLst>
            </p:cNvPr>
            <p:cNvSpPr/>
            <p:nvPr/>
          </p:nvSpPr>
          <p:spPr>
            <a:xfrm>
              <a:off x="2368654" y="2193597"/>
              <a:ext cx="72330" cy="46144"/>
            </a:xfrm>
            <a:custGeom>
              <a:avLst/>
              <a:gdLst/>
              <a:ahLst/>
              <a:cxnLst/>
              <a:rect l="l" t="t" r="r" b="b"/>
              <a:pathLst>
                <a:path w="2102" h="1341" extrusionOk="0">
                  <a:moveTo>
                    <a:pt x="1671" y="1"/>
                  </a:moveTo>
                  <a:cubicBezTo>
                    <a:pt x="1242" y="1"/>
                    <a:pt x="541" y="315"/>
                    <a:pt x="369" y="469"/>
                  </a:cubicBezTo>
                  <a:cubicBezTo>
                    <a:pt x="143" y="672"/>
                    <a:pt x="0" y="958"/>
                    <a:pt x="0" y="1267"/>
                  </a:cubicBezTo>
                  <a:cubicBezTo>
                    <a:pt x="123" y="1318"/>
                    <a:pt x="257" y="1341"/>
                    <a:pt x="394" y="1341"/>
                  </a:cubicBezTo>
                  <a:cubicBezTo>
                    <a:pt x="1183" y="1341"/>
                    <a:pt x="2102" y="588"/>
                    <a:pt x="2000" y="172"/>
                  </a:cubicBezTo>
                  <a:cubicBezTo>
                    <a:pt x="1964" y="48"/>
                    <a:pt x="1838" y="1"/>
                    <a:pt x="1671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2986;p56">
              <a:extLst>
                <a:ext uri="{FF2B5EF4-FFF2-40B4-BE49-F238E27FC236}">
                  <a16:creationId xmlns:a16="http://schemas.microsoft.com/office/drawing/2014/main" id="{B078FDA3-1AA1-4C2F-5EDC-A2C364EFF15A}"/>
                </a:ext>
              </a:extLst>
            </p:cNvPr>
            <p:cNvSpPr/>
            <p:nvPr/>
          </p:nvSpPr>
          <p:spPr>
            <a:xfrm>
              <a:off x="2368654" y="2210148"/>
              <a:ext cx="43873" cy="27081"/>
            </a:xfrm>
            <a:custGeom>
              <a:avLst/>
              <a:gdLst/>
              <a:ahLst/>
              <a:cxnLst/>
              <a:rect l="l" t="t" r="r" b="b"/>
              <a:pathLst>
                <a:path w="1275" h="787" fill="none" extrusionOk="0">
                  <a:moveTo>
                    <a:pt x="0" y="786"/>
                  </a:moveTo>
                  <a:lnTo>
                    <a:pt x="1274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2987;p56">
              <a:extLst>
                <a:ext uri="{FF2B5EF4-FFF2-40B4-BE49-F238E27FC236}">
                  <a16:creationId xmlns:a16="http://schemas.microsoft.com/office/drawing/2014/main" id="{2064FE79-F1A6-64B1-93AA-F8D1AB7D14AA}"/>
                </a:ext>
              </a:extLst>
            </p:cNvPr>
            <p:cNvSpPr/>
            <p:nvPr/>
          </p:nvSpPr>
          <p:spPr>
            <a:xfrm>
              <a:off x="2353479" y="2133378"/>
              <a:ext cx="72295" cy="46006"/>
            </a:xfrm>
            <a:custGeom>
              <a:avLst/>
              <a:gdLst/>
              <a:ahLst/>
              <a:cxnLst/>
              <a:rect l="l" t="t" r="r" b="b"/>
              <a:pathLst>
                <a:path w="2101" h="1337" extrusionOk="0">
                  <a:moveTo>
                    <a:pt x="1667" y="0"/>
                  </a:moveTo>
                  <a:cubicBezTo>
                    <a:pt x="1243" y="0"/>
                    <a:pt x="541" y="315"/>
                    <a:pt x="370" y="469"/>
                  </a:cubicBezTo>
                  <a:cubicBezTo>
                    <a:pt x="132" y="672"/>
                    <a:pt x="1" y="957"/>
                    <a:pt x="1" y="1267"/>
                  </a:cubicBezTo>
                  <a:cubicBezTo>
                    <a:pt x="122" y="1315"/>
                    <a:pt x="252" y="1337"/>
                    <a:pt x="386" y="1337"/>
                  </a:cubicBezTo>
                  <a:cubicBezTo>
                    <a:pt x="1177" y="1337"/>
                    <a:pt x="2101" y="589"/>
                    <a:pt x="1989" y="172"/>
                  </a:cubicBezTo>
                  <a:cubicBezTo>
                    <a:pt x="1956" y="48"/>
                    <a:pt x="1832" y="0"/>
                    <a:pt x="1667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2988;p56">
              <a:extLst>
                <a:ext uri="{FF2B5EF4-FFF2-40B4-BE49-F238E27FC236}">
                  <a16:creationId xmlns:a16="http://schemas.microsoft.com/office/drawing/2014/main" id="{C96C7038-5DBC-168C-B25B-45E72E5659D2}"/>
                </a:ext>
              </a:extLst>
            </p:cNvPr>
            <p:cNvSpPr/>
            <p:nvPr/>
          </p:nvSpPr>
          <p:spPr>
            <a:xfrm>
              <a:off x="2353066" y="2149929"/>
              <a:ext cx="43873" cy="27046"/>
            </a:xfrm>
            <a:custGeom>
              <a:avLst/>
              <a:gdLst/>
              <a:ahLst/>
              <a:cxnLst/>
              <a:rect l="l" t="t" r="r" b="b"/>
              <a:pathLst>
                <a:path w="1275" h="786" fill="none" extrusionOk="0">
                  <a:moveTo>
                    <a:pt x="1" y="786"/>
                  </a:moveTo>
                  <a:lnTo>
                    <a:pt x="1275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2989;p56">
              <a:extLst>
                <a:ext uri="{FF2B5EF4-FFF2-40B4-BE49-F238E27FC236}">
                  <a16:creationId xmlns:a16="http://schemas.microsoft.com/office/drawing/2014/main" id="{7AE6565D-8C10-6354-D786-16DA95441119}"/>
                </a:ext>
              </a:extLst>
            </p:cNvPr>
            <p:cNvSpPr/>
            <p:nvPr/>
          </p:nvSpPr>
          <p:spPr>
            <a:xfrm>
              <a:off x="2309226" y="2106400"/>
              <a:ext cx="60321" cy="72227"/>
            </a:xfrm>
            <a:custGeom>
              <a:avLst/>
              <a:gdLst/>
              <a:ahLst/>
              <a:cxnLst/>
              <a:rect l="l" t="t" r="r" b="b"/>
              <a:pathLst>
                <a:path w="1753" h="2099" extrusionOk="0">
                  <a:moveTo>
                    <a:pt x="491" y="0"/>
                  </a:moveTo>
                  <a:cubicBezTo>
                    <a:pt x="478" y="0"/>
                    <a:pt x="466" y="1"/>
                    <a:pt x="453" y="3"/>
                  </a:cubicBezTo>
                  <a:cubicBezTo>
                    <a:pt x="1" y="75"/>
                    <a:pt x="394" y="1384"/>
                    <a:pt x="584" y="1646"/>
                  </a:cubicBezTo>
                  <a:cubicBezTo>
                    <a:pt x="763" y="1908"/>
                    <a:pt x="1025" y="2063"/>
                    <a:pt x="1334" y="2099"/>
                  </a:cubicBezTo>
                  <a:cubicBezTo>
                    <a:pt x="1752" y="1332"/>
                    <a:pt x="993" y="0"/>
                    <a:pt x="491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2990;p56">
              <a:extLst>
                <a:ext uri="{FF2B5EF4-FFF2-40B4-BE49-F238E27FC236}">
                  <a16:creationId xmlns:a16="http://schemas.microsoft.com/office/drawing/2014/main" id="{A9D8778C-D74F-0F3B-C9C5-F06ABE62B569}"/>
                </a:ext>
              </a:extLst>
            </p:cNvPr>
            <p:cNvSpPr/>
            <p:nvPr/>
          </p:nvSpPr>
          <p:spPr>
            <a:xfrm>
              <a:off x="2332591" y="2132311"/>
              <a:ext cx="22573" cy="46316"/>
            </a:xfrm>
            <a:custGeom>
              <a:avLst/>
              <a:gdLst/>
              <a:ahLst/>
              <a:cxnLst/>
              <a:rect l="l" t="t" r="r" b="b"/>
              <a:pathLst>
                <a:path w="656" h="1346" fill="none" extrusionOk="0">
                  <a:moveTo>
                    <a:pt x="655" y="1346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2991;p56">
              <a:extLst>
                <a:ext uri="{FF2B5EF4-FFF2-40B4-BE49-F238E27FC236}">
                  <a16:creationId xmlns:a16="http://schemas.microsoft.com/office/drawing/2014/main" id="{2FD7B407-87F4-B199-5451-5FA5C5C18DCF}"/>
                </a:ext>
              </a:extLst>
            </p:cNvPr>
            <p:cNvSpPr/>
            <p:nvPr/>
          </p:nvSpPr>
          <p:spPr>
            <a:xfrm>
              <a:off x="2244499" y="2596892"/>
              <a:ext cx="26668" cy="35683"/>
            </a:xfrm>
            <a:custGeom>
              <a:avLst/>
              <a:gdLst/>
              <a:ahLst/>
              <a:cxnLst/>
              <a:rect l="l" t="t" r="r" b="b"/>
              <a:pathLst>
                <a:path w="775" h="1037" fill="none" extrusionOk="0">
                  <a:moveTo>
                    <a:pt x="774" y="1037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2992;p56">
              <a:extLst>
                <a:ext uri="{FF2B5EF4-FFF2-40B4-BE49-F238E27FC236}">
                  <a16:creationId xmlns:a16="http://schemas.microsoft.com/office/drawing/2014/main" id="{D156B143-025C-7ABE-CD26-0BFB4F7180DA}"/>
                </a:ext>
              </a:extLst>
            </p:cNvPr>
            <p:cNvSpPr/>
            <p:nvPr/>
          </p:nvSpPr>
          <p:spPr>
            <a:xfrm>
              <a:off x="2183248" y="2558834"/>
              <a:ext cx="71125" cy="50858"/>
            </a:xfrm>
            <a:custGeom>
              <a:avLst/>
              <a:gdLst/>
              <a:ahLst/>
              <a:cxnLst/>
              <a:rect l="l" t="t" r="r" b="b"/>
              <a:pathLst>
                <a:path w="2067" h="1478" extrusionOk="0">
                  <a:moveTo>
                    <a:pt x="427" y="0"/>
                  </a:moveTo>
                  <a:cubicBezTo>
                    <a:pt x="298" y="0"/>
                    <a:pt x="201" y="41"/>
                    <a:pt x="161" y="142"/>
                  </a:cubicBezTo>
                  <a:cubicBezTo>
                    <a:pt x="1" y="560"/>
                    <a:pt x="946" y="1477"/>
                    <a:pt x="1762" y="1477"/>
                  </a:cubicBezTo>
                  <a:cubicBezTo>
                    <a:pt x="1854" y="1477"/>
                    <a:pt x="1944" y="1466"/>
                    <a:pt x="2031" y="1440"/>
                  </a:cubicBezTo>
                  <a:cubicBezTo>
                    <a:pt x="2066" y="1131"/>
                    <a:pt x="1959" y="833"/>
                    <a:pt x="1745" y="607"/>
                  </a:cubicBezTo>
                  <a:cubicBezTo>
                    <a:pt x="1581" y="425"/>
                    <a:pt x="842" y="0"/>
                    <a:pt x="427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2993;p56">
              <a:extLst>
                <a:ext uri="{FF2B5EF4-FFF2-40B4-BE49-F238E27FC236}">
                  <a16:creationId xmlns:a16="http://schemas.microsoft.com/office/drawing/2014/main" id="{C8B52B48-7ED0-046F-BDFB-517CBB344C8C}"/>
                </a:ext>
              </a:extLst>
            </p:cNvPr>
            <p:cNvSpPr/>
            <p:nvPr/>
          </p:nvSpPr>
          <p:spPr>
            <a:xfrm>
              <a:off x="2214596" y="2578482"/>
              <a:ext cx="38539" cy="29937"/>
            </a:xfrm>
            <a:custGeom>
              <a:avLst/>
              <a:gdLst/>
              <a:ahLst/>
              <a:cxnLst/>
              <a:rect l="l" t="t" r="r" b="b"/>
              <a:pathLst>
                <a:path w="1120" h="870" fill="none" extrusionOk="0">
                  <a:moveTo>
                    <a:pt x="1120" y="869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2994;p56">
              <a:extLst>
                <a:ext uri="{FF2B5EF4-FFF2-40B4-BE49-F238E27FC236}">
                  <a16:creationId xmlns:a16="http://schemas.microsoft.com/office/drawing/2014/main" id="{D29EC75B-D8D2-88C1-879E-9B0ECCFE4493}"/>
                </a:ext>
              </a:extLst>
            </p:cNvPr>
            <p:cNvSpPr/>
            <p:nvPr/>
          </p:nvSpPr>
          <p:spPr>
            <a:xfrm>
              <a:off x="2244499" y="2435471"/>
              <a:ext cx="27494" cy="25842"/>
            </a:xfrm>
            <a:custGeom>
              <a:avLst/>
              <a:gdLst/>
              <a:ahLst/>
              <a:cxnLst/>
              <a:rect l="l" t="t" r="r" b="b"/>
              <a:pathLst>
                <a:path w="799" h="751" fill="none" extrusionOk="0">
                  <a:moveTo>
                    <a:pt x="798" y="751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2995;p56">
              <a:extLst>
                <a:ext uri="{FF2B5EF4-FFF2-40B4-BE49-F238E27FC236}">
                  <a16:creationId xmlns:a16="http://schemas.microsoft.com/office/drawing/2014/main" id="{4C5861EB-3E08-F89F-2344-99FA00094E78}"/>
                </a:ext>
              </a:extLst>
            </p:cNvPr>
            <p:cNvSpPr/>
            <p:nvPr/>
          </p:nvSpPr>
          <p:spPr>
            <a:xfrm>
              <a:off x="2183283" y="2397412"/>
              <a:ext cx="71091" cy="50548"/>
            </a:xfrm>
            <a:custGeom>
              <a:avLst/>
              <a:gdLst/>
              <a:ahLst/>
              <a:cxnLst/>
              <a:rect l="l" t="t" r="r" b="b"/>
              <a:pathLst>
                <a:path w="2066" h="1469" extrusionOk="0">
                  <a:moveTo>
                    <a:pt x="426" y="0"/>
                  </a:moveTo>
                  <a:cubicBezTo>
                    <a:pt x="297" y="0"/>
                    <a:pt x="200" y="41"/>
                    <a:pt x="160" y="142"/>
                  </a:cubicBezTo>
                  <a:cubicBezTo>
                    <a:pt x="1" y="558"/>
                    <a:pt x="936" y="1469"/>
                    <a:pt x="1749" y="1469"/>
                  </a:cubicBezTo>
                  <a:cubicBezTo>
                    <a:pt x="1845" y="1469"/>
                    <a:pt x="1939" y="1456"/>
                    <a:pt x="2030" y="1428"/>
                  </a:cubicBezTo>
                  <a:cubicBezTo>
                    <a:pt x="2065" y="1131"/>
                    <a:pt x="1958" y="833"/>
                    <a:pt x="1744" y="607"/>
                  </a:cubicBezTo>
                  <a:cubicBezTo>
                    <a:pt x="1580" y="425"/>
                    <a:pt x="841" y="0"/>
                    <a:pt x="426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2996;p56">
              <a:extLst>
                <a:ext uri="{FF2B5EF4-FFF2-40B4-BE49-F238E27FC236}">
                  <a16:creationId xmlns:a16="http://schemas.microsoft.com/office/drawing/2014/main" id="{721A1175-D707-8DFD-A79A-FBB36A086AE0}"/>
                </a:ext>
              </a:extLst>
            </p:cNvPr>
            <p:cNvSpPr/>
            <p:nvPr/>
          </p:nvSpPr>
          <p:spPr>
            <a:xfrm>
              <a:off x="2214596" y="2416648"/>
              <a:ext cx="38539" cy="29937"/>
            </a:xfrm>
            <a:custGeom>
              <a:avLst/>
              <a:gdLst/>
              <a:ahLst/>
              <a:cxnLst/>
              <a:rect l="l" t="t" r="r" b="b"/>
              <a:pathLst>
                <a:path w="1120" h="870" fill="none" extrusionOk="0">
                  <a:moveTo>
                    <a:pt x="1120" y="869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2997;p56">
              <a:extLst>
                <a:ext uri="{FF2B5EF4-FFF2-40B4-BE49-F238E27FC236}">
                  <a16:creationId xmlns:a16="http://schemas.microsoft.com/office/drawing/2014/main" id="{663B581E-47B5-44B5-4406-CFBD9CDC8F5F}"/>
                </a:ext>
              </a:extLst>
            </p:cNvPr>
            <p:cNvSpPr/>
            <p:nvPr/>
          </p:nvSpPr>
          <p:spPr>
            <a:xfrm>
              <a:off x="2244499" y="2245798"/>
              <a:ext cx="28319" cy="37300"/>
            </a:xfrm>
            <a:custGeom>
              <a:avLst/>
              <a:gdLst/>
              <a:ahLst/>
              <a:cxnLst/>
              <a:rect l="l" t="t" r="r" b="b"/>
              <a:pathLst>
                <a:path w="823" h="1084" fill="none" extrusionOk="0">
                  <a:moveTo>
                    <a:pt x="822" y="1084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2998;p56">
              <a:extLst>
                <a:ext uri="{FF2B5EF4-FFF2-40B4-BE49-F238E27FC236}">
                  <a16:creationId xmlns:a16="http://schemas.microsoft.com/office/drawing/2014/main" id="{C5972635-6D33-36ED-DA02-C9ED95B2D7BF}"/>
                </a:ext>
              </a:extLst>
            </p:cNvPr>
            <p:cNvSpPr/>
            <p:nvPr/>
          </p:nvSpPr>
          <p:spPr>
            <a:xfrm>
              <a:off x="2183248" y="2207705"/>
              <a:ext cx="71125" cy="50858"/>
            </a:xfrm>
            <a:custGeom>
              <a:avLst/>
              <a:gdLst/>
              <a:ahLst/>
              <a:cxnLst/>
              <a:rect l="l" t="t" r="r" b="b"/>
              <a:pathLst>
                <a:path w="2067" h="1478" extrusionOk="0">
                  <a:moveTo>
                    <a:pt x="427" y="1"/>
                  </a:moveTo>
                  <a:cubicBezTo>
                    <a:pt x="298" y="1"/>
                    <a:pt x="201" y="41"/>
                    <a:pt x="161" y="143"/>
                  </a:cubicBezTo>
                  <a:cubicBezTo>
                    <a:pt x="1" y="560"/>
                    <a:pt x="946" y="1478"/>
                    <a:pt x="1762" y="1478"/>
                  </a:cubicBezTo>
                  <a:cubicBezTo>
                    <a:pt x="1854" y="1478"/>
                    <a:pt x="1944" y="1466"/>
                    <a:pt x="2031" y="1441"/>
                  </a:cubicBezTo>
                  <a:lnTo>
                    <a:pt x="2031" y="1429"/>
                  </a:lnTo>
                  <a:cubicBezTo>
                    <a:pt x="2066" y="1131"/>
                    <a:pt x="1959" y="833"/>
                    <a:pt x="1745" y="607"/>
                  </a:cubicBezTo>
                  <a:cubicBezTo>
                    <a:pt x="1581" y="425"/>
                    <a:pt x="842" y="1"/>
                    <a:pt x="427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2999;p56">
              <a:extLst>
                <a:ext uri="{FF2B5EF4-FFF2-40B4-BE49-F238E27FC236}">
                  <a16:creationId xmlns:a16="http://schemas.microsoft.com/office/drawing/2014/main" id="{E569306F-8C57-9812-9097-9A63BBD838BA}"/>
                </a:ext>
              </a:extLst>
            </p:cNvPr>
            <p:cNvSpPr/>
            <p:nvPr/>
          </p:nvSpPr>
          <p:spPr>
            <a:xfrm>
              <a:off x="2214596" y="2226941"/>
              <a:ext cx="38539" cy="29937"/>
            </a:xfrm>
            <a:custGeom>
              <a:avLst/>
              <a:gdLst/>
              <a:ahLst/>
              <a:cxnLst/>
              <a:rect l="l" t="t" r="r" b="b"/>
              <a:pathLst>
                <a:path w="1120" h="870" fill="none" extrusionOk="0">
                  <a:moveTo>
                    <a:pt x="1120" y="870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3000;p56">
              <a:extLst>
                <a:ext uri="{FF2B5EF4-FFF2-40B4-BE49-F238E27FC236}">
                  <a16:creationId xmlns:a16="http://schemas.microsoft.com/office/drawing/2014/main" id="{C483FCAF-28B3-94F7-53DC-103BBD41D306}"/>
                </a:ext>
              </a:extLst>
            </p:cNvPr>
            <p:cNvSpPr/>
            <p:nvPr/>
          </p:nvSpPr>
          <p:spPr>
            <a:xfrm>
              <a:off x="2244499" y="2119613"/>
              <a:ext cx="26668" cy="24190"/>
            </a:xfrm>
            <a:custGeom>
              <a:avLst/>
              <a:gdLst/>
              <a:ahLst/>
              <a:cxnLst/>
              <a:rect l="l" t="t" r="r" b="b"/>
              <a:pathLst>
                <a:path w="775" h="703" fill="none" extrusionOk="0">
                  <a:moveTo>
                    <a:pt x="774" y="703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3001;p56">
              <a:extLst>
                <a:ext uri="{FF2B5EF4-FFF2-40B4-BE49-F238E27FC236}">
                  <a16:creationId xmlns:a16="http://schemas.microsoft.com/office/drawing/2014/main" id="{9D440BEC-7CD3-B956-B647-ECF343514EBC}"/>
                </a:ext>
              </a:extLst>
            </p:cNvPr>
            <p:cNvSpPr/>
            <p:nvPr/>
          </p:nvSpPr>
          <p:spPr>
            <a:xfrm>
              <a:off x="2183248" y="2081349"/>
              <a:ext cx="71125" cy="50617"/>
            </a:xfrm>
            <a:custGeom>
              <a:avLst/>
              <a:gdLst/>
              <a:ahLst/>
              <a:cxnLst/>
              <a:rect l="l" t="t" r="r" b="b"/>
              <a:pathLst>
                <a:path w="2067" h="1471" extrusionOk="0">
                  <a:moveTo>
                    <a:pt x="430" y="1"/>
                  </a:moveTo>
                  <a:cubicBezTo>
                    <a:pt x="300" y="1"/>
                    <a:pt x="201" y="43"/>
                    <a:pt x="161" y="148"/>
                  </a:cubicBezTo>
                  <a:cubicBezTo>
                    <a:pt x="1" y="565"/>
                    <a:pt x="944" y="1471"/>
                    <a:pt x="1759" y="1471"/>
                  </a:cubicBezTo>
                  <a:cubicBezTo>
                    <a:pt x="1852" y="1471"/>
                    <a:pt x="1943" y="1459"/>
                    <a:pt x="2031" y="1434"/>
                  </a:cubicBezTo>
                  <a:cubicBezTo>
                    <a:pt x="2066" y="1136"/>
                    <a:pt x="1959" y="826"/>
                    <a:pt x="1745" y="612"/>
                  </a:cubicBezTo>
                  <a:cubicBezTo>
                    <a:pt x="1582" y="431"/>
                    <a:pt x="845" y="1"/>
                    <a:pt x="430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3002;p56">
              <a:extLst>
                <a:ext uri="{FF2B5EF4-FFF2-40B4-BE49-F238E27FC236}">
                  <a16:creationId xmlns:a16="http://schemas.microsoft.com/office/drawing/2014/main" id="{650516BD-CF3C-6B84-BD5D-EC16C1613622}"/>
                </a:ext>
              </a:extLst>
            </p:cNvPr>
            <p:cNvSpPr/>
            <p:nvPr/>
          </p:nvSpPr>
          <p:spPr>
            <a:xfrm>
              <a:off x="2214596" y="2100756"/>
              <a:ext cx="38539" cy="29937"/>
            </a:xfrm>
            <a:custGeom>
              <a:avLst/>
              <a:gdLst/>
              <a:ahLst/>
              <a:cxnLst/>
              <a:rect l="l" t="t" r="r" b="b"/>
              <a:pathLst>
                <a:path w="1120" h="870" fill="none" extrusionOk="0">
                  <a:moveTo>
                    <a:pt x="1120" y="870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3003;p56">
              <a:extLst>
                <a:ext uri="{FF2B5EF4-FFF2-40B4-BE49-F238E27FC236}">
                  <a16:creationId xmlns:a16="http://schemas.microsoft.com/office/drawing/2014/main" id="{51E5D449-5D80-06D5-AA4D-A6953D5B8F64}"/>
                </a:ext>
              </a:extLst>
            </p:cNvPr>
            <p:cNvSpPr/>
            <p:nvPr/>
          </p:nvSpPr>
          <p:spPr>
            <a:xfrm>
              <a:off x="2244912" y="1997111"/>
              <a:ext cx="27907" cy="20095"/>
            </a:xfrm>
            <a:custGeom>
              <a:avLst/>
              <a:gdLst/>
              <a:ahLst/>
              <a:cxnLst/>
              <a:rect l="l" t="t" r="r" b="b"/>
              <a:pathLst>
                <a:path w="811" h="584" fill="none" extrusionOk="0">
                  <a:moveTo>
                    <a:pt x="810" y="584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3004;p56">
              <a:extLst>
                <a:ext uri="{FF2B5EF4-FFF2-40B4-BE49-F238E27FC236}">
                  <a16:creationId xmlns:a16="http://schemas.microsoft.com/office/drawing/2014/main" id="{2B2F8AFF-30C6-9221-E32C-F41C77C3098F}"/>
                </a:ext>
              </a:extLst>
            </p:cNvPr>
            <p:cNvSpPr/>
            <p:nvPr/>
          </p:nvSpPr>
          <p:spPr>
            <a:xfrm>
              <a:off x="2183248" y="1954510"/>
              <a:ext cx="71125" cy="50858"/>
            </a:xfrm>
            <a:custGeom>
              <a:avLst/>
              <a:gdLst/>
              <a:ahLst/>
              <a:cxnLst/>
              <a:rect l="l" t="t" r="r" b="b"/>
              <a:pathLst>
                <a:path w="2067" h="1478" extrusionOk="0">
                  <a:moveTo>
                    <a:pt x="427" y="1"/>
                  </a:moveTo>
                  <a:cubicBezTo>
                    <a:pt x="298" y="1"/>
                    <a:pt x="201" y="41"/>
                    <a:pt x="161" y="143"/>
                  </a:cubicBezTo>
                  <a:cubicBezTo>
                    <a:pt x="1" y="560"/>
                    <a:pt x="946" y="1477"/>
                    <a:pt x="1762" y="1477"/>
                  </a:cubicBezTo>
                  <a:cubicBezTo>
                    <a:pt x="1854" y="1477"/>
                    <a:pt x="1944" y="1466"/>
                    <a:pt x="2031" y="1441"/>
                  </a:cubicBezTo>
                  <a:cubicBezTo>
                    <a:pt x="2066" y="1131"/>
                    <a:pt x="1959" y="833"/>
                    <a:pt x="1745" y="607"/>
                  </a:cubicBezTo>
                  <a:cubicBezTo>
                    <a:pt x="1581" y="425"/>
                    <a:pt x="842" y="1"/>
                    <a:pt x="427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3005;p56">
              <a:extLst>
                <a:ext uri="{FF2B5EF4-FFF2-40B4-BE49-F238E27FC236}">
                  <a16:creationId xmlns:a16="http://schemas.microsoft.com/office/drawing/2014/main" id="{362D96C0-4883-EE6E-3C5D-8B6F65107926}"/>
                </a:ext>
              </a:extLst>
            </p:cNvPr>
            <p:cNvSpPr/>
            <p:nvPr/>
          </p:nvSpPr>
          <p:spPr>
            <a:xfrm>
              <a:off x="2214596" y="1974159"/>
              <a:ext cx="38539" cy="29937"/>
            </a:xfrm>
            <a:custGeom>
              <a:avLst/>
              <a:gdLst/>
              <a:ahLst/>
              <a:cxnLst/>
              <a:rect l="l" t="t" r="r" b="b"/>
              <a:pathLst>
                <a:path w="1120" h="870" fill="none" extrusionOk="0">
                  <a:moveTo>
                    <a:pt x="1120" y="870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3006;p56">
              <a:extLst>
                <a:ext uri="{FF2B5EF4-FFF2-40B4-BE49-F238E27FC236}">
                  <a16:creationId xmlns:a16="http://schemas.microsoft.com/office/drawing/2014/main" id="{3EFA02D0-81E3-A352-C07B-F3ACCBE0B537}"/>
                </a:ext>
              </a:extLst>
            </p:cNvPr>
            <p:cNvSpPr/>
            <p:nvPr/>
          </p:nvSpPr>
          <p:spPr>
            <a:xfrm>
              <a:off x="2272372" y="2389601"/>
              <a:ext cx="28285" cy="36888"/>
            </a:xfrm>
            <a:custGeom>
              <a:avLst/>
              <a:gdLst/>
              <a:ahLst/>
              <a:cxnLst/>
              <a:rect l="l" t="t" r="r" b="b"/>
              <a:pathLst>
                <a:path w="822" h="1072" fill="none" extrusionOk="0">
                  <a:moveTo>
                    <a:pt x="0" y="1072"/>
                  </a:moveTo>
                  <a:lnTo>
                    <a:pt x="822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3007;p56">
              <a:extLst>
                <a:ext uri="{FF2B5EF4-FFF2-40B4-BE49-F238E27FC236}">
                  <a16:creationId xmlns:a16="http://schemas.microsoft.com/office/drawing/2014/main" id="{774F0910-A3C9-367E-DFDC-02CD8D813903}"/>
                </a:ext>
              </a:extLst>
            </p:cNvPr>
            <p:cNvSpPr/>
            <p:nvPr/>
          </p:nvSpPr>
          <p:spPr>
            <a:xfrm>
              <a:off x="2291195" y="2351164"/>
              <a:ext cx="70747" cy="50824"/>
            </a:xfrm>
            <a:custGeom>
              <a:avLst/>
              <a:gdLst/>
              <a:ahLst/>
              <a:cxnLst/>
              <a:rect l="l" t="t" r="r" b="b"/>
              <a:pathLst>
                <a:path w="2056" h="1477" extrusionOk="0">
                  <a:moveTo>
                    <a:pt x="1645" y="0"/>
                  </a:moveTo>
                  <a:cubicBezTo>
                    <a:pt x="1231" y="0"/>
                    <a:pt x="487" y="435"/>
                    <a:pt x="322" y="617"/>
                  </a:cubicBezTo>
                  <a:cubicBezTo>
                    <a:pt x="108" y="832"/>
                    <a:pt x="1" y="1141"/>
                    <a:pt x="37" y="1439"/>
                  </a:cubicBezTo>
                  <a:cubicBezTo>
                    <a:pt x="124" y="1464"/>
                    <a:pt x="215" y="1476"/>
                    <a:pt x="308" y="1476"/>
                  </a:cubicBezTo>
                  <a:cubicBezTo>
                    <a:pt x="1121" y="1476"/>
                    <a:pt x="2056" y="569"/>
                    <a:pt x="1906" y="141"/>
                  </a:cubicBezTo>
                  <a:cubicBezTo>
                    <a:pt x="1867" y="41"/>
                    <a:pt x="1771" y="0"/>
                    <a:pt x="1645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3008;p56">
              <a:extLst>
                <a:ext uri="{FF2B5EF4-FFF2-40B4-BE49-F238E27FC236}">
                  <a16:creationId xmlns:a16="http://schemas.microsoft.com/office/drawing/2014/main" id="{D975D138-D962-CB28-BA0C-EAD494CC5A39}"/>
                </a:ext>
              </a:extLst>
            </p:cNvPr>
            <p:cNvSpPr/>
            <p:nvPr/>
          </p:nvSpPr>
          <p:spPr>
            <a:xfrm>
              <a:off x="2292021" y="2369092"/>
              <a:ext cx="41017" cy="31588"/>
            </a:xfrm>
            <a:custGeom>
              <a:avLst/>
              <a:gdLst/>
              <a:ahLst/>
              <a:cxnLst/>
              <a:rect l="l" t="t" r="r" b="b"/>
              <a:pathLst>
                <a:path w="1192" h="918" fill="none" extrusionOk="0">
                  <a:moveTo>
                    <a:pt x="1" y="918"/>
                  </a:moveTo>
                  <a:lnTo>
                    <a:pt x="119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3009;p56">
              <a:extLst>
                <a:ext uri="{FF2B5EF4-FFF2-40B4-BE49-F238E27FC236}">
                  <a16:creationId xmlns:a16="http://schemas.microsoft.com/office/drawing/2014/main" id="{F37C41FD-EEE0-7DFF-7977-4C8BAC364A0D}"/>
                </a:ext>
              </a:extLst>
            </p:cNvPr>
            <p:cNvSpPr/>
            <p:nvPr/>
          </p:nvSpPr>
          <p:spPr>
            <a:xfrm>
              <a:off x="2272372" y="2262591"/>
              <a:ext cx="28285" cy="37300"/>
            </a:xfrm>
            <a:custGeom>
              <a:avLst/>
              <a:gdLst/>
              <a:ahLst/>
              <a:cxnLst/>
              <a:rect l="l" t="t" r="r" b="b"/>
              <a:pathLst>
                <a:path w="822" h="1084" fill="none" extrusionOk="0">
                  <a:moveTo>
                    <a:pt x="0" y="1084"/>
                  </a:moveTo>
                  <a:lnTo>
                    <a:pt x="822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3010;p56">
              <a:extLst>
                <a:ext uri="{FF2B5EF4-FFF2-40B4-BE49-F238E27FC236}">
                  <a16:creationId xmlns:a16="http://schemas.microsoft.com/office/drawing/2014/main" id="{F2CE5A22-7CC3-AC4B-C022-B9A2DD64D041}"/>
                </a:ext>
              </a:extLst>
            </p:cNvPr>
            <p:cNvSpPr/>
            <p:nvPr/>
          </p:nvSpPr>
          <p:spPr>
            <a:xfrm>
              <a:off x="2291195" y="2224498"/>
              <a:ext cx="70713" cy="50583"/>
            </a:xfrm>
            <a:custGeom>
              <a:avLst/>
              <a:gdLst/>
              <a:ahLst/>
              <a:cxnLst/>
              <a:rect l="l" t="t" r="r" b="b"/>
              <a:pathLst>
                <a:path w="2055" h="1470" extrusionOk="0">
                  <a:moveTo>
                    <a:pt x="1640" y="1"/>
                  </a:moveTo>
                  <a:cubicBezTo>
                    <a:pt x="1226" y="1"/>
                    <a:pt x="486" y="425"/>
                    <a:pt x="322" y="607"/>
                  </a:cubicBezTo>
                  <a:cubicBezTo>
                    <a:pt x="108" y="834"/>
                    <a:pt x="1" y="1131"/>
                    <a:pt x="37" y="1429"/>
                  </a:cubicBezTo>
                  <a:cubicBezTo>
                    <a:pt x="127" y="1456"/>
                    <a:pt x="221" y="1469"/>
                    <a:pt x="317" y="1469"/>
                  </a:cubicBezTo>
                  <a:cubicBezTo>
                    <a:pt x="1127" y="1469"/>
                    <a:pt x="2055" y="558"/>
                    <a:pt x="1906" y="143"/>
                  </a:cubicBezTo>
                  <a:cubicBezTo>
                    <a:pt x="1866" y="42"/>
                    <a:pt x="1769" y="1"/>
                    <a:pt x="1640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3011;p56">
              <a:extLst>
                <a:ext uri="{FF2B5EF4-FFF2-40B4-BE49-F238E27FC236}">
                  <a16:creationId xmlns:a16="http://schemas.microsoft.com/office/drawing/2014/main" id="{0327C634-7446-F0A2-3CC2-D3F25A389877}"/>
                </a:ext>
              </a:extLst>
            </p:cNvPr>
            <p:cNvSpPr/>
            <p:nvPr/>
          </p:nvSpPr>
          <p:spPr>
            <a:xfrm>
              <a:off x="2292021" y="2242116"/>
              <a:ext cx="41017" cy="31554"/>
            </a:xfrm>
            <a:custGeom>
              <a:avLst/>
              <a:gdLst/>
              <a:ahLst/>
              <a:cxnLst/>
              <a:rect l="l" t="t" r="r" b="b"/>
              <a:pathLst>
                <a:path w="1192" h="917" fill="none" extrusionOk="0">
                  <a:moveTo>
                    <a:pt x="1" y="917"/>
                  </a:moveTo>
                  <a:lnTo>
                    <a:pt x="119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3012;p56">
              <a:extLst>
                <a:ext uri="{FF2B5EF4-FFF2-40B4-BE49-F238E27FC236}">
                  <a16:creationId xmlns:a16="http://schemas.microsoft.com/office/drawing/2014/main" id="{7999EB34-0CE1-C66D-5B3E-6C6EFB59BCA3}"/>
                </a:ext>
              </a:extLst>
            </p:cNvPr>
            <p:cNvSpPr/>
            <p:nvPr/>
          </p:nvSpPr>
          <p:spPr>
            <a:xfrm>
              <a:off x="2272372" y="2095010"/>
              <a:ext cx="28285" cy="37335"/>
            </a:xfrm>
            <a:custGeom>
              <a:avLst/>
              <a:gdLst/>
              <a:ahLst/>
              <a:cxnLst/>
              <a:rect l="l" t="t" r="r" b="b"/>
              <a:pathLst>
                <a:path w="822" h="1085" fill="none" extrusionOk="0">
                  <a:moveTo>
                    <a:pt x="0" y="1084"/>
                  </a:moveTo>
                  <a:lnTo>
                    <a:pt x="822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3013;p56">
              <a:extLst>
                <a:ext uri="{FF2B5EF4-FFF2-40B4-BE49-F238E27FC236}">
                  <a16:creationId xmlns:a16="http://schemas.microsoft.com/office/drawing/2014/main" id="{3F728AF0-5AB6-C1B4-FAF1-2DD05B6ADDE4}"/>
                </a:ext>
              </a:extLst>
            </p:cNvPr>
            <p:cNvSpPr/>
            <p:nvPr/>
          </p:nvSpPr>
          <p:spPr>
            <a:xfrm>
              <a:off x="2291195" y="2056951"/>
              <a:ext cx="70747" cy="50445"/>
            </a:xfrm>
            <a:custGeom>
              <a:avLst/>
              <a:gdLst/>
              <a:ahLst/>
              <a:cxnLst/>
              <a:rect l="l" t="t" r="r" b="b"/>
              <a:pathLst>
                <a:path w="2056" h="1466" extrusionOk="0">
                  <a:moveTo>
                    <a:pt x="1640" y="0"/>
                  </a:moveTo>
                  <a:cubicBezTo>
                    <a:pt x="1226" y="0"/>
                    <a:pt x="486" y="425"/>
                    <a:pt x="322" y="607"/>
                  </a:cubicBezTo>
                  <a:cubicBezTo>
                    <a:pt x="108" y="833"/>
                    <a:pt x="1" y="1131"/>
                    <a:pt x="37" y="1428"/>
                  </a:cubicBezTo>
                  <a:cubicBezTo>
                    <a:pt x="124" y="1454"/>
                    <a:pt x="215" y="1465"/>
                    <a:pt x="308" y="1465"/>
                  </a:cubicBezTo>
                  <a:cubicBezTo>
                    <a:pt x="1121" y="1465"/>
                    <a:pt x="2056" y="559"/>
                    <a:pt x="1906" y="142"/>
                  </a:cubicBezTo>
                  <a:cubicBezTo>
                    <a:pt x="1866" y="41"/>
                    <a:pt x="1769" y="0"/>
                    <a:pt x="1640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3014;p56">
              <a:extLst>
                <a:ext uri="{FF2B5EF4-FFF2-40B4-BE49-F238E27FC236}">
                  <a16:creationId xmlns:a16="http://schemas.microsoft.com/office/drawing/2014/main" id="{B113041A-91D7-BCCD-C959-84B345BBD250}"/>
                </a:ext>
              </a:extLst>
            </p:cNvPr>
            <p:cNvSpPr/>
            <p:nvPr/>
          </p:nvSpPr>
          <p:spPr>
            <a:xfrm>
              <a:off x="2292021" y="2074535"/>
              <a:ext cx="41017" cy="31588"/>
            </a:xfrm>
            <a:custGeom>
              <a:avLst/>
              <a:gdLst/>
              <a:ahLst/>
              <a:cxnLst/>
              <a:rect l="l" t="t" r="r" b="b"/>
              <a:pathLst>
                <a:path w="1192" h="918" fill="none" extrusionOk="0">
                  <a:moveTo>
                    <a:pt x="1" y="917"/>
                  </a:moveTo>
                  <a:lnTo>
                    <a:pt x="119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3015;p56">
              <a:extLst>
                <a:ext uri="{FF2B5EF4-FFF2-40B4-BE49-F238E27FC236}">
                  <a16:creationId xmlns:a16="http://schemas.microsoft.com/office/drawing/2014/main" id="{8B42E0A5-4AF2-CF23-7868-AF3A9D2A0831}"/>
                </a:ext>
              </a:extLst>
            </p:cNvPr>
            <p:cNvSpPr/>
            <p:nvPr/>
          </p:nvSpPr>
          <p:spPr>
            <a:xfrm>
              <a:off x="2273577" y="1965969"/>
              <a:ext cx="27907" cy="21747"/>
            </a:xfrm>
            <a:custGeom>
              <a:avLst/>
              <a:gdLst/>
              <a:ahLst/>
              <a:cxnLst/>
              <a:rect l="l" t="t" r="r" b="b"/>
              <a:pathLst>
                <a:path w="811" h="632" fill="none" extrusionOk="0">
                  <a:moveTo>
                    <a:pt x="1" y="631"/>
                  </a:moveTo>
                  <a:lnTo>
                    <a:pt x="81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3016;p56">
              <a:extLst>
                <a:ext uri="{FF2B5EF4-FFF2-40B4-BE49-F238E27FC236}">
                  <a16:creationId xmlns:a16="http://schemas.microsoft.com/office/drawing/2014/main" id="{B293F7AD-7E11-A9ED-DB67-B043A63EE36A}"/>
                </a:ext>
              </a:extLst>
            </p:cNvPr>
            <p:cNvSpPr/>
            <p:nvPr/>
          </p:nvSpPr>
          <p:spPr>
            <a:xfrm>
              <a:off x="2291195" y="1925020"/>
              <a:ext cx="70747" cy="50858"/>
            </a:xfrm>
            <a:custGeom>
              <a:avLst/>
              <a:gdLst/>
              <a:ahLst/>
              <a:cxnLst/>
              <a:rect l="l" t="t" r="r" b="b"/>
              <a:pathLst>
                <a:path w="2056" h="1478" extrusionOk="0">
                  <a:moveTo>
                    <a:pt x="1640" y="0"/>
                  </a:moveTo>
                  <a:cubicBezTo>
                    <a:pt x="1226" y="0"/>
                    <a:pt x="486" y="425"/>
                    <a:pt x="322" y="607"/>
                  </a:cubicBezTo>
                  <a:cubicBezTo>
                    <a:pt x="108" y="833"/>
                    <a:pt x="1" y="1131"/>
                    <a:pt x="37" y="1440"/>
                  </a:cubicBezTo>
                  <a:cubicBezTo>
                    <a:pt x="123" y="1466"/>
                    <a:pt x="213" y="1477"/>
                    <a:pt x="305" y="1477"/>
                  </a:cubicBezTo>
                  <a:cubicBezTo>
                    <a:pt x="1119" y="1477"/>
                    <a:pt x="2056" y="560"/>
                    <a:pt x="1906" y="142"/>
                  </a:cubicBezTo>
                  <a:cubicBezTo>
                    <a:pt x="1866" y="41"/>
                    <a:pt x="1769" y="0"/>
                    <a:pt x="1640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3017;p56">
              <a:extLst>
                <a:ext uri="{FF2B5EF4-FFF2-40B4-BE49-F238E27FC236}">
                  <a16:creationId xmlns:a16="http://schemas.microsoft.com/office/drawing/2014/main" id="{E5216EAD-5AB7-B3CE-5C2D-9729204F9DFD}"/>
                </a:ext>
              </a:extLst>
            </p:cNvPr>
            <p:cNvSpPr/>
            <p:nvPr/>
          </p:nvSpPr>
          <p:spPr>
            <a:xfrm>
              <a:off x="2292021" y="1943017"/>
              <a:ext cx="41017" cy="31588"/>
            </a:xfrm>
            <a:custGeom>
              <a:avLst/>
              <a:gdLst/>
              <a:ahLst/>
              <a:cxnLst/>
              <a:rect l="l" t="t" r="r" b="b"/>
              <a:pathLst>
                <a:path w="1192" h="918" fill="none" extrusionOk="0">
                  <a:moveTo>
                    <a:pt x="1" y="917"/>
                  </a:moveTo>
                  <a:lnTo>
                    <a:pt x="119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3018;p56">
              <a:extLst>
                <a:ext uri="{FF2B5EF4-FFF2-40B4-BE49-F238E27FC236}">
                  <a16:creationId xmlns:a16="http://schemas.microsoft.com/office/drawing/2014/main" id="{76E83066-EC3C-4D0F-D98E-4F293BF1B987}"/>
                </a:ext>
              </a:extLst>
            </p:cNvPr>
            <p:cNvSpPr/>
            <p:nvPr/>
          </p:nvSpPr>
          <p:spPr>
            <a:xfrm>
              <a:off x="2269895" y="1866487"/>
              <a:ext cx="70713" cy="50789"/>
            </a:xfrm>
            <a:custGeom>
              <a:avLst/>
              <a:gdLst/>
              <a:ahLst/>
              <a:cxnLst/>
              <a:rect l="l" t="t" r="r" b="b"/>
              <a:pathLst>
                <a:path w="2055" h="1476" extrusionOk="0">
                  <a:moveTo>
                    <a:pt x="1635" y="0"/>
                  </a:moveTo>
                  <a:cubicBezTo>
                    <a:pt x="1223" y="0"/>
                    <a:pt x="484" y="435"/>
                    <a:pt x="310" y="617"/>
                  </a:cubicBezTo>
                  <a:cubicBezTo>
                    <a:pt x="108" y="831"/>
                    <a:pt x="1" y="1141"/>
                    <a:pt x="25" y="1439"/>
                  </a:cubicBezTo>
                  <a:cubicBezTo>
                    <a:pt x="112" y="1464"/>
                    <a:pt x="203" y="1476"/>
                    <a:pt x="296" y="1476"/>
                  </a:cubicBezTo>
                  <a:cubicBezTo>
                    <a:pt x="1111" y="1476"/>
                    <a:pt x="2054" y="568"/>
                    <a:pt x="1894" y="141"/>
                  </a:cubicBezTo>
                  <a:cubicBezTo>
                    <a:pt x="1855" y="41"/>
                    <a:pt x="1760" y="0"/>
                    <a:pt x="1635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3019;p56">
              <a:extLst>
                <a:ext uri="{FF2B5EF4-FFF2-40B4-BE49-F238E27FC236}">
                  <a16:creationId xmlns:a16="http://schemas.microsoft.com/office/drawing/2014/main" id="{6A4D8B92-1A3F-8DFF-7F2B-8E4D997C231A}"/>
                </a:ext>
              </a:extLst>
            </p:cNvPr>
            <p:cNvSpPr/>
            <p:nvPr/>
          </p:nvSpPr>
          <p:spPr>
            <a:xfrm>
              <a:off x="2270721" y="1884415"/>
              <a:ext cx="40604" cy="31588"/>
            </a:xfrm>
            <a:custGeom>
              <a:avLst/>
              <a:gdLst/>
              <a:ahLst/>
              <a:cxnLst/>
              <a:rect l="l" t="t" r="r" b="b"/>
              <a:pathLst>
                <a:path w="1180" h="918" fill="none" extrusionOk="0">
                  <a:moveTo>
                    <a:pt x="1" y="918"/>
                  </a:moveTo>
                  <a:lnTo>
                    <a:pt x="1179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3020;p56">
              <a:extLst>
                <a:ext uri="{FF2B5EF4-FFF2-40B4-BE49-F238E27FC236}">
                  <a16:creationId xmlns:a16="http://schemas.microsoft.com/office/drawing/2014/main" id="{6BC3AD93-1712-63A1-3076-19723C493FA8}"/>
                </a:ext>
              </a:extLst>
            </p:cNvPr>
            <p:cNvSpPr/>
            <p:nvPr/>
          </p:nvSpPr>
          <p:spPr>
            <a:xfrm>
              <a:off x="2219930" y="1848869"/>
              <a:ext cx="63796" cy="68786"/>
            </a:xfrm>
            <a:custGeom>
              <a:avLst/>
              <a:gdLst/>
              <a:ahLst/>
              <a:cxnLst/>
              <a:rect l="l" t="t" r="r" b="b"/>
              <a:pathLst>
                <a:path w="1854" h="1999" extrusionOk="0">
                  <a:moveTo>
                    <a:pt x="513" y="1"/>
                  </a:moveTo>
                  <a:cubicBezTo>
                    <a:pt x="488" y="1"/>
                    <a:pt x="464" y="4"/>
                    <a:pt x="441" y="10"/>
                  </a:cubicBezTo>
                  <a:cubicBezTo>
                    <a:pt x="0" y="129"/>
                    <a:pt x="524" y="1391"/>
                    <a:pt x="738" y="1629"/>
                  </a:cubicBezTo>
                  <a:cubicBezTo>
                    <a:pt x="941" y="1867"/>
                    <a:pt x="1227" y="1998"/>
                    <a:pt x="1536" y="1998"/>
                  </a:cubicBezTo>
                  <a:cubicBezTo>
                    <a:pt x="1854" y="1205"/>
                    <a:pt x="1016" y="1"/>
                    <a:pt x="513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3021;p56">
              <a:extLst>
                <a:ext uri="{FF2B5EF4-FFF2-40B4-BE49-F238E27FC236}">
                  <a16:creationId xmlns:a16="http://schemas.microsoft.com/office/drawing/2014/main" id="{E2FBE7F1-567C-1C6B-C8D4-455EE16F5D00}"/>
                </a:ext>
              </a:extLst>
            </p:cNvPr>
            <p:cNvSpPr/>
            <p:nvPr/>
          </p:nvSpPr>
          <p:spPr>
            <a:xfrm>
              <a:off x="2245325" y="1873782"/>
              <a:ext cx="27494" cy="43873"/>
            </a:xfrm>
            <a:custGeom>
              <a:avLst/>
              <a:gdLst/>
              <a:ahLst/>
              <a:cxnLst/>
              <a:rect l="l" t="t" r="r" b="b"/>
              <a:pathLst>
                <a:path w="799" h="1275" fill="none" extrusionOk="0">
                  <a:moveTo>
                    <a:pt x="798" y="1274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3022;p56">
              <a:extLst>
                <a:ext uri="{FF2B5EF4-FFF2-40B4-BE49-F238E27FC236}">
                  <a16:creationId xmlns:a16="http://schemas.microsoft.com/office/drawing/2014/main" id="{CA2100B7-8B07-924A-7897-B236C1C86F0D}"/>
                </a:ext>
              </a:extLst>
            </p:cNvPr>
            <p:cNvSpPr/>
            <p:nvPr/>
          </p:nvSpPr>
          <p:spPr>
            <a:xfrm>
              <a:off x="2688606" y="2420743"/>
              <a:ext cx="574853" cy="224938"/>
            </a:xfrm>
            <a:custGeom>
              <a:avLst/>
              <a:gdLst/>
              <a:ahLst/>
              <a:cxnLst/>
              <a:rect l="l" t="t" r="r" b="b"/>
              <a:pathLst>
                <a:path w="16706" h="6537" extrusionOk="0">
                  <a:moveTo>
                    <a:pt x="15098" y="0"/>
                  </a:moveTo>
                  <a:lnTo>
                    <a:pt x="2644" y="95"/>
                  </a:lnTo>
                  <a:cubicBezTo>
                    <a:pt x="1989" y="1191"/>
                    <a:pt x="596" y="4906"/>
                    <a:pt x="1" y="6537"/>
                  </a:cubicBezTo>
                  <a:lnTo>
                    <a:pt x="16705" y="6537"/>
                  </a:lnTo>
                  <a:lnTo>
                    <a:pt x="15098" y="0"/>
                  </a:ln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3023;p56">
              <a:extLst>
                <a:ext uri="{FF2B5EF4-FFF2-40B4-BE49-F238E27FC236}">
                  <a16:creationId xmlns:a16="http://schemas.microsoft.com/office/drawing/2014/main" id="{5D5C0467-4EB6-5EFC-4EA8-4E56B4B20FBA}"/>
                </a:ext>
              </a:extLst>
            </p:cNvPr>
            <p:cNvSpPr/>
            <p:nvPr/>
          </p:nvSpPr>
          <p:spPr>
            <a:xfrm>
              <a:off x="3519904" y="2309286"/>
              <a:ext cx="171706" cy="46729"/>
            </a:xfrm>
            <a:custGeom>
              <a:avLst/>
              <a:gdLst/>
              <a:ahLst/>
              <a:cxnLst/>
              <a:rect l="l" t="t" r="r" b="b"/>
              <a:pathLst>
                <a:path w="4990" h="1358" extrusionOk="0">
                  <a:moveTo>
                    <a:pt x="572" y="1"/>
                  </a:moveTo>
                  <a:lnTo>
                    <a:pt x="1" y="786"/>
                  </a:lnTo>
                  <a:cubicBezTo>
                    <a:pt x="1" y="786"/>
                    <a:pt x="608" y="1358"/>
                    <a:pt x="1096" y="1358"/>
                  </a:cubicBezTo>
                  <a:cubicBezTo>
                    <a:pt x="1584" y="1358"/>
                    <a:pt x="3001" y="953"/>
                    <a:pt x="3001" y="953"/>
                  </a:cubicBezTo>
                  <a:lnTo>
                    <a:pt x="4989" y="977"/>
                  </a:lnTo>
                  <a:cubicBezTo>
                    <a:pt x="4989" y="977"/>
                    <a:pt x="3823" y="24"/>
                    <a:pt x="3656" y="24"/>
                  </a:cubicBezTo>
                  <a:cubicBezTo>
                    <a:pt x="3489" y="24"/>
                    <a:pt x="1525" y="167"/>
                    <a:pt x="1525" y="167"/>
                  </a:cubicBezTo>
                  <a:lnTo>
                    <a:pt x="572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3024;p56">
              <a:extLst>
                <a:ext uri="{FF2B5EF4-FFF2-40B4-BE49-F238E27FC236}">
                  <a16:creationId xmlns:a16="http://schemas.microsoft.com/office/drawing/2014/main" id="{B901D680-2F88-0DAA-A5BE-A151F4B253C3}"/>
                </a:ext>
              </a:extLst>
            </p:cNvPr>
            <p:cNvSpPr/>
            <p:nvPr/>
          </p:nvSpPr>
          <p:spPr>
            <a:xfrm>
              <a:off x="3538761" y="2327008"/>
              <a:ext cx="102439" cy="30143"/>
            </a:xfrm>
            <a:custGeom>
              <a:avLst/>
              <a:gdLst/>
              <a:ahLst/>
              <a:cxnLst/>
              <a:rect l="l" t="t" r="r" b="b"/>
              <a:pathLst>
                <a:path w="2977" h="876" extrusionOk="0">
                  <a:moveTo>
                    <a:pt x="2867" y="0"/>
                  </a:moveTo>
                  <a:cubicBezTo>
                    <a:pt x="2730" y="0"/>
                    <a:pt x="2498" y="116"/>
                    <a:pt x="2370" y="141"/>
                  </a:cubicBezTo>
                  <a:cubicBezTo>
                    <a:pt x="2338" y="144"/>
                    <a:pt x="2262" y="146"/>
                    <a:pt x="2158" y="146"/>
                  </a:cubicBezTo>
                  <a:cubicBezTo>
                    <a:pt x="1637" y="146"/>
                    <a:pt x="405" y="105"/>
                    <a:pt x="405" y="105"/>
                  </a:cubicBezTo>
                  <a:lnTo>
                    <a:pt x="0" y="652"/>
                  </a:lnTo>
                  <a:cubicBezTo>
                    <a:pt x="167" y="760"/>
                    <a:pt x="346" y="831"/>
                    <a:pt x="548" y="843"/>
                  </a:cubicBezTo>
                  <a:cubicBezTo>
                    <a:pt x="739" y="857"/>
                    <a:pt x="846" y="876"/>
                    <a:pt x="970" y="876"/>
                  </a:cubicBezTo>
                  <a:cubicBezTo>
                    <a:pt x="1053" y="876"/>
                    <a:pt x="1144" y="867"/>
                    <a:pt x="1274" y="843"/>
                  </a:cubicBezTo>
                  <a:cubicBezTo>
                    <a:pt x="1608" y="795"/>
                    <a:pt x="1989" y="676"/>
                    <a:pt x="1989" y="676"/>
                  </a:cubicBezTo>
                  <a:cubicBezTo>
                    <a:pt x="2155" y="617"/>
                    <a:pt x="2310" y="533"/>
                    <a:pt x="2453" y="438"/>
                  </a:cubicBezTo>
                  <a:cubicBezTo>
                    <a:pt x="2703" y="271"/>
                    <a:pt x="2977" y="355"/>
                    <a:pt x="2977" y="105"/>
                  </a:cubicBezTo>
                  <a:cubicBezTo>
                    <a:pt x="2977" y="27"/>
                    <a:pt x="2933" y="0"/>
                    <a:pt x="28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3025;p56">
              <a:extLst>
                <a:ext uri="{FF2B5EF4-FFF2-40B4-BE49-F238E27FC236}">
                  <a16:creationId xmlns:a16="http://schemas.microsoft.com/office/drawing/2014/main" id="{38A34EAD-D11E-542E-F557-276B5D762868}"/>
                </a:ext>
              </a:extLst>
            </p:cNvPr>
            <p:cNvSpPr/>
            <p:nvPr/>
          </p:nvSpPr>
          <p:spPr>
            <a:xfrm>
              <a:off x="3538761" y="2322397"/>
              <a:ext cx="102439" cy="35683"/>
            </a:xfrm>
            <a:custGeom>
              <a:avLst/>
              <a:gdLst/>
              <a:ahLst/>
              <a:cxnLst/>
              <a:rect l="l" t="t" r="r" b="b"/>
              <a:pathLst>
                <a:path w="2977" h="1037" fill="none" extrusionOk="0">
                  <a:moveTo>
                    <a:pt x="405" y="239"/>
                  </a:moveTo>
                  <a:cubicBezTo>
                    <a:pt x="405" y="239"/>
                    <a:pt x="2179" y="298"/>
                    <a:pt x="2370" y="275"/>
                  </a:cubicBezTo>
                  <a:cubicBezTo>
                    <a:pt x="2560" y="239"/>
                    <a:pt x="2977" y="1"/>
                    <a:pt x="2977" y="239"/>
                  </a:cubicBezTo>
                  <a:cubicBezTo>
                    <a:pt x="2977" y="489"/>
                    <a:pt x="2703" y="405"/>
                    <a:pt x="2453" y="572"/>
                  </a:cubicBezTo>
                  <a:cubicBezTo>
                    <a:pt x="2310" y="667"/>
                    <a:pt x="2155" y="751"/>
                    <a:pt x="1989" y="810"/>
                  </a:cubicBezTo>
                  <a:cubicBezTo>
                    <a:pt x="1989" y="810"/>
                    <a:pt x="1608" y="929"/>
                    <a:pt x="1274" y="977"/>
                  </a:cubicBezTo>
                  <a:cubicBezTo>
                    <a:pt x="953" y="1037"/>
                    <a:pt x="870" y="1001"/>
                    <a:pt x="548" y="977"/>
                  </a:cubicBezTo>
                  <a:cubicBezTo>
                    <a:pt x="346" y="965"/>
                    <a:pt x="167" y="894"/>
                    <a:pt x="0" y="786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3026;p56">
              <a:extLst>
                <a:ext uri="{FF2B5EF4-FFF2-40B4-BE49-F238E27FC236}">
                  <a16:creationId xmlns:a16="http://schemas.microsoft.com/office/drawing/2014/main" id="{309BCE07-D6C2-5E92-2DE0-C347262B9A37}"/>
                </a:ext>
              </a:extLst>
            </p:cNvPr>
            <p:cNvSpPr/>
            <p:nvPr/>
          </p:nvSpPr>
          <p:spPr>
            <a:xfrm>
              <a:off x="2746382" y="1849144"/>
              <a:ext cx="800996" cy="651657"/>
            </a:xfrm>
            <a:custGeom>
              <a:avLst/>
              <a:gdLst/>
              <a:ahLst/>
              <a:cxnLst/>
              <a:rect l="l" t="t" r="r" b="b"/>
              <a:pathLst>
                <a:path w="23278" h="18938" extrusionOk="0">
                  <a:moveTo>
                    <a:pt x="14959" y="1"/>
                  </a:moveTo>
                  <a:cubicBezTo>
                    <a:pt x="13128" y="1"/>
                    <a:pt x="10061" y="252"/>
                    <a:pt x="10061" y="252"/>
                  </a:cubicBezTo>
                  <a:cubicBezTo>
                    <a:pt x="10061" y="252"/>
                    <a:pt x="8668" y="395"/>
                    <a:pt x="7430" y="609"/>
                  </a:cubicBezTo>
                  <a:cubicBezTo>
                    <a:pt x="6204" y="823"/>
                    <a:pt x="3477" y="835"/>
                    <a:pt x="3334" y="1264"/>
                  </a:cubicBezTo>
                  <a:cubicBezTo>
                    <a:pt x="3203" y="1693"/>
                    <a:pt x="2561" y="11468"/>
                    <a:pt x="2561" y="11468"/>
                  </a:cubicBezTo>
                  <a:lnTo>
                    <a:pt x="1" y="17230"/>
                  </a:lnTo>
                  <a:cubicBezTo>
                    <a:pt x="1" y="17230"/>
                    <a:pt x="2080" y="18937"/>
                    <a:pt x="6394" y="18937"/>
                  </a:cubicBezTo>
                  <a:cubicBezTo>
                    <a:pt x="6708" y="18937"/>
                    <a:pt x="7033" y="18928"/>
                    <a:pt x="7371" y="18909"/>
                  </a:cubicBezTo>
                  <a:cubicBezTo>
                    <a:pt x="12347" y="18623"/>
                    <a:pt x="14086" y="17087"/>
                    <a:pt x="14086" y="17087"/>
                  </a:cubicBezTo>
                  <a:lnTo>
                    <a:pt x="12693" y="12099"/>
                  </a:lnTo>
                  <a:cubicBezTo>
                    <a:pt x="12693" y="12099"/>
                    <a:pt x="15003" y="10039"/>
                    <a:pt x="15062" y="9408"/>
                  </a:cubicBezTo>
                  <a:cubicBezTo>
                    <a:pt x="15122" y="8777"/>
                    <a:pt x="15145" y="8289"/>
                    <a:pt x="15145" y="8289"/>
                  </a:cubicBezTo>
                  <a:cubicBezTo>
                    <a:pt x="15145" y="8289"/>
                    <a:pt x="16574" y="10491"/>
                    <a:pt x="16860" y="10670"/>
                  </a:cubicBezTo>
                  <a:cubicBezTo>
                    <a:pt x="17146" y="10837"/>
                    <a:pt x="22527" y="14611"/>
                    <a:pt x="22527" y="14611"/>
                  </a:cubicBezTo>
                  <a:lnTo>
                    <a:pt x="23277" y="13301"/>
                  </a:lnTo>
                  <a:lnTo>
                    <a:pt x="18717" y="8039"/>
                  </a:lnTo>
                  <a:lnTo>
                    <a:pt x="18527" y="7634"/>
                  </a:lnTo>
                  <a:lnTo>
                    <a:pt x="17170" y="4824"/>
                  </a:lnTo>
                  <a:cubicBezTo>
                    <a:pt x="17170" y="4824"/>
                    <a:pt x="17229" y="1681"/>
                    <a:pt x="17170" y="1228"/>
                  </a:cubicBezTo>
                  <a:cubicBezTo>
                    <a:pt x="17122" y="764"/>
                    <a:pt x="17062" y="335"/>
                    <a:pt x="16169" y="85"/>
                  </a:cubicBezTo>
                  <a:cubicBezTo>
                    <a:pt x="15963" y="24"/>
                    <a:pt x="15519" y="1"/>
                    <a:pt x="14959" y="1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3027;p56">
              <a:extLst>
                <a:ext uri="{FF2B5EF4-FFF2-40B4-BE49-F238E27FC236}">
                  <a16:creationId xmlns:a16="http://schemas.microsoft.com/office/drawing/2014/main" id="{7E3D84E8-67B1-60B5-794E-FE8D69E98BB1}"/>
                </a:ext>
              </a:extLst>
            </p:cNvPr>
            <p:cNvSpPr/>
            <p:nvPr/>
          </p:nvSpPr>
          <p:spPr>
            <a:xfrm>
              <a:off x="2746382" y="1843053"/>
              <a:ext cx="800996" cy="666591"/>
            </a:xfrm>
            <a:custGeom>
              <a:avLst/>
              <a:gdLst/>
              <a:ahLst/>
              <a:cxnLst/>
              <a:rect l="l" t="t" r="r" b="b"/>
              <a:pathLst>
                <a:path w="23278" h="19372" fill="none" extrusionOk="0">
                  <a:moveTo>
                    <a:pt x="18527" y="7811"/>
                  </a:moveTo>
                  <a:lnTo>
                    <a:pt x="17170" y="5001"/>
                  </a:lnTo>
                  <a:cubicBezTo>
                    <a:pt x="17170" y="5001"/>
                    <a:pt x="17229" y="1858"/>
                    <a:pt x="17170" y="1405"/>
                  </a:cubicBezTo>
                  <a:cubicBezTo>
                    <a:pt x="17122" y="941"/>
                    <a:pt x="17062" y="512"/>
                    <a:pt x="16169" y="262"/>
                  </a:cubicBezTo>
                  <a:cubicBezTo>
                    <a:pt x="15288" y="0"/>
                    <a:pt x="10061" y="429"/>
                    <a:pt x="10061" y="429"/>
                  </a:cubicBezTo>
                  <a:cubicBezTo>
                    <a:pt x="10061" y="429"/>
                    <a:pt x="8668" y="572"/>
                    <a:pt x="7430" y="786"/>
                  </a:cubicBezTo>
                  <a:cubicBezTo>
                    <a:pt x="6204" y="1000"/>
                    <a:pt x="3477" y="1012"/>
                    <a:pt x="3334" y="1441"/>
                  </a:cubicBezTo>
                  <a:cubicBezTo>
                    <a:pt x="3203" y="1870"/>
                    <a:pt x="2561" y="11645"/>
                    <a:pt x="2561" y="11645"/>
                  </a:cubicBezTo>
                  <a:lnTo>
                    <a:pt x="1" y="17407"/>
                  </a:lnTo>
                  <a:cubicBezTo>
                    <a:pt x="1" y="17407"/>
                    <a:pt x="2394" y="19372"/>
                    <a:pt x="7371" y="19086"/>
                  </a:cubicBezTo>
                  <a:cubicBezTo>
                    <a:pt x="12347" y="18800"/>
                    <a:pt x="14086" y="17264"/>
                    <a:pt x="14086" y="17264"/>
                  </a:cubicBezTo>
                  <a:lnTo>
                    <a:pt x="12693" y="12276"/>
                  </a:lnTo>
                  <a:cubicBezTo>
                    <a:pt x="12693" y="12276"/>
                    <a:pt x="15003" y="10216"/>
                    <a:pt x="15062" y="9585"/>
                  </a:cubicBezTo>
                  <a:cubicBezTo>
                    <a:pt x="15122" y="8954"/>
                    <a:pt x="15145" y="8466"/>
                    <a:pt x="15145" y="8466"/>
                  </a:cubicBezTo>
                  <a:cubicBezTo>
                    <a:pt x="15145" y="8466"/>
                    <a:pt x="16574" y="10668"/>
                    <a:pt x="16860" y="10847"/>
                  </a:cubicBezTo>
                  <a:cubicBezTo>
                    <a:pt x="17146" y="11014"/>
                    <a:pt x="22527" y="14788"/>
                    <a:pt x="22527" y="14788"/>
                  </a:cubicBezTo>
                  <a:lnTo>
                    <a:pt x="23277" y="13478"/>
                  </a:lnTo>
                  <a:lnTo>
                    <a:pt x="18717" y="8216"/>
                  </a:lnTo>
                  <a:lnTo>
                    <a:pt x="18527" y="781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3028;p56">
              <a:extLst>
                <a:ext uri="{FF2B5EF4-FFF2-40B4-BE49-F238E27FC236}">
                  <a16:creationId xmlns:a16="http://schemas.microsoft.com/office/drawing/2014/main" id="{866C91CC-CDB4-8304-8933-E88ACB1CBBEB}"/>
                </a:ext>
              </a:extLst>
            </p:cNvPr>
            <p:cNvSpPr/>
            <p:nvPr/>
          </p:nvSpPr>
          <p:spPr>
            <a:xfrm>
              <a:off x="3267535" y="1975776"/>
              <a:ext cx="16826" cy="158183"/>
            </a:xfrm>
            <a:custGeom>
              <a:avLst/>
              <a:gdLst/>
              <a:ahLst/>
              <a:cxnLst/>
              <a:rect l="l" t="t" r="r" b="b"/>
              <a:pathLst>
                <a:path w="489" h="4597" fill="none" extrusionOk="0">
                  <a:moveTo>
                    <a:pt x="0" y="4597"/>
                  </a:moveTo>
                  <a:lnTo>
                    <a:pt x="489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3029;p56">
              <a:extLst>
                <a:ext uri="{FF2B5EF4-FFF2-40B4-BE49-F238E27FC236}">
                  <a16:creationId xmlns:a16="http://schemas.microsoft.com/office/drawing/2014/main" id="{53B18B23-504F-6E7E-5006-DA8FC0DA7EFF}"/>
                </a:ext>
              </a:extLst>
            </p:cNvPr>
            <p:cNvSpPr/>
            <p:nvPr/>
          </p:nvSpPr>
          <p:spPr>
            <a:xfrm>
              <a:off x="3280232" y="1964730"/>
              <a:ext cx="43047" cy="62729"/>
            </a:xfrm>
            <a:custGeom>
              <a:avLst/>
              <a:gdLst/>
              <a:ahLst/>
              <a:cxnLst/>
              <a:rect l="l" t="t" r="r" b="b"/>
              <a:pathLst>
                <a:path w="1251" h="1823" fill="none" extrusionOk="0">
                  <a:moveTo>
                    <a:pt x="1" y="1822"/>
                  </a:moveTo>
                  <a:cubicBezTo>
                    <a:pt x="1" y="1822"/>
                    <a:pt x="894" y="1013"/>
                    <a:pt x="1251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3030;p56">
              <a:extLst>
                <a:ext uri="{FF2B5EF4-FFF2-40B4-BE49-F238E27FC236}">
                  <a16:creationId xmlns:a16="http://schemas.microsoft.com/office/drawing/2014/main" id="{6200DC9C-6845-BA51-62C1-32CD20F27603}"/>
                </a:ext>
              </a:extLst>
            </p:cNvPr>
            <p:cNvSpPr/>
            <p:nvPr/>
          </p:nvSpPr>
          <p:spPr>
            <a:xfrm>
              <a:off x="3310548" y="2030283"/>
              <a:ext cx="14796" cy="5368"/>
            </a:xfrm>
            <a:custGeom>
              <a:avLst/>
              <a:gdLst/>
              <a:ahLst/>
              <a:cxnLst/>
              <a:rect l="l" t="t" r="r" b="b"/>
              <a:pathLst>
                <a:path w="430" h="156" fill="none" extrusionOk="0">
                  <a:moveTo>
                    <a:pt x="1" y="155"/>
                  </a:moveTo>
                  <a:cubicBezTo>
                    <a:pt x="155" y="120"/>
                    <a:pt x="298" y="72"/>
                    <a:pt x="429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3031;p56">
              <a:extLst>
                <a:ext uri="{FF2B5EF4-FFF2-40B4-BE49-F238E27FC236}">
                  <a16:creationId xmlns:a16="http://schemas.microsoft.com/office/drawing/2014/main" id="{202831C3-0CD5-A041-ECD0-5C3AF53324EC}"/>
                </a:ext>
              </a:extLst>
            </p:cNvPr>
            <p:cNvSpPr/>
            <p:nvPr/>
          </p:nvSpPr>
          <p:spPr>
            <a:xfrm>
              <a:off x="3276963" y="2038886"/>
              <a:ext cx="22573" cy="4955"/>
            </a:xfrm>
            <a:custGeom>
              <a:avLst/>
              <a:gdLst/>
              <a:ahLst/>
              <a:cxnLst/>
              <a:rect l="l" t="t" r="r" b="b"/>
              <a:pathLst>
                <a:path w="656" h="144" fill="none" extrusionOk="0">
                  <a:moveTo>
                    <a:pt x="0" y="143"/>
                  </a:moveTo>
                  <a:cubicBezTo>
                    <a:pt x="0" y="143"/>
                    <a:pt x="310" y="84"/>
                    <a:pt x="655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3032;p56">
              <a:extLst>
                <a:ext uri="{FF2B5EF4-FFF2-40B4-BE49-F238E27FC236}">
                  <a16:creationId xmlns:a16="http://schemas.microsoft.com/office/drawing/2014/main" id="{E4497A4D-A9C5-0004-F6F5-126D7C698009}"/>
                </a:ext>
              </a:extLst>
            </p:cNvPr>
            <p:cNvSpPr/>
            <p:nvPr/>
          </p:nvSpPr>
          <p:spPr>
            <a:xfrm>
              <a:off x="3012688" y="1852895"/>
              <a:ext cx="258970" cy="381435"/>
            </a:xfrm>
            <a:custGeom>
              <a:avLst/>
              <a:gdLst/>
              <a:ahLst/>
              <a:cxnLst/>
              <a:rect l="l" t="t" r="r" b="b"/>
              <a:pathLst>
                <a:path w="7526" h="11085" extrusionOk="0">
                  <a:moveTo>
                    <a:pt x="6275" y="0"/>
                  </a:moveTo>
                  <a:lnTo>
                    <a:pt x="1144" y="36"/>
                  </a:lnTo>
                  <a:lnTo>
                    <a:pt x="120" y="3715"/>
                  </a:lnTo>
                  <a:lnTo>
                    <a:pt x="1239" y="4655"/>
                  </a:lnTo>
                  <a:lnTo>
                    <a:pt x="1" y="5858"/>
                  </a:lnTo>
                  <a:cubicBezTo>
                    <a:pt x="1" y="5858"/>
                    <a:pt x="465" y="7656"/>
                    <a:pt x="1120" y="9061"/>
                  </a:cubicBezTo>
                  <a:cubicBezTo>
                    <a:pt x="1775" y="10454"/>
                    <a:pt x="2203" y="11085"/>
                    <a:pt x="2203" y="11085"/>
                  </a:cubicBezTo>
                  <a:cubicBezTo>
                    <a:pt x="2203" y="11085"/>
                    <a:pt x="4859" y="9835"/>
                    <a:pt x="5549" y="8715"/>
                  </a:cubicBezTo>
                  <a:cubicBezTo>
                    <a:pt x="6240" y="7608"/>
                    <a:pt x="7145" y="5858"/>
                    <a:pt x="7145" y="5858"/>
                  </a:cubicBezTo>
                  <a:lnTo>
                    <a:pt x="6347" y="5060"/>
                  </a:lnTo>
                  <a:lnTo>
                    <a:pt x="7526" y="4441"/>
                  </a:lnTo>
                  <a:cubicBezTo>
                    <a:pt x="7526" y="4441"/>
                    <a:pt x="7133" y="2786"/>
                    <a:pt x="6894" y="1750"/>
                  </a:cubicBezTo>
                  <a:cubicBezTo>
                    <a:pt x="6764" y="1143"/>
                    <a:pt x="6549" y="560"/>
                    <a:pt x="6275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3033;p56">
              <a:extLst>
                <a:ext uri="{FF2B5EF4-FFF2-40B4-BE49-F238E27FC236}">
                  <a16:creationId xmlns:a16="http://schemas.microsoft.com/office/drawing/2014/main" id="{14CA5D63-55CB-0F2D-4629-AE7A130ABBF2}"/>
                </a:ext>
              </a:extLst>
            </p:cNvPr>
            <p:cNvSpPr/>
            <p:nvPr/>
          </p:nvSpPr>
          <p:spPr>
            <a:xfrm>
              <a:off x="3074146" y="1870513"/>
              <a:ext cx="143421" cy="340487"/>
            </a:xfrm>
            <a:custGeom>
              <a:avLst/>
              <a:gdLst/>
              <a:ahLst/>
              <a:cxnLst/>
              <a:rect l="l" t="t" r="r" b="b"/>
              <a:pathLst>
                <a:path w="4168" h="9895" extrusionOk="0">
                  <a:moveTo>
                    <a:pt x="215" y="0"/>
                  </a:moveTo>
                  <a:lnTo>
                    <a:pt x="227" y="3"/>
                  </a:lnTo>
                  <a:lnTo>
                    <a:pt x="227" y="3"/>
                  </a:lnTo>
                  <a:cubicBezTo>
                    <a:pt x="227" y="1"/>
                    <a:pt x="227" y="0"/>
                    <a:pt x="227" y="0"/>
                  </a:cubicBezTo>
                  <a:close/>
                  <a:moveTo>
                    <a:pt x="227" y="3"/>
                  </a:moveTo>
                  <a:cubicBezTo>
                    <a:pt x="226" y="115"/>
                    <a:pt x="190" y="3306"/>
                    <a:pt x="96" y="4441"/>
                  </a:cubicBezTo>
                  <a:cubicBezTo>
                    <a:pt x="1" y="5596"/>
                    <a:pt x="96" y="7322"/>
                    <a:pt x="251" y="8061"/>
                  </a:cubicBezTo>
                  <a:cubicBezTo>
                    <a:pt x="394" y="8787"/>
                    <a:pt x="691" y="9894"/>
                    <a:pt x="691" y="9894"/>
                  </a:cubicBezTo>
                  <a:cubicBezTo>
                    <a:pt x="691" y="9894"/>
                    <a:pt x="2703" y="8251"/>
                    <a:pt x="2977" y="7561"/>
                  </a:cubicBezTo>
                  <a:cubicBezTo>
                    <a:pt x="3239" y="6870"/>
                    <a:pt x="3727" y="4143"/>
                    <a:pt x="3727" y="4143"/>
                  </a:cubicBezTo>
                  <a:lnTo>
                    <a:pt x="4168" y="1000"/>
                  </a:lnTo>
                  <a:lnTo>
                    <a:pt x="227" y="3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3034;p56">
              <a:extLst>
                <a:ext uri="{FF2B5EF4-FFF2-40B4-BE49-F238E27FC236}">
                  <a16:creationId xmlns:a16="http://schemas.microsoft.com/office/drawing/2014/main" id="{E2FBA21E-56B7-BDCE-5CB5-FD236BAEE00F}"/>
                </a:ext>
              </a:extLst>
            </p:cNvPr>
            <p:cNvSpPr/>
            <p:nvPr/>
          </p:nvSpPr>
          <p:spPr>
            <a:xfrm>
              <a:off x="3077415" y="1850004"/>
              <a:ext cx="138948" cy="177865"/>
            </a:xfrm>
            <a:custGeom>
              <a:avLst/>
              <a:gdLst/>
              <a:ahLst/>
              <a:cxnLst/>
              <a:rect l="l" t="t" r="r" b="b"/>
              <a:pathLst>
                <a:path w="4038" h="5169" extrusionOk="0">
                  <a:moveTo>
                    <a:pt x="227" y="1"/>
                  </a:moveTo>
                  <a:lnTo>
                    <a:pt x="1" y="4620"/>
                  </a:lnTo>
                  <a:lnTo>
                    <a:pt x="1965" y="3346"/>
                  </a:lnTo>
                  <a:lnTo>
                    <a:pt x="3620" y="5168"/>
                  </a:lnTo>
                  <a:lnTo>
                    <a:pt x="4037" y="1382"/>
                  </a:lnTo>
                  <a:lnTo>
                    <a:pt x="227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3035;p56">
              <a:extLst>
                <a:ext uri="{FF2B5EF4-FFF2-40B4-BE49-F238E27FC236}">
                  <a16:creationId xmlns:a16="http://schemas.microsoft.com/office/drawing/2014/main" id="{DB9380D9-0169-82A0-91D9-A78094600FB7}"/>
                </a:ext>
              </a:extLst>
            </p:cNvPr>
            <p:cNvSpPr/>
            <p:nvPr/>
          </p:nvSpPr>
          <p:spPr>
            <a:xfrm>
              <a:off x="3109795" y="1904098"/>
              <a:ext cx="79522" cy="128659"/>
            </a:xfrm>
            <a:custGeom>
              <a:avLst/>
              <a:gdLst/>
              <a:ahLst/>
              <a:cxnLst/>
              <a:rect l="l" t="t" r="r" b="b"/>
              <a:pathLst>
                <a:path w="2311" h="3739" extrusionOk="0">
                  <a:moveTo>
                    <a:pt x="1" y="0"/>
                  </a:moveTo>
                  <a:lnTo>
                    <a:pt x="810" y="3739"/>
                  </a:lnTo>
                  <a:lnTo>
                    <a:pt x="2310" y="691"/>
                  </a:lnTo>
                  <a:cubicBezTo>
                    <a:pt x="2310" y="691"/>
                    <a:pt x="536" y="62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3036;p56">
              <a:extLst>
                <a:ext uri="{FF2B5EF4-FFF2-40B4-BE49-F238E27FC236}">
                  <a16:creationId xmlns:a16="http://schemas.microsoft.com/office/drawing/2014/main" id="{F5655875-C207-4FF2-5804-4667FD2D520B}"/>
                </a:ext>
              </a:extLst>
            </p:cNvPr>
            <p:cNvSpPr/>
            <p:nvPr/>
          </p:nvSpPr>
          <p:spPr>
            <a:xfrm>
              <a:off x="3020086" y="1574270"/>
              <a:ext cx="301156" cy="217196"/>
            </a:xfrm>
            <a:custGeom>
              <a:avLst/>
              <a:gdLst/>
              <a:ahLst/>
              <a:cxnLst/>
              <a:rect l="l" t="t" r="r" b="b"/>
              <a:pathLst>
                <a:path w="8752" h="6312" extrusionOk="0">
                  <a:moveTo>
                    <a:pt x="3742" y="0"/>
                  </a:moveTo>
                  <a:cubicBezTo>
                    <a:pt x="3694" y="0"/>
                    <a:pt x="3667" y="1"/>
                    <a:pt x="3667" y="1"/>
                  </a:cubicBezTo>
                  <a:cubicBezTo>
                    <a:pt x="3215" y="37"/>
                    <a:pt x="2774" y="156"/>
                    <a:pt x="2358" y="334"/>
                  </a:cubicBezTo>
                  <a:cubicBezTo>
                    <a:pt x="1643" y="644"/>
                    <a:pt x="572" y="2430"/>
                    <a:pt x="310" y="3049"/>
                  </a:cubicBezTo>
                  <a:cubicBezTo>
                    <a:pt x="48" y="3668"/>
                    <a:pt x="0" y="3906"/>
                    <a:pt x="262" y="4501"/>
                  </a:cubicBezTo>
                  <a:cubicBezTo>
                    <a:pt x="464" y="4942"/>
                    <a:pt x="703" y="5359"/>
                    <a:pt x="953" y="5764"/>
                  </a:cubicBezTo>
                  <a:lnTo>
                    <a:pt x="1334" y="6109"/>
                  </a:lnTo>
                  <a:lnTo>
                    <a:pt x="1476" y="5573"/>
                  </a:lnTo>
                  <a:cubicBezTo>
                    <a:pt x="1476" y="5573"/>
                    <a:pt x="1572" y="5359"/>
                    <a:pt x="1929" y="5025"/>
                  </a:cubicBezTo>
                  <a:cubicBezTo>
                    <a:pt x="2286" y="4692"/>
                    <a:pt x="3310" y="3954"/>
                    <a:pt x="3310" y="3954"/>
                  </a:cubicBezTo>
                  <a:cubicBezTo>
                    <a:pt x="3679" y="4323"/>
                    <a:pt x="4060" y="4668"/>
                    <a:pt x="4477" y="5002"/>
                  </a:cubicBezTo>
                  <a:cubicBezTo>
                    <a:pt x="5358" y="5740"/>
                    <a:pt x="6358" y="6311"/>
                    <a:pt x="6549" y="6311"/>
                  </a:cubicBezTo>
                  <a:lnTo>
                    <a:pt x="7025" y="6311"/>
                  </a:lnTo>
                  <a:cubicBezTo>
                    <a:pt x="7025" y="6311"/>
                    <a:pt x="7215" y="6240"/>
                    <a:pt x="7441" y="6168"/>
                  </a:cubicBezTo>
                  <a:cubicBezTo>
                    <a:pt x="7894" y="6014"/>
                    <a:pt x="8263" y="5692"/>
                    <a:pt x="8465" y="5263"/>
                  </a:cubicBezTo>
                  <a:cubicBezTo>
                    <a:pt x="8751" y="4692"/>
                    <a:pt x="8727" y="2501"/>
                    <a:pt x="7525" y="1215"/>
                  </a:cubicBezTo>
                  <a:cubicBezTo>
                    <a:pt x="6432" y="58"/>
                    <a:pt x="4182" y="0"/>
                    <a:pt x="3742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3037;p56">
              <a:extLst>
                <a:ext uri="{FF2B5EF4-FFF2-40B4-BE49-F238E27FC236}">
                  <a16:creationId xmlns:a16="http://schemas.microsoft.com/office/drawing/2014/main" id="{911F45C4-7E40-2309-B695-F6DE81377D2D}"/>
                </a:ext>
              </a:extLst>
            </p:cNvPr>
            <p:cNvSpPr/>
            <p:nvPr/>
          </p:nvSpPr>
          <p:spPr>
            <a:xfrm>
              <a:off x="2985641" y="1787204"/>
              <a:ext cx="110663" cy="102301"/>
            </a:xfrm>
            <a:custGeom>
              <a:avLst/>
              <a:gdLst/>
              <a:ahLst/>
              <a:cxnLst/>
              <a:rect l="l" t="t" r="r" b="b"/>
              <a:pathLst>
                <a:path w="3216" h="2973" extrusionOk="0">
                  <a:moveTo>
                    <a:pt x="2336" y="0"/>
                  </a:moveTo>
                  <a:cubicBezTo>
                    <a:pt x="2144" y="0"/>
                    <a:pt x="1930" y="52"/>
                    <a:pt x="1930" y="52"/>
                  </a:cubicBezTo>
                  <a:cubicBezTo>
                    <a:pt x="1930" y="52"/>
                    <a:pt x="1806" y="32"/>
                    <a:pt x="1625" y="32"/>
                  </a:cubicBezTo>
                  <a:cubicBezTo>
                    <a:pt x="1323" y="32"/>
                    <a:pt x="861" y="87"/>
                    <a:pt x="549" y="385"/>
                  </a:cubicBezTo>
                  <a:cubicBezTo>
                    <a:pt x="49" y="861"/>
                    <a:pt x="1" y="2052"/>
                    <a:pt x="477" y="2409"/>
                  </a:cubicBezTo>
                  <a:cubicBezTo>
                    <a:pt x="869" y="2703"/>
                    <a:pt x="1680" y="2973"/>
                    <a:pt x="2234" y="2973"/>
                  </a:cubicBezTo>
                  <a:cubicBezTo>
                    <a:pt x="2353" y="2973"/>
                    <a:pt x="2460" y="2960"/>
                    <a:pt x="2549" y="2933"/>
                  </a:cubicBezTo>
                  <a:cubicBezTo>
                    <a:pt x="3061" y="2778"/>
                    <a:pt x="3216" y="2290"/>
                    <a:pt x="3216" y="1790"/>
                  </a:cubicBezTo>
                  <a:cubicBezTo>
                    <a:pt x="3216" y="1278"/>
                    <a:pt x="2716" y="290"/>
                    <a:pt x="2620" y="99"/>
                  </a:cubicBezTo>
                  <a:cubicBezTo>
                    <a:pt x="2582" y="23"/>
                    <a:pt x="2464" y="0"/>
                    <a:pt x="2336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3038;p56">
              <a:extLst>
                <a:ext uri="{FF2B5EF4-FFF2-40B4-BE49-F238E27FC236}">
                  <a16:creationId xmlns:a16="http://schemas.microsoft.com/office/drawing/2014/main" id="{99B8DF9E-3AC7-8BF1-5658-EA84B0D63329}"/>
                </a:ext>
              </a:extLst>
            </p:cNvPr>
            <p:cNvSpPr/>
            <p:nvPr/>
          </p:nvSpPr>
          <p:spPr>
            <a:xfrm>
              <a:off x="3029102" y="1772717"/>
              <a:ext cx="48346" cy="62592"/>
            </a:xfrm>
            <a:custGeom>
              <a:avLst/>
              <a:gdLst/>
              <a:ahLst/>
              <a:cxnLst/>
              <a:rect l="l" t="t" r="r" b="b"/>
              <a:pathLst>
                <a:path w="1405" h="1819" extrusionOk="0">
                  <a:moveTo>
                    <a:pt x="630" y="0"/>
                  </a:moveTo>
                  <a:cubicBezTo>
                    <a:pt x="528" y="0"/>
                    <a:pt x="420" y="61"/>
                    <a:pt x="321" y="235"/>
                  </a:cubicBezTo>
                  <a:cubicBezTo>
                    <a:pt x="0" y="830"/>
                    <a:pt x="488" y="1390"/>
                    <a:pt x="845" y="1580"/>
                  </a:cubicBezTo>
                  <a:cubicBezTo>
                    <a:pt x="1024" y="1687"/>
                    <a:pt x="1203" y="1771"/>
                    <a:pt x="1405" y="1818"/>
                  </a:cubicBezTo>
                  <a:lnTo>
                    <a:pt x="1083" y="342"/>
                  </a:lnTo>
                  <a:cubicBezTo>
                    <a:pt x="1083" y="342"/>
                    <a:pt x="872" y="0"/>
                    <a:pt x="630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3039;p56">
              <a:extLst>
                <a:ext uri="{FF2B5EF4-FFF2-40B4-BE49-F238E27FC236}">
                  <a16:creationId xmlns:a16="http://schemas.microsoft.com/office/drawing/2014/main" id="{FDA792D7-8410-659B-7DD4-DD25D9362463}"/>
                </a:ext>
              </a:extLst>
            </p:cNvPr>
            <p:cNvSpPr/>
            <p:nvPr/>
          </p:nvSpPr>
          <p:spPr>
            <a:xfrm>
              <a:off x="3250742" y="1787170"/>
              <a:ext cx="37300" cy="62041"/>
            </a:xfrm>
            <a:custGeom>
              <a:avLst/>
              <a:gdLst/>
              <a:ahLst/>
              <a:cxnLst/>
              <a:rect l="l" t="t" r="r" b="b"/>
              <a:pathLst>
                <a:path w="1084" h="1803" extrusionOk="0">
                  <a:moveTo>
                    <a:pt x="723" y="0"/>
                  </a:moveTo>
                  <a:cubicBezTo>
                    <a:pt x="534" y="0"/>
                    <a:pt x="322" y="124"/>
                    <a:pt x="322" y="124"/>
                  </a:cubicBezTo>
                  <a:lnTo>
                    <a:pt x="0" y="1803"/>
                  </a:lnTo>
                  <a:cubicBezTo>
                    <a:pt x="0" y="1803"/>
                    <a:pt x="155" y="1660"/>
                    <a:pt x="393" y="1505"/>
                  </a:cubicBezTo>
                  <a:cubicBezTo>
                    <a:pt x="619" y="1339"/>
                    <a:pt x="1084" y="815"/>
                    <a:pt x="1012" y="291"/>
                  </a:cubicBezTo>
                  <a:cubicBezTo>
                    <a:pt x="987" y="66"/>
                    <a:pt x="861" y="0"/>
                    <a:pt x="723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3040;p56">
              <a:extLst>
                <a:ext uri="{FF2B5EF4-FFF2-40B4-BE49-F238E27FC236}">
                  <a16:creationId xmlns:a16="http://schemas.microsoft.com/office/drawing/2014/main" id="{72D535AF-AE76-4C57-8B16-100434AFF5AF}"/>
                </a:ext>
              </a:extLst>
            </p:cNvPr>
            <p:cNvSpPr/>
            <p:nvPr/>
          </p:nvSpPr>
          <p:spPr>
            <a:xfrm>
              <a:off x="3063926" y="1677950"/>
              <a:ext cx="197892" cy="267159"/>
            </a:xfrm>
            <a:custGeom>
              <a:avLst/>
              <a:gdLst/>
              <a:ahLst/>
              <a:cxnLst/>
              <a:rect l="l" t="t" r="r" b="b"/>
              <a:pathLst>
                <a:path w="5751" h="7764" extrusionOk="0">
                  <a:moveTo>
                    <a:pt x="2072" y="0"/>
                  </a:moveTo>
                  <a:cubicBezTo>
                    <a:pt x="2072" y="0"/>
                    <a:pt x="2060" y="7"/>
                    <a:pt x="2050" y="28"/>
                  </a:cubicBezTo>
                  <a:lnTo>
                    <a:pt x="2050" y="28"/>
                  </a:lnTo>
                  <a:cubicBezTo>
                    <a:pt x="2064" y="10"/>
                    <a:pt x="2072" y="0"/>
                    <a:pt x="2072" y="0"/>
                  </a:cubicBezTo>
                  <a:close/>
                  <a:moveTo>
                    <a:pt x="2050" y="28"/>
                  </a:moveTo>
                  <a:lnTo>
                    <a:pt x="2050" y="28"/>
                  </a:lnTo>
                  <a:cubicBezTo>
                    <a:pt x="1871" y="259"/>
                    <a:pt x="608" y="1867"/>
                    <a:pt x="0" y="2143"/>
                  </a:cubicBezTo>
                  <a:cubicBezTo>
                    <a:pt x="0" y="2143"/>
                    <a:pt x="393" y="5310"/>
                    <a:pt x="786" y="5953"/>
                  </a:cubicBezTo>
                  <a:cubicBezTo>
                    <a:pt x="1191" y="6608"/>
                    <a:pt x="1905" y="7763"/>
                    <a:pt x="2834" y="7763"/>
                  </a:cubicBezTo>
                  <a:cubicBezTo>
                    <a:pt x="3751" y="7763"/>
                    <a:pt x="4774" y="6751"/>
                    <a:pt x="5167" y="5787"/>
                  </a:cubicBezTo>
                  <a:cubicBezTo>
                    <a:pt x="5560" y="4834"/>
                    <a:pt x="5751" y="3298"/>
                    <a:pt x="5751" y="3298"/>
                  </a:cubicBezTo>
                  <a:cubicBezTo>
                    <a:pt x="5751" y="3298"/>
                    <a:pt x="4215" y="2667"/>
                    <a:pt x="2989" y="1417"/>
                  </a:cubicBezTo>
                  <a:cubicBezTo>
                    <a:pt x="2018" y="418"/>
                    <a:pt x="2013" y="111"/>
                    <a:pt x="2050" y="28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3041;p56">
              <a:extLst>
                <a:ext uri="{FF2B5EF4-FFF2-40B4-BE49-F238E27FC236}">
                  <a16:creationId xmlns:a16="http://schemas.microsoft.com/office/drawing/2014/main" id="{7983F1FF-B495-7FE1-C7AA-179D70FF05C9}"/>
                </a:ext>
              </a:extLst>
            </p:cNvPr>
            <p:cNvSpPr/>
            <p:nvPr/>
          </p:nvSpPr>
          <p:spPr>
            <a:xfrm>
              <a:off x="3149540" y="1851243"/>
              <a:ext cx="38539" cy="16414"/>
            </a:xfrm>
            <a:custGeom>
              <a:avLst/>
              <a:gdLst/>
              <a:ahLst/>
              <a:cxnLst/>
              <a:rect l="l" t="t" r="r" b="b"/>
              <a:pathLst>
                <a:path w="1120" h="477" fill="none" extrusionOk="0">
                  <a:moveTo>
                    <a:pt x="0" y="0"/>
                  </a:moveTo>
                  <a:cubicBezTo>
                    <a:pt x="0" y="0"/>
                    <a:pt x="596" y="477"/>
                    <a:pt x="1120" y="48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3042;p56">
              <a:extLst>
                <a:ext uri="{FF2B5EF4-FFF2-40B4-BE49-F238E27FC236}">
                  <a16:creationId xmlns:a16="http://schemas.microsoft.com/office/drawing/2014/main" id="{1D8D4E63-26B3-2CB4-F4F1-3E890A0A6968}"/>
                </a:ext>
              </a:extLst>
            </p:cNvPr>
            <p:cNvSpPr/>
            <p:nvPr/>
          </p:nvSpPr>
          <p:spPr>
            <a:xfrm>
              <a:off x="3137255" y="1874195"/>
              <a:ext cx="63934" cy="27872"/>
            </a:xfrm>
            <a:custGeom>
              <a:avLst/>
              <a:gdLst/>
              <a:ahLst/>
              <a:cxnLst/>
              <a:rect l="l" t="t" r="r" b="b"/>
              <a:pathLst>
                <a:path w="1858" h="810" fill="none" extrusionOk="0">
                  <a:moveTo>
                    <a:pt x="0" y="24"/>
                  </a:moveTo>
                  <a:cubicBezTo>
                    <a:pt x="0" y="24"/>
                    <a:pt x="810" y="810"/>
                    <a:pt x="1858" y="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3043;p56">
              <a:extLst>
                <a:ext uri="{FF2B5EF4-FFF2-40B4-BE49-F238E27FC236}">
                  <a16:creationId xmlns:a16="http://schemas.microsoft.com/office/drawing/2014/main" id="{04AAF2B6-320A-3EF9-C632-09D214A34383}"/>
                </a:ext>
              </a:extLst>
            </p:cNvPr>
            <p:cNvSpPr/>
            <p:nvPr/>
          </p:nvSpPr>
          <p:spPr>
            <a:xfrm>
              <a:off x="3115129" y="1787755"/>
              <a:ext cx="18065" cy="16964"/>
            </a:xfrm>
            <a:custGeom>
              <a:avLst/>
              <a:gdLst/>
              <a:ahLst/>
              <a:cxnLst/>
              <a:rect l="l" t="t" r="r" b="b"/>
              <a:pathLst>
                <a:path w="525" h="493" extrusionOk="0">
                  <a:moveTo>
                    <a:pt x="262" y="0"/>
                  </a:moveTo>
                  <a:cubicBezTo>
                    <a:pt x="155" y="0"/>
                    <a:pt x="48" y="83"/>
                    <a:pt x="24" y="191"/>
                  </a:cubicBezTo>
                  <a:cubicBezTo>
                    <a:pt x="0" y="333"/>
                    <a:pt x="84" y="452"/>
                    <a:pt x="215" y="488"/>
                  </a:cubicBezTo>
                  <a:cubicBezTo>
                    <a:pt x="230" y="491"/>
                    <a:pt x="244" y="492"/>
                    <a:pt x="259" y="492"/>
                  </a:cubicBezTo>
                  <a:cubicBezTo>
                    <a:pt x="374" y="492"/>
                    <a:pt x="479" y="412"/>
                    <a:pt x="500" y="286"/>
                  </a:cubicBezTo>
                  <a:lnTo>
                    <a:pt x="500" y="298"/>
                  </a:lnTo>
                  <a:cubicBezTo>
                    <a:pt x="524" y="143"/>
                    <a:pt x="417" y="12"/>
                    <a:pt x="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3044;p56">
              <a:extLst>
                <a:ext uri="{FF2B5EF4-FFF2-40B4-BE49-F238E27FC236}">
                  <a16:creationId xmlns:a16="http://schemas.microsoft.com/office/drawing/2014/main" id="{22B7FE27-1A7E-7140-8C92-BB98CFBBA339}"/>
                </a:ext>
              </a:extLst>
            </p:cNvPr>
            <p:cNvSpPr/>
            <p:nvPr/>
          </p:nvSpPr>
          <p:spPr>
            <a:xfrm>
              <a:off x="3199539" y="1792641"/>
              <a:ext cx="17618" cy="16999"/>
            </a:xfrm>
            <a:custGeom>
              <a:avLst/>
              <a:gdLst/>
              <a:ahLst/>
              <a:cxnLst/>
              <a:rect l="l" t="t" r="r" b="b"/>
              <a:pathLst>
                <a:path w="512" h="494" extrusionOk="0">
                  <a:moveTo>
                    <a:pt x="262" y="1"/>
                  </a:moveTo>
                  <a:cubicBezTo>
                    <a:pt x="143" y="1"/>
                    <a:pt x="48" y="84"/>
                    <a:pt x="24" y="203"/>
                  </a:cubicBezTo>
                  <a:cubicBezTo>
                    <a:pt x="0" y="334"/>
                    <a:pt x="83" y="465"/>
                    <a:pt x="214" y="489"/>
                  </a:cubicBezTo>
                  <a:cubicBezTo>
                    <a:pt x="229" y="492"/>
                    <a:pt x="244" y="493"/>
                    <a:pt x="259" y="493"/>
                  </a:cubicBezTo>
                  <a:cubicBezTo>
                    <a:pt x="374" y="493"/>
                    <a:pt x="479" y="415"/>
                    <a:pt x="500" y="299"/>
                  </a:cubicBezTo>
                  <a:cubicBezTo>
                    <a:pt x="512" y="156"/>
                    <a:pt x="405" y="25"/>
                    <a:pt x="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3045;p56">
              <a:extLst>
                <a:ext uri="{FF2B5EF4-FFF2-40B4-BE49-F238E27FC236}">
                  <a16:creationId xmlns:a16="http://schemas.microsoft.com/office/drawing/2014/main" id="{D2D801F0-2A87-F51C-F4E8-5809C0ACABFD}"/>
                </a:ext>
              </a:extLst>
            </p:cNvPr>
            <p:cNvSpPr/>
            <p:nvPr/>
          </p:nvSpPr>
          <p:spPr>
            <a:xfrm>
              <a:off x="3105287" y="1757818"/>
              <a:ext cx="41017" cy="9876"/>
            </a:xfrm>
            <a:custGeom>
              <a:avLst/>
              <a:gdLst/>
              <a:ahLst/>
              <a:cxnLst/>
              <a:rect l="l" t="t" r="r" b="b"/>
              <a:pathLst>
                <a:path w="1192" h="287" fill="none" extrusionOk="0">
                  <a:moveTo>
                    <a:pt x="1" y="287"/>
                  </a:moveTo>
                  <a:cubicBezTo>
                    <a:pt x="1" y="287"/>
                    <a:pt x="453" y="1"/>
                    <a:pt x="1191" y="239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3046;p56">
              <a:extLst>
                <a:ext uri="{FF2B5EF4-FFF2-40B4-BE49-F238E27FC236}">
                  <a16:creationId xmlns:a16="http://schemas.microsoft.com/office/drawing/2014/main" id="{523002F8-8547-F772-0111-7C91F64E6A1F}"/>
                </a:ext>
              </a:extLst>
            </p:cNvPr>
            <p:cNvSpPr/>
            <p:nvPr/>
          </p:nvSpPr>
          <p:spPr>
            <a:xfrm>
              <a:off x="3196235" y="1760295"/>
              <a:ext cx="47555" cy="23777"/>
            </a:xfrm>
            <a:custGeom>
              <a:avLst/>
              <a:gdLst/>
              <a:ahLst/>
              <a:cxnLst/>
              <a:rect l="l" t="t" r="r" b="b"/>
              <a:pathLst>
                <a:path w="1382" h="691" fill="none" extrusionOk="0">
                  <a:moveTo>
                    <a:pt x="1" y="334"/>
                  </a:moveTo>
                  <a:cubicBezTo>
                    <a:pt x="1" y="334"/>
                    <a:pt x="334" y="0"/>
                    <a:pt x="1382" y="69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3047;p56">
              <a:extLst>
                <a:ext uri="{FF2B5EF4-FFF2-40B4-BE49-F238E27FC236}">
                  <a16:creationId xmlns:a16="http://schemas.microsoft.com/office/drawing/2014/main" id="{036730B7-8FAB-EACC-6262-72A4C1764F2B}"/>
                </a:ext>
              </a:extLst>
            </p:cNvPr>
            <p:cNvSpPr/>
            <p:nvPr/>
          </p:nvSpPr>
          <p:spPr>
            <a:xfrm>
              <a:off x="3089321" y="1773406"/>
              <a:ext cx="76218" cy="50824"/>
            </a:xfrm>
            <a:custGeom>
              <a:avLst/>
              <a:gdLst/>
              <a:ahLst/>
              <a:cxnLst/>
              <a:rect l="l" t="t" r="r" b="b"/>
              <a:pathLst>
                <a:path w="2215" h="1477" fill="none" extrusionOk="0">
                  <a:moveTo>
                    <a:pt x="12" y="941"/>
                  </a:moveTo>
                  <a:lnTo>
                    <a:pt x="36" y="417"/>
                  </a:lnTo>
                  <a:cubicBezTo>
                    <a:pt x="48" y="179"/>
                    <a:pt x="250" y="0"/>
                    <a:pt x="488" y="12"/>
                  </a:cubicBezTo>
                  <a:lnTo>
                    <a:pt x="1798" y="84"/>
                  </a:lnTo>
                  <a:cubicBezTo>
                    <a:pt x="2036" y="96"/>
                    <a:pt x="2215" y="298"/>
                    <a:pt x="2203" y="536"/>
                  </a:cubicBezTo>
                  <a:lnTo>
                    <a:pt x="2179" y="1060"/>
                  </a:lnTo>
                  <a:cubicBezTo>
                    <a:pt x="2167" y="1298"/>
                    <a:pt x="1965" y="1477"/>
                    <a:pt x="1727" y="1465"/>
                  </a:cubicBezTo>
                  <a:lnTo>
                    <a:pt x="417" y="1393"/>
                  </a:lnTo>
                  <a:cubicBezTo>
                    <a:pt x="179" y="1381"/>
                    <a:pt x="0" y="1179"/>
                    <a:pt x="12" y="941"/>
                  </a:cubicBez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3048;p56">
              <a:extLst>
                <a:ext uri="{FF2B5EF4-FFF2-40B4-BE49-F238E27FC236}">
                  <a16:creationId xmlns:a16="http://schemas.microsoft.com/office/drawing/2014/main" id="{8F95B7AE-A248-0D52-98C6-00C82BEB74BB}"/>
                </a:ext>
              </a:extLst>
            </p:cNvPr>
            <p:cNvSpPr/>
            <p:nvPr/>
          </p:nvSpPr>
          <p:spPr>
            <a:xfrm>
              <a:off x="3182712" y="1775436"/>
              <a:ext cx="76253" cy="50445"/>
            </a:xfrm>
            <a:custGeom>
              <a:avLst/>
              <a:gdLst/>
              <a:ahLst/>
              <a:cxnLst/>
              <a:rect l="l" t="t" r="r" b="b"/>
              <a:pathLst>
                <a:path w="2216" h="1466" fill="none" extrusionOk="0">
                  <a:moveTo>
                    <a:pt x="13" y="941"/>
                  </a:moveTo>
                  <a:lnTo>
                    <a:pt x="37" y="418"/>
                  </a:lnTo>
                  <a:cubicBezTo>
                    <a:pt x="48" y="179"/>
                    <a:pt x="251" y="1"/>
                    <a:pt x="489" y="13"/>
                  </a:cubicBezTo>
                  <a:lnTo>
                    <a:pt x="1799" y="72"/>
                  </a:lnTo>
                  <a:cubicBezTo>
                    <a:pt x="2037" y="84"/>
                    <a:pt x="2215" y="287"/>
                    <a:pt x="2204" y="525"/>
                  </a:cubicBezTo>
                  <a:lnTo>
                    <a:pt x="2180" y="1049"/>
                  </a:lnTo>
                  <a:cubicBezTo>
                    <a:pt x="2168" y="1287"/>
                    <a:pt x="1965" y="1465"/>
                    <a:pt x="1727" y="1453"/>
                  </a:cubicBezTo>
                  <a:lnTo>
                    <a:pt x="418" y="1394"/>
                  </a:lnTo>
                  <a:cubicBezTo>
                    <a:pt x="179" y="1382"/>
                    <a:pt x="1" y="1180"/>
                    <a:pt x="13" y="941"/>
                  </a:cubicBezTo>
                  <a:close/>
                </a:path>
              </a:pathLst>
            </a:custGeom>
            <a:noFill/>
            <a:ln w="35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3049;p56">
              <a:extLst>
                <a:ext uri="{FF2B5EF4-FFF2-40B4-BE49-F238E27FC236}">
                  <a16:creationId xmlns:a16="http://schemas.microsoft.com/office/drawing/2014/main" id="{DB3D6676-2824-3C69-F6AB-2A99592B40E3}"/>
                </a:ext>
              </a:extLst>
            </p:cNvPr>
            <p:cNvSpPr/>
            <p:nvPr/>
          </p:nvSpPr>
          <p:spPr>
            <a:xfrm>
              <a:off x="3165093" y="1788133"/>
              <a:ext cx="16448" cy="860"/>
            </a:xfrm>
            <a:custGeom>
              <a:avLst/>
              <a:gdLst/>
              <a:ahLst/>
              <a:cxnLst/>
              <a:rect l="l" t="t" r="r" b="b"/>
              <a:pathLst>
                <a:path w="478" h="25" fill="none" extrusionOk="0">
                  <a:moveTo>
                    <a:pt x="1" y="1"/>
                  </a:moveTo>
                  <a:lnTo>
                    <a:pt x="477" y="25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3050;p56">
              <a:extLst>
                <a:ext uri="{FF2B5EF4-FFF2-40B4-BE49-F238E27FC236}">
                  <a16:creationId xmlns:a16="http://schemas.microsoft.com/office/drawing/2014/main" id="{70D83881-9D8A-5521-5460-C0B85225BDAE}"/>
                </a:ext>
              </a:extLst>
            </p:cNvPr>
            <p:cNvSpPr/>
            <p:nvPr/>
          </p:nvSpPr>
          <p:spPr>
            <a:xfrm>
              <a:off x="3065130" y="1779531"/>
              <a:ext cx="25429" cy="7845"/>
            </a:xfrm>
            <a:custGeom>
              <a:avLst/>
              <a:gdLst/>
              <a:ahLst/>
              <a:cxnLst/>
              <a:rect l="l" t="t" r="r" b="b"/>
              <a:pathLst>
                <a:path w="739" h="228" fill="none" extrusionOk="0">
                  <a:moveTo>
                    <a:pt x="739" y="227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3051;p56">
              <a:extLst>
                <a:ext uri="{FF2B5EF4-FFF2-40B4-BE49-F238E27FC236}">
                  <a16:creationId xmlns:a16="http://schemas.microsoft.com/office/drawing/2014/main" id="{709F250E-87D0-96A7-2C7E-C8AEAF16C06B}"/>
                </a:ext>
              </a:extLst>
            </p:cNvPr>
            <p:cNvSpPr/>
            <p:nvPr/>
          </p:nvSpPr>
          <p:spPr>
            <a:xfrm>
              <a:off x="3254424" y="1791437"/>
              <a:ext cx="7398" cy="5334"/>
            </a:xfrm>
            <a:custGeom>
              <a:avLst/>
              <a:gdLst/>
              <a:ahLst/>
              <a:cxnLst/>
              <a:rect l="l" t="t" r="r" b="b"/>
              <a:pathLst>
                <a:path w="215" h="155" fill="none" extrusionOk="0">
                  <a:moveTo>
                    <a:pt x="0" y="155"/>
                  </a:moveTo>
                  <a:lnTo>
                    <a:pt x="215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3052;p56">
              <a:extLst>
                <a:ext uri="{FF2B5EF4-FFF2-40B4-BE49-F238E27FC236}">
                  <a16:creationId xmlns:a16="http://schemas.microsoft.com/office/drawing/2014/main" id="{82546432-8A5D-276B-42EF-973F63D87FC6}"/>
                </a:ext>
              </a:extLst>
            </p:cNvPr>
            <p:cNvSpPr/>
            <p:nvPr/>
          </p:nvSpPr>
          <p:spPr>
            <a:xfrm>
              <a:off x="2514487" y="1952377"/>
              <a:ext cx="184816" cy="177074"/>
            </a:xfrm>
            <a:custGeom>
              <a:avLst/>
              <a:gdLst/>
              <a:ahLst/>
              <a:cxnLst/>
              <a:rect l="l" t="t" r="r" b="b"/>
              <a:pathLst>
                <a:path w="5371" h="5146" extrusionOk="0">
                  <a:moveTo>
                    <a:pt x="2855" y="1"/>
                  </a:moveTo>
                  <a:cubicBezTo>
                    <a:pt x="2698" y="1"/>
                    <a:pt x="2536" y="181"/>
                    <a:pt x="2596" y="514"/>
                  </a:cubicBezTo>
                  <a:cubicBezTo>
                    <a:pt x="2692" y="967"/>
                    <a:pt x="2882" y="1110"/>
                    <a:pt x="2977" y="1288"/>
                  </a:cubicBezTo>
                  <a:cubicBezTo>
                    <a:pt x="3061" y="1455"/>
                    <a:pt x="3263" y="1907"/>
                    <a:pt x="3263" y="1907"/>
                  </a:cubicBezTo>
                  <a:cubicBezTo>
                    <a:pt x="3263" y="1907"/>
                    <a:pt x="1406" y="1598"/>
                    <a:pt x="1287" y="1562"/>
                  </a:cubicBezTo>
                  <a:cubicBezTo>
                    <a:pt x="1168" y="1538"/>
                    <a:pt x="834" y="1169"/>
                    <a:pt x="751" y="943"/>
                  </a:cubicBezTo>
                  <a:cubicBezTo>
                    <a:pt x="668" y="747"/>
                    <a:pt x="684" y="31"/>
                    <a:pt x="465" y="31"/>
                  </a:cubicBezTo>
                  <a:cubicBezTo>
                    <a:pt x="431" y="31"/>
                    <a:pt x="392" y="48"/>
                    <a:pt x="346" y="86"/>
                  </a:cubicBezTo>
                  <a:cubicBezTo>
                    <a:pt x="1" y="371"/>
                    <a:pt x="203" y="967"/>
                    <a:pt x="263" y="1110"/>
                  </a:cubicBezTo>
                  <a:cubicBezTo>
                    <a:pt x="322" y="1252"/>
                    <a:pt x="263" y="2253"/>
                    <a:pt x="406" y="2776"/>
                  </a:cubicBezTo>
                  <a:cubicBezTo>
                    <a:pt x="548" y="3288"/>
                    <a:pt x="1025" y="3800"/>
                    <a:pt x="1751" y="4146"/>
                  </a:cubicBezTo>
                  <a:cubicBezTo>
                    <a:pt x="2465" y="4479"/>
                    <a:pt x="3858" y="4598"/>
                    <a:pt x="3858" y="4598"/>
                  </a:cubicBezTo>
                  <a:lnTo>
                    <a:pt x="4406" y="5146"/>
                  </a:lnTo>
                  <a:lnTo>
                    <a:pt x="5370" y="3943"/>
                  </a:lnTo>
                  <a:lnTo>
                    <a:pt x="5085" y="3110"/>
                  </a:lnTo>
                  <a:cubicBezTo>
                    <a:pt x="5085" y="3110"/>
                    <a:pt x="4859" y="2312"/>
                    <a:pt x="4597" y="1967"/>
                  </a:cubicBezTo>
                  <a:cubicBezTo>
                    <a:pt x="4347" y="1622"/>
                    <a:pt x="3858" y="1514"/>
                    <a:pt x="3656" y="1252"/>
                  </a:cubicBezTo>
                  <a:cubicBezTo>
                    <a:pt x="3454" y="1002"/>
                    <a:pt x="3204" y="288"/>
                    <a:pt x="3025" y="86"/>
                  </a:cubicBezTo>
                  <a:cubicBezTo>
                    <a:pt x="2978" y="29"/>
                    <a:pt x="2917" y="1"/>
                    <a:pt x="2855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3053;p56">
              <a:extLst>
                <a:ext uri="{FF2B5EF4-FFF2-40B4-BE49-F238E27FC236}">
                  <a16:creationId xmlns:a16="http://schemas.microsoft.com/office/drawing/2014/main" id="{FD878655-55CE-9AD5-6867-0C08A949079C}"/>
                </a:ext>
              </a:extLst>
            </p:cNvPr>
            <p:cNvSpPr/>
            <p:nvPr/>
          </p:nvSpPr>
          <p:spPr>
            <a:xfrm>
              <a:off x="2503441" y="1971027"/>
              <a:ext cx="40191" cy="80210"/>
            </a:xfrm>
            <a:custGeom>
              <a:avLst/>
              <a:gdLst/>
              <a:ahLst/>
              <a:cxnLst/>
              <a:rect l="l" t="t" r="r" b="b"/>
              <a:pathLst>
                <a:path w="1168" h="2331" extrusionOk="0">
                  <a:moveTo>
                    <a:pt x="220" y="1"/>
                  </a:moveTo>
                  <a:cubicBezTo>
                    <a:pt x="29" y="1"/>
                    <a:pt x="0" y="408"/>
                    <a:pt x="0" y="853"/>
                  </a:cubicBezTo>
                  <a:cubicBezTo>
                    <a:pt x="0" y="1342"/>
                    <a:pt x="381" y="2008"/>
                    <a:pt x="381" y="2008"/>
                  </a:cubicBezTo>
                  <a:cubicBezTo>
                    <a:pt x="381" y="2008"/>
                    <a:pt x="671" y="2331"/>
                    <a:pt x="905" y="2331"/>
                  </a:cubicBezTo>
                  <a:cubicBezTo>
                    <a:pt x="913" y="2331"/>
                    <a:pt x="921" y="2331"/>
                    <a:pt x="929" y="2330"/>
                  </a:cubicBezTo>
                  <a:cubicBezTo>
                    <a:pt x="1167" y="2318"/>
                    <a:pt x="905" y="1639"/>
                    <a:pt x="869" y="1592"/>
                  </a:cubicBezTo>
                  <a:cubicBezTo>
                    <a:pt x="727" y="1270"/>
                    <a:pt x="631" y="925"/>
                    <a:pt x="572" y="580"/>
                  </a:cubicBezTo>
                  <a:cubicBezTo>
                    <a:pt x="500" y="127"/>
                    <a:pt x="548" y="139"/>
                    <a:pt x="298" y="20"/>
                  </a:cubicBezTo>
                  <a:cubicBezTo>
                    <a:pt x="269" y="7"/>
                    <a:pt x="243" y="1"/>
                    <a:pt x="220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3054;p56">
              <a:extLst>
                <a:ext uri="{FF2B5EF4-FFF2-40B4-BE49-F238E27FC236}">
                  <a16:creationId xmlns:a16="http://schemas.microsoft.com/office/drawing/2014/main" id="{2A031823-C77D-E25F-EC60-64D075500A89}"/>
                </a:ext>
              </a:extLst>
            </p:cNvPr>
            <p:cNvSpPr/>
            <p:nvPr/>
          </p:nvSpPr>
          <p:spPr>
            <a:xfrm>
              <a:off x="2507536" y="1997661"/>
              <a:ext cx="61078" cy="84683"/>
            </a:xfrm>
            <a:custGeom>
              <a:avLst/>
              <a:gdLst/>
              <a:ahLst/>
              <a:cxnLst/>
              <a:rect l="l" t="t" r="r" b="b"/>
              <a:pathLst>
                <a:path w="1775" h="2461" extrusionOk="0">
                  <a:moveTo>
                    <a:pt x="329" y="0"/>
                  </a:moveTo>
                  <a:cubicBezTo>
                    <a:pt x="305" y="0"/>
                    <a:pt x="283" y="10"/>
                    <a:pt x="262" y="32"/>
                  </a:cubicBezTo>
                  <a:cubicBezTo>
                    <a:pt x="0" y="282"/>
                    <a:pt x="36" y="603"/>
                    <a:pt x="262" y="1234"/>
                  </a:cubicBezTo>
                  <a:cubicBezTo>
                    <a:pt x="489" y="1865"/>
                    <a:pt x="977" y="2342"/>
                    <a:pt x="1370" y="2401"/>
                  </a:cubicBezTo>
                  <a:lnTo>
                    <a:pt x="1774" y="2461"/>
                  </a:lnTo>
                  <a:lnTo>
                    <a:pt x="1036" y="1234"/>
                  </a:lnTo>
                  <a:cubicBezTo>
                    <a:pt x="1036" y="1234"/>
                    <a:pt x="595" y="0"/>
                    <a:pt x="329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3055;p56">
              <a:extLst>
                <a:ext uri="{FF2B5EF4-FFF2-40B4-BE49-F238E27FC236}">
                  <a16:creationId xmlns:a16="http://schemas.microsoft.com/office/drawing/2014/main" id="{C893154E-B6A4-72BF-C525-AA9E232406E7}"/>
                </a:ext>
              </a:extLst>
            </p:cNvPr>
            <p:cNvSpPr/>
            <p:nvPr/>
          </p:nvSpPr>
          <p:spPr>
            <a:xfrm>
              <a:off x="2532931" y="2001309"/>
              <a:ext cx="118026" cy="109733"/>
            </a:xfrm>
            <a:custGeom>
              <a:avLst/>
              <a:gdLst/>
              <a:ahLst/>
              <a:cxnLst/>
              <a:rect l="l" t="t" r="r" b="b"/>
              <a:pathLst>
                <a:path w="3430" h="3189" extrusionOk="0">
                  <a:moveTo>
                    <a:pt x="259" y="1"/>
                  </a:moveTo>
                  <a:cubicBezTo>
                    <a:pt x="238" y="1"/>
                    <a:pt x="219" y="14"/>
                    <a:pt x="203" y="45"/>
                  </a:cubicBezTo>
                  <a:cubicBezTo>
                    <a:pt x="1" y="414"/>
                    <a:pt x="60" y="783"/>
                    <a:pt x="262" y="1354"/>
                  </a:cubicBezTo>
                  <a:cubicBezTo>
                    <a:pt x="465" y="1926"/>
                    <a:pt x="751" y="2438"/>
                    <a:pt x="1203" y="2724"/>
                  </a:cubicBezTo>
                  <a:cubicBezTo>
                    <a:pt x="1656" y="3009"/>
                    <a:pt x="3310" y="3188"/>
                    <a:pt x="3310" y="3188"/>
                  </a:cubicBezTo>
                  <a:lnTo>
                    <a:pt x="3430" y="2236"/>
                  </a:lnTo>
                  <a:cubicBezTo>
                    <a:pt x="3430" y="2236"/>
                    <a:pt x="2810" y="1724"/>
                    <a:pt x="2406" y="1724"/>
                  </a:cubicBezTo>
                  <a:cubicBezTo>
                    <a:pt x="2001" y="1724"/>
                    <a:pt x="1060" y="1866"/>
                    <a:pt x="1060" y="1866"/>
                  </a:cubicBezTo>
                  <a:cubicBezTo>
                    <a:pt x="1060" y="1866"/>
                    <a:pt x="505" y="1"/>
                    <a:pt x="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3056;p56">
              <a:extLst>
                <a:ext uri="{FF2B5EF4-FFF2-40B4-BE49-F238E27FC236}">
                  <a16:creationId xmlns:a16="http://schemas.microsoft.com/office/drawing/2014/main" id="{8E37F729-486F-8BA8-B9B8-2C82C9C22502}"/>
                </a:ext>
              </a:extLst>
            </p:cNvPr>
            <p:cNvSpPr/>
            <p:nvPr/>
          </p:nvSpPr>
          <p:spPr>
            <a:xfrm>
              <a:off x="2532931" y="1989712"/>
              <a:ext cx="118026" cy="121330"/>
            </a:xfrm>
            <a:custGeom>
              <a:avLst/>
              <a:gdLst/>
              <a:ahLst/>
              <a:cxnLst/>
              <a:rect l="l" t="t" r="r" b="b"/>
              <a:pathLst>
                <a:path w="3430" h="3526" fill="none" extrusionOk="0">
                  <a:moveTo>
                    <a:pt x="3430" y="2573"/>
                  </a:moveTo>
                  <a:cubicBezTo>
                    <a:pt x="3430" y="2573"/>
                    <a:pt x="2810" y="2061"/>
                    <a:pt x="2406" y="2061"/>
                  </a:cubicBezTo>
                  <a:cubicBezTo>
                    <a:pt x="2001" y="2061"/>
                    <a:pt x="1060" y="2203"/>
                    <a:pt x="1060" y="2203"/>
                  </a:cubicBezTo>
                  <a:cubicBezTo>
                    <a:pt x="1060" y="2203"/>
                    <a:pt x="405" y="1"/>
                    <a:pt x="203" y="382"/>
                  </a:cubicBezTo>
                  <a:cubicBezTo>
                    <a:pt x="1" y="751"/>
                    <a:pt x="60" y="1120"/>
                    <a:pt x="262" y="1691"/>
                  </a:cubicBezTo>
                  <a:cubicBezTo>
                    <a:pt x="465" y="2263"/>
                    <a:pt x="751" y="2775"/>
                    <a:pt x="1203" y="3061"/>
                  </a:cubicBezTo>
                  <a:cubicBezTo>
                    <a:pt x="1656" y="3346"/>
                    <a:pt x="3310" y="3525"/>
                    <a:pt x="3310" y="3525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3057;p56">
              <a:extLst>
                <a:ext uri="{FF2B5EF4-FFF2-40B4-BE49-F238E27FC236}">
                  <a16:creationId xmlns:a16="http://schemas.microsoft.com/office/drawing/2014/main" id="{FC7691EC-0EDE-EEC3-C3A6-C5CB6FC5A0FC}"/>
                </a:ext>
              </a:extLst>
            </p:cNvPr>
            <p:cNvSpPr/>
            <p:nvPr/>
          </p:nvSpPr>
          <p:spPr>
            <a:xfrm>
              <a:off x="2649275" y="2079456"/>
              <a:ext cx="72571" cy="67616"/>
            </a:xfrm>
            <a:custGeom>
              <a:avLst/>
              <a:gdLst/>
              <a:ahLst/>
              <a:cxnLst/>
              <a:rect l="l" t="t" r="r" b="b"/>
              <a:pathLst>
                <a:path w="2109" h="1965" extrusionOk="0">
                  <a:moveTo>
                    <a:pt x="1453" y="0"/>
                  </a:moveTo>
                  <a:lnTo>
                    <a:pt x="1" y="1393"/>
                  </a:lnTo>
                  <a:lnTo>
                    <a:pt x="715" y="1965"/>
                  </a:lnTo>
                  <a:lnTo>
                    <a:pt x="2108" y="655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3058;p56">
              <a:extLst>
                <a:ext uri="{FF2B5EF4-FFF2-40B4-BE49-F238E27FC236}">
                  <a16:creationId xmlns:a16="http://schemas.microsoft.com/office/drawing/2014/main" id="{8B671BFC-3B25-335D-0E2A-D11A5BD9D73B}"/>
                </a:ext>
              </a:extLst>
            </p:cNvPr>
            <p:cNvSpPr/>
            <p:nvPr/>
          </p:nvSpPr>
          <p:spPr>
            <a:xfrm>
              <a:off x="2654195" y="1876225"/>
              <a:ext cx="296236" cy="477645"/>
            </a:xfrm>
            <a:custGeom>
              <a:avLst/>
              <a:gdLst/>
              <a:ahLst/>
              <a:cxnLst/>
              <a:rect l="l" t="t" r="r" b="b"/>
              <a:pathLst>
                <a:path w="8609" h="13881" extrusionOk="0">
                  <a:moveTo>
                    <a:pt x="8585" y="1"/>
                  </a:moveTo>
                  <a:cubicBezTo>
                    <a:pt x="8585" y="1"/>
                    <a:pt x="6537" y="72"/>
                    <a:pt x="6061" y="298"/>
                  </a:cubicBezTo>
                  <a:cubicBezTo>
                    <a:pt x="5573" y="525"/>
                    <a:pt x="5513" y="870"/>
                    <a:pt x="5490" y="1013"/>
                  </a:cubicBezTo>
                  <a:cubicBezTo>
                    <a:pt x="5454" y="1168"/>
                    <a:pt x="4597" y="8788"/>
                    <a:pt x="4597" y="8788"/>
                  </a:cubicBezTo>
                  <a:lnTo>
                    <a:pt x="1799" y="6132"/>
                  </a:lnTo>
                  <a:lnTo>
                    <a:pt x="1" y="7871"/>
                  </a:lnTo>
                  <a:cubicBezTo>
                    <a:pt x="1" y="7871"/>
                    <a:pt x="2489" y="11133"/>
                    <a:pt x="3061" y="12014"/>
                  </a:cubicBezTo>
                  <a:cubicBezTo>
                    <a:pt x="3632" y="12895"/>
                    <a:pt x="4144" y="13729"/>
                    <a:pt x="4632" y="13812"/>
                  </a:cubicBezTo>
                  <a:cubicBezTo>
                    <a:pt x="4859" y="13852"/>
                    <a:pt x="5019" y="13881"/>
                    <a:pt x="5188" y="13881"/>
                  </a:cubicBezTo>
                  <a:cubicBezTo>
                    <a:pt x="5374" y="13881"/>
                    <a:pt x="5571" y="13846"/>
                    <a:pt x="5882" y="13752"/>
                  </a:cubicBezTo>
                  <a:cubicBezTo>
                    <a:pt x="6490" y="13586"/>
                    <a:pt x="7264" y="12252"/>
                    <a:pt x="7287" y="12133"/>
                  </a:cubicBezTo>
                  <a:cubicBezTo>
                    <a:pt x="7323" y="12026"/>
                    <a:pt x="8609" y="4823"/>
                    <a:pt x="8609" y="4823"/>
                  </a:cubicBezTo>
                  <a:lnTo>
                    <a:pt x="8585" y="1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3059;p56">
              <a:extLst>
                <a:ext uri="{FF2B5EF4-FFF2-40B4-BE49-F238E27FC236}">
                  <a16:creationId xmlns:a16="http://schemas.microsoft.com/office/drawing/2014/main" id="{93C5F834-B7EB-7AEC-CB95-7B58F05FF1E6}"/>
                </a:ext>
              </a:extLst>
            </p:cNvPr>
            <p:cNvSpPr/>
            <p:nvPr/>
          </p:nvSpPr>
          <p:spPr>
            <a:xfrm>
              <a:off x="2654195" y="1876225"/>
              <a:ext cx="296236" cy="479400"/>
            </a:xfrm>
            <a:custGeom>
              <a:avLst/>
              <a:gdLst/>
              <a:ahLst/>
              <a:cxnLst/>
              <a:rect l="l" t="t" r="r" b="b"/>
              <a:pathLst>
                <a:path w="8609" h="13932" fill="none" extrusionOk="0">
                  <a:moveTo>
                    <a:pt x="8585" y="1"/>
                  </a:moveTo>
                  <a:cubicBezTo>
                    <a:pt x="8585" y="1"/>
                    <a:pt x="6537" y="72"/>
                    <a:pt x="6061" y="298"/>
                  </a:cubicBezTo>
                  <a:cubicBezTo>
                    <a:pt x="5573" y="525"/>
                    <a:pt x="5513" y="870"/>
                    <a:pt x="5490" y="1013"/>
                  </a:cubicBezTo>
                  <a:cubicBezTo>
                    <a:pt x="5454" y="1168"/>
                    <a:pt x="4597" y="8788"/>
                    <a:pt x="4597" y="8788"/>
                  </a:cubicBezTo>
                  <a:lnTo>
                    <a:pt x="1799" y="6132"/>
                  </a:lnTo>
                  <a:lnTo>
                    <a:pt x="1" y="7871"/>
                  </a:lnTo>
                  <a:cubicBezTo>
                    <a:pt x="1" y="7871"/>
                    <a:pt x="2489" y="11133"/>
                    <a:pt x="3061" y="12014"/>
                  </a:cubicBezTo>
                  <a:cubicBezTo>
                    <a:pt x="3632" y="12895"/>
                    <a:pt x="4144" y="13729"/>
                    <a:pt x="4632" y="13812"/>
                  </a:cubicBezTo>
                  <a:cubicBezTo>
                    <a:pt x="5109" y="13895"/>
                    <a:pt x="5287" y="13931"/>
                    <a:pt x="5882" y="13752"/>
                  </a:cubicBezTo>
                  <a:cubicBezTo>
                    <a:pt x="6490" y="13586"/>
                    <a:pt x="7264" y="12252"/>
                    <a:pt x="7287" y="12133"/>
                  </a:cubicBezTo>
                  <a:cubicBezTo>
                    <a:pt x="7323" y="12026"/>
                    <a:pt x="8609" y="4823"/>
                    <a:pt x="8609" y="4823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3060;p56">
              <a:extLst>
                <a:ext uri="{FF2B5EF4-FFF2-40B4-BE49-F238E27FC236}">
                  <a16:creationId xmlns:a16="http://schemas.microsoft.com/office/drawing/2014/main" id="{9614340E-F176-AFD1-F050-1AC8EB327B9D}"/>
                </a:ext>
              </a:extLst>
            </p:cNvPr>
            <p:cNvSpPr/>
            <p:nvPr/>
          </p:nvSpPr>
          <p:spPr>
            <a:xfrm>
              <a:off x="2861934" y="2207292"/>
              <a:ext cx="13145" cy="7811"/>
            </a:xfrm>
            <a:custGeom>
              <a:avLst/>
              <a:gdLst/>
              <a:ahLst/>
              <a:cxnLst/>
              <a:rect l="l" t="t" r="r" b="b"/>
              <a:pathLst>
                <a:path w="382" h="227" fill="none" extrusionOk="0">
                  <a:moveTo>
                    <a:pt x="0" y="0"/>
                  </a:moveTo>
                  <a:lnTo>
                    <a:pt x="381" y="226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3061;p56">
              <a:extLst>
                <a:ext uri="{FF2B5EF4-FFF2-40B4-BE49-F238E27FC236}">
                  <a16:creationId xmlns:a16="http://schemas.microsoft.com/office/drawing/2014/main" id="{F1A10156-D134-BC86-593B-9BBB7F57B1DC}"/>
                </a:ext>
              </a:extLst>
            </p:cNvPr>
            <p:cNvSpPr/>
            <p:nvPr/>
          </p:nvSpPr>
          <p:spPr>
            <a:xfrm>
              <a:off x="2812348" y="2178594"/>
              <a:ext cx="41843" cy="24225"/>
            </a:xfrm>
            <a:custGeom>
              <a:avLst/>
              <a:gdLst/>
              <a:ahLst/>
              <a:cxnLst/>
              <a:rect l="l" t="t" r="r" b="b"/>
              <a:pathLst>
                <a:path w="1216" h="704" fill="none" extrusionOk="0">
                  <a:moveTo>
                    <a:pt x="1" y="1"/>
                  </a:moveTo>
                  <a:lnTo>
                    <a:pt x="1215" y="703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3062;p56">
              <a:extLst>
                <a:ext uri="{FF2B5EF4-FFF2-40B4-BE49-F238E27FC236}">
                  <a16:creationId xmlns:a16="http://schemas.microsoft.com/office/drawing/2014/main" id="{A40B39F2-11DB-E59F-9053-C0887BC699BF}"/>
                </a:ext>
              </a:extLst>
            </p:cNvPr>
            <p:cNvSpPr/>
            <p:nvPr/>
          </p:nvSpPr>
          <p:spPr>
            <a:xfrm>
              <a:off x="2950438" y="2308873"/>
              <a:ext cx="21334" cy="8224"/>
            </a:xfrm>
            <a:custGeom>
              <a:avLst/>
              <a:gdLst/>
              <a:ahLst/>
              <a:cxnLst/>
              <a:rect l="l" t="t" r="r" b="b"/>
              <a:pathLst>
                <a:path w="620" h="239" fill="none" extrusionOk="0">
                  <a:moveTo>
                    <a:pt x="619" y="1"/>
                  </a:moveTo>
                  <a:cubicBezTo>
                    <a:pt x="393" y="96"/>
                    <a:pt x="179" y="179"/>
                    <a:pt x="0" y="239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3063;p56">
              <a:extLst>
                <a:ext uri="{FF2B5EF4-FFF2-40B4-BE49-F238E27FC236}">
                  <a16:creationId xmlns:a16="http://schemas.microsoft.com/office/drawing/2014/main" id="{0E001249-9867-2885-A772-7233B800FB41}"/>
                </a:ext>
              </a:extLst>
            </p:cNvPr>
            <p:cNvSpPr/>
            <p:nvPr/>
          </p:nvSpPr>
          <p:spPr>
            <a:xfrm>
              <a:off x="2995895" y="2242495"/>
              <a:ext cx="120882" cy="56192"/>
            </a:xfrm>
            <a:custGeom>
              <a:avLst/>
              <a:gdLst/>
              <a:ahLst/>
              <a:cxnLst/>
              <a:rect l="l" t="t" r="r" b="b"/>
              <a:pathLst>
                <a:path w="3513" h="1633" fill="none" extrusionOk="0">
                  <a:moveTo>
                    <a:pt x="3513" y="1"/>
                  </a:moveTo>
                  <a:cubicBezTo>
                    <a:pt x="3513" y="1"/>
                    <a:pt x="1572" y="942"/>
                    <a:pt x="1" y="163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3064;p56">
              <a:extLst>
                <a:ext uri="{FF2B5EF4-FFF2-40B4-BE49-F238E27FC236}">
                  <a16:creationId xmlns:a16="http://schemas.microsoft.com/office/drawing/2014/main" id="{0FBFAA67-9556-CE04-1050-3BD5A6FC7029}"/>
                </a:ext>
              </a:extLst>
            </p:cNvPr>
            <p:cNvSpPr/>
            <p:nvPr/>
          </p:nvSpPr>
          <p:spPr>
            <a:xfrm>
              <a:off x="3066369" y="2247002"/>
              <a:ext cx="83616" cy="44286"/>
            </a:xfrm>
            <a:custGeom>
              <a:avLst/>
              <a:gdLst/>
              <a:ahLst/>
              <a:cxnLst/>
              <a:rect l="l" t="t" r="r" b="b"/>
              <a:pathLst>
                <a:path w="2430" h="1287" fill="none" extrusionOk="0">
                  <a:moveTo>
                    <a:pt x="2429" y="1"/>
                  </a:moveTo>
                  <a:lnTo>
                    <a:pt x="0" y="1287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3065;p56">
              <a:extLst>
                <a:ext uri="{FF2B5EF4-FFF2-40B4-BE49-F238E27FC236}">
                  <a16:creationId xmlns:a16="http://schemas.microsoft.com/office/drawing/2014/main" id="{2A1594F3-D03E-664B-38CE-58F66155EC93}"/>
                </a:ext>
              </a:extLst>
            </p:cNvPr>
            <p:cNvSpPr/>
            <p:nvPr/>
          </p:nvSpPr>
          <p:spPr>
            <a:xfrm>
              <a:off x="3500668" y="2329761"/>
              <a:ext cx="469112" cy="315918"/>
            </a:xfrm>
            <a:custGeom>
              <a:avLst/>
              <a:gdLst/>
              <a:ahLst/>
              <a:cxnLst/>
              <a:rect l="l" t="t" r="r" b="b"/>
              <a:pathLst>
                <a:path w="13633" h="9181" extrusionOk="0">
                  <a:moveTo>
                    <a:pt x="2167" y="1"/>
                  </a:moveTo>
                  <a:cubicBezTo>
                    <a:pt x="1833" y="1"/>
                    <a:pt x="1558" y="247"/>
                    <a:pt x="1500" y="584"/>
                  </a:cubicBezTo>
                  <a:lnTo>
                    <a:pt x="0" y="9181"/>
                  </a:lnTo>
                  <a:lnTo>
                    <a:pt x="12371" y="9181"/>
                  </a:lnTo>
                  <a:cubicBezTo>
                    <a:pt x="12371" y="9181"/>
                    <a:pt x="12454" y="8300"/>
                    <a:pt x="12537" y="6835"/>
                  </a:cubicBezTo>
                  <a:cubicBezTo>
                    <a:pt x="12621" y="5359"/>
                    <a:pt x="13299" y="1465"/>
                    <a:pt x="13466" y="751"/>
                  </a:cubicBezTo>
                  <a:cubicBezTo>
                    <a:pt x="13633" y="37"/>
                    <a:pt x="13168" y="37"/>
                    <a:pt x="13168" y="37"/>
                  </a:cubicBezTo>
                  <a:lnTo>
                    <a:pt x="9978" y="37"/>
                  </a:lnTo>
                  <a:lnTo>
                    <a:pt x="2191" y="1"/>
                  </a:lnTo>
                  <a:cubicBezTo>
                    <a:pt x="2183" y="1"/>
                    <a:pt x="2175" y="1"/>
                    <a:pt x="2167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3066;p56">
              <a:extLst>
                <a:ext uri="{FF2B5EF4-FFF2-40B4-BE49-F238E27FC236}">
                  <a16:creationId xmlns:a16="http://schemas.microsoft.com/office/drawing/2014/main" id="{D227A539-064B-084D-479A-7623EBBACF95}"/>
                </a:ext>
              </a:extLst>
            </p:cNvPr>
            <p:cNvSpPr/>
            <p:nvPr/>
          </p:nvSpPr>
          <p:spPr>
            <a:xfrm>
              <a:off x="2931994" y="2112215"/>
              <a:ext cx="907495" cy="533045"/>
            </a:xfrm>
            <a:custGeom>
              <a:avLst/>
              <a:gdLst/>
              <a:ahLst/>
              <a:cxnLst/>
              <a:rect l="l" t="t" r="r" b="b"/>
              <a:pathLst>
                <a:path w="26373" h="15491" extrusionOk="0">
                  <a:moveTo>
                    <a:pt x="21753" y="1"/>
                  </a:moveTo>
                  <a:lnTo>
                    <a:pt x="16550" y="775"/>
                  </a:lnTo>
                  <a:cubicBezTo>
                    <a:pt x="16550" y="775"/>
                    <a:pt x="12930" y="1787"/>
                    <a:pt x="12871" y="2132"/>
                  </a:cubicBezTo>
                  <a:cubicBezTo>
                    <a:pt x="12811" y="2489"/>
                    <a:pt x="11275" y="10978"/>
                    <a:pt x="11275" y="10978"/>
                  </a:cubicBezTo>
                  <a:cubicBezTo>
                    <a:pt x="11275" y="10978"/>
                    <a:pt x="3691" y="9002"/>
                    <a:pt x="3251" y="9002"/>
                  </a:cubicBezTo>
                  <a:cubicBezTo>
                    <a:pt x="2810" y="9002"/>
                    <a:pt x="1131" y="10419"/>
                    <a:pt x="905" y="10597"/>
                  </a:cubicBezTo>
                  <a:cubicBezTo>
                    <a:pt x="667" y="10764"/>
                    <a:pt x="346" y="10919"/>
                    <a:pt x="322" y="11264"/>
                  </a:cubicBezTo>
                  <a:cubicBezTo>
                    <a:pt x="286" y="11609"/>
                    <a:pt x="0" y="12157"/>
                    <a:pt x="322" y="12419"/>
                  </a:cubicBezTo>
                  <a:cubicBezTo>
                    <a:pt x="573" y="12623"/>
                    <a:pt x="751" y="12813"/>
                    <a:pt x="868" y="12813"/>
                  </a:cubicBezTo>
                  <a:cubicBezTo>
                    <a:pt x="901" y="12813"/>
                    <a:pt x="929" y="12798"/>
                    <a:pt x="953" y="12764"/>
                  </a:cubicBezTo>
                  <a:cubicBezTo>
                    <a:pt x="1072" y="12621"/>
                    <a:pt x="929" y="12133"/>
                    <a:pt x="905" y="12038"/>
                  </a:cubicBezTo>
                  <a:cubicBezTo>
                    <a:pt x="869" y="11943"/>
                    <a:pt x="2727" y="11002"/>
                    <a:pt x="2727" y="11002"/>
                  </a:cubicBezTo>
                  <a:lnTo>
                    <a:pt x="3477" y="10824"/>
                  </a:lnTo>
                  <a:lnTo>
                    <a:pt x="3477" y="10824"/>
                  </a:lnTo>
                  <a:cubicBezTo>
                    <a:pt x="3215" y="11062"/>
                    <a:pt x="2917" y="11276"/>
                    <a:pt x="2608" y="11466"/>
                  </a:cubicBezTo>
                  <a:cubicBezTo>
                    <a:pt x="2120" y="11752"/>
                    <a:pt x="1941" y="12240"/>
                    <a:pt x="2203" y="12276"/>
                  </a:cubicBezTo>
                  <a:cubicBezTo>
                    <a:pt x="2225" y="12278"/>
                    <a:pt x="2245" y="12279"/>
                    <a:pt x="2265" y="12279"/>
                  </a:cubicBezTo>
                  <a:cubicBezTo>
                    <a:pt x="2474" y="12279"/>
                    <a:pt x="2553" y="12162"/>
                    <a:pt x="3251" y="11955"/>
                  </a:cubicBezTo>
                  <a:cubicBezTo>
                    <a:pt x="4001" y="11716"/>
                    <a:pt x="4632" y="10966"/>
                    <a:pt x="4632" y="10966"/>
                  </a:cubicBezTo>
                  <a:cubicBezTo>
                    <a:pt x="4632" y="10966"/>
                    <a:pt x="11966" y="14383"/>
                    <a:pt x="12371" y="14383"/>
                  </a:cubicBezTo>
                  <a:cubicBezTo>
                    <a:pt x="12480" y="14383"/>
                    <a:pt x="12555" y="14390"/>
                    <a:pt x="12614" y="14390"/>
                  </a:cubicBezTo>
                  <a:cubicBezTo>
                    <a:pt x="12774" y="14390"/>
                    <a:pt x="12812" y="14345"/>
                    <a:pt x="13073" y="14014"/>
                  </a:cubicBezTo>
                  <a:cubicBezTo>
                    <a:pt x="13419" y="13550"/>
                    <a:pt x="14550" y="10240"/>
                    <a:pt x="14550" y="10240"/>
                  </a:cubicBezTo>
                  <a:lnTo>
                    <a:pt x="14978" y="14526"/>
                  </a:lnTo>
                  <a:lnTo>
                    <a:pt x="14978" y="15491"/>
                  </a:lnTo>
                  <a:lnTo>
                    <a:pt x="26373" y="15491"/>
                  </a:lnTo>
                  <a:cubicBezTo>
                    <a:pt x="26373" y="15491"/>
                    <a:pt x="26313" y="3144"/>
                    <a:pt x="26254" y="2977"/>
                  </a:cubicBezTo>
                  <a:cubicBezTo>
                    <a:pt x="26194" y="2799"/>
                    <a:pt x="21753" y="1"/>
                    <a:pt x="21753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3067;p56">
              <a:extLst>
                <a:ext uri="{FF2B5EF4-FFF2-40B4-BE49-F238E27FC236}">
                  <a16:creationId xmlns:a16="http://schemas.microsoft.com/office/drawing/2014/main" id="{EFA6222B-8285-DB7D-97AE-5F43CBA54AAC}"/>
                </a:ext>
              </a:extLst>
            </p:cNvPr>
            <p:cNvSpPr/>
            <p:nvPr/>
          </p:nvSpPr>
          <p:spPr>
            <a:xfrm>
              <a:off x="3386768" y="2406394"/>
              <a:ext cx="9050" cy="11080"/>
            </a:xfrm>
            <a:custGeom>
              <a:avLst/>
              <a:gdLst/>
              <a:ahLst/>
              <a:cxnLst/>
              <a:rect l="l" t="t" r="r" b="b"/>
              <a:pathLst>
                <a:path w="263" h="322" fill="none" extrusionOk="0">
                  <a:moveTo>
                    <a:pt x="262" y="322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3068;p56">
              <a:extLst>
                <a:ext uri="{FF2B5EF4-FFF2-40B4-BE49-F238E27FC236}">
                  <a16:creationId xmlns:a16="http://schemas.microsoft.com/office/drawing/2014/main" id="{61A492FC-AC35-3EE7-6A17-2E8EEDD7D569}"/>
                </a:ext>
              </a:extLst>
            </p:cNvPr>
            <p:cNvSpPr/>
            <p:nvPr/>
          </p:nvSpPr>
          <p:spPr>
            <a:xfrm>
              <a:off x="3403148" y="2427281"/>
              <a:ext cx="29524" cy="37748"/>
            </a:xfrm>
            <a:custGeom>
              <a:avLst/>
              <a:gdLst/>
              <a:ahLst/>
              <a:cxnLst/>
              <a:rect l="l" t="t" r="r" b="b"/>
              <a:pathLst>
                <a:path w="858" h="1097" fill="none" extrusionOk="0">
                  <a:moveTo>
                    <a:pt x="858" y="1096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3069;p56">
              <a:extLst>
                <a:ext uri="{FF2B5EF4-FFF2-40B4-BE49-F238E27FC236}">
                  <a16:creationId xmlns:a16="http://schemas.microsoft.com/office/drawing/2014/main" id="{F2E60DDF-E129-D0FD-14B2-70BD3B43FB0E}"/>
                </a:ext>
              </a:extLst>
            </p:cNvPr>
            <p:cNvSpPr/>
            <p:nvPr/>
          </p:nvSpPr>
          <p:spPr>
            <a:xfrm>
              <a:off x="3390450" y="2328556"/>
              <a:ext cx="4542" cy="14762"/>
            </a:xfrm>
            <a:custGeom>
              <a:avLst/>
              <a:gdLst/>
              <a:ahLst/>
              <a:cxnLst/>
              <a:rect l="l" t="t" r="r" b="b"/>
              <a:pathLst>
                <a:path w="132" h="429" fill="none" extrusionOk="0">
                  <a:moveTo>
                    <a:pt x="131" y="429"/>
                  </a:moveTo>
                  <a:lnTo>
                    <a:pt x="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3070;p56">
              <a:extLst>
                <a:ext uri="{FF2B5EF4-FFF2-40B4-BE49-F238E27FC236}">
                  <a16:creationId xmlns:a16="http://schemas.microsoft.com/office/drawing/2014/main" id="{EC6B8735-F4BC-BA70-6C52-C719EEA8B47F}"/>
                </a:ext>
              </a:extLst>
            </p:cNvPr>
            <p:cNvSpPr/>
            <p:nvPr/>
          </p:nvSpPr>
          <p:spPr>
            <a:xfrm>
              <a:off x="3399466" y="2330999"/>
              <a:ext cx="33206" cy="134027"/>
            </a:xfrm>
            <a:custGeom>
              <a:avLst/>
              <a:gdLst/>
              <a:ahLst/>
              <a:cxnLst/>
              <a:rect l="l" t="t" r="r" b="b"/>
              <a:pathLst>
                <a:path w="965" h="3895" fill="none" extrusionOk="0">
                  <a:moveTo>
                    <a:pt x="381" y="1"/>
                  </a:moveTo>
                  <a:lnTo>
                    <a:pt x="965" y="3894"/>
                  </a:lnTo>
                  <a:lnTo>
                    <a:pt x="0" y="798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3071;p56">
              <a:extLst>
                <a:ext uri="{FF2B5EF4-FFF2-40B4-BE49-F238E27FC236}">
                  <a16:creationId xmlns:a16="http://schemas.microsoft.com/office/drawing/2014/main" id="{81A9111A-C432-56BC-F7A4-BFF6CC91FA36}"/>
                </a:ext>
              </a:extLst>
            </p:cNvPr>
            <p:cNvSpPr/>
            <p:nvPr/>
          </p:nvSpPr>
          <p:spPr>
            <a:xfrm>
              <a:off x="3501081" y="2112215"/>
              <a:ext cx="211002" cy="207355"/>
            </a:xfrm>
            <a:custGeom>
              <a:avLst/>
              <a:gdLst/>
              <a:ahLst/>
              <a:cxnLst/>
              <a:rect l="l" t="t" r="r" b="b"/>
              <a:pathLst>
                <a:path w="6132" h="6026" extrusionOk="0">
                  <a:moveTo>
                    <a:pt x="5215" y="1"/>
                  </a:moveTo>
                  <a:lnTo>
                    <a:pt x="0" y="775"/>
                  </a:lnTo>
                  <a:lnTo>
                    <a:pt x="2441" y="6025"/>
                  </a:lnTo>
                  <a:lnTo>
                    <a:pt x="6132" y="584"/>
                  </a:lnTo>
                  <a:lnTo>
                    <a:pt x="5215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3072;p56">
              <a:extLst>
                <a:ext uri="{FF2B5EF4-FFF2-40B4-BE49-F238E27FC236}">
                  <a16:creationId xmlns:a16="http://schemas.microsoft.com/office/drawing/2014/main" id="{F1F5D128-C459-E0ED-041D-8EB17519CABB}"/>
                </a:ext>
              </a:extLst>
            </p:cNvPr>
            <p:cNvSpPr/>
            <p:nvPr/>
          </p:nvSpPr>
          <p:spPr>
            <a:xfrm>
              <a:off x="3434703" y="1843191"/>
              <a:ext cx="292554" cy="428439"/>
            </a:xfrm>
            <a:custGeom>
              <a:avLst/>
              <a:gdLst/>
              <a:ahLst/>
              <a:cxnLst/>
              <a:rect l="l" t="t" r="r" b="b"/>
              <a:pathLst>
                <a:path w="8502" h="12451" extrusionOk="0">
                  <a:moveTo>
                    <a:pt x="4449" y="1"/>
                  </a:moveTo>
                  <a:cubicBezTo>
                    <a:pt x="3624" y="1"/>
                    <a:pt x="2852" y="304"/>
                    <a:pt x="2036" y="651"/>
                  </a:cubicBezTo>
                  <a:cubicBezTo>
                    <a:pt x="1917" y="711"/>
                    <a:pt x="1786" y="770"/>
                    <a:pt x="1679" y="854"/>
                  </a:cubicBezTo>
                  <a:cubicBezTo>
                    <a:pt x="988" y="1330"/>
                    <a:pt x="0" y="2378"/>
                    <a:pt x="215" y="3044"/>
                  </a:cubicBezTo>
                  <a:cubicBezTo>
                    <a:pt x="453" y="3735"/>
                    <a:pt x="798" y="3890"/>
                    <a:pt x="798" y="3890"/>
                  </a:cubicBezTo>
                  <a:cubicBezTo>
                    <a:pt x="798" y="3890"/>
                    <a:pt x="488" y="4866"/>
                    <a:pt x="762" y="5176"/>
                  </a:cubicBezTo>
                  <a:cubicBezTo>
                    <a:pt x="929" y="5366"/>
                    <a:pt x="1060" y="5568"/>
                    <a:pt x="1155" y="5807"/>
                  </a:cubicBezTo>
                  <a:cubicBezTo>
                    <a:pt x="1155" y="5807"/>
                    <a:pt x="572" y="7438"/>
                    <a:pt x="846" y="7628"/>
                  </a:cubicBezTo>
                  <a:lnTo>
                    <a:pt x="1107" y="7819"/>
                  </a:lnTo>
                  <a:cubicBezTo>
                    <a:pt x="1107" y="7819"/>
                    <a:pt x="1584" y="9688"/>
                    <a:pt x="1929" y="9795"/>
                  </a:cubicBezTo>
                  <a:cubicBezTo>
                    <a:pt x="1985" y="9814"/>
                    <a:pt x="2059" y="9822"/>
                    <a:pt x="2144" y="9822"/>
                  </a:cubicBezTo>
                  <a:cubicBezTo>
                    <a:pt x="2585" y="9822"/>
                    <a:pt x="3322" y="9605"/>
                    <a:pt x="3322" y="9605"/>
                  </a:cubicBezTo>
                  <a:lnTo>
                    <a:pt x="4382" y="12450"/>
                  </a:lnTo>
                  <a:lnTo>
                    <a:pt x="7144" y="7819"/>
                  </a:lnTo>
                  <a:lnTo>
                    <a:pt x="6870" y="6878"/>
                  </a:lnTo>
                  <a:cubicBezTo>
                    <a:pt x="6870" y="6878"/>
                    <a:pt x="8501" y="4199"/>
                    <a:pt x="7846" y="2306"/>
                  </a:cubicBezTo>
                  <a:cubicBezTo>
                    <a:pt x="7465" y="1211"/>
                    <a:pt x="6477" y="449"/>
                    <a:pt x="5394" y="139"/>
                  </a:cubicBezTo>
                  <a:cubicBezTo>
                    <a:pt x="5068" y="43"/>
                    <a:pt x="4755" y="1"/>
                    <a:pt x="4449" y="1"/>
                  </a:cubicBezTo>
                  <a:close/>
                </a:path>
              </a:pathLst>
            </a:custGeom>
            <a:solidFill>
              <a:srgbClr val="C2C2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3073;p56">
              <a:extLst>
                <a:ext uri="{FF2B5EF4-FFF2-40B4-BE49-F238E27FC236}">
                  <a16:creationId xmlns:a16="http://schemas.microsoft.com/office/drawing/2014/main" id="{96509DCF-397E-21B6-ADA3-3D825328DFD4}"/>
                </a:ext>
              </a:extLst>
            </p:cNvPr>
            <p:cNvSpPr/>
            <p:nvPr/>
          </p:nvSpPr>
          <p:spPr>
            <a:xfrm>
              <a:off x="3434703" y="1843191"/>
              <a:ext cx="290902" cy="249817"/>
            </a:xfrm>
            <a:custGeom>
              <a:avLst/>
              <a:gdLst/>
              <a:ahLst/>
              <a:cxnLst/>
              <a:rect l="l" t="t" r="r" b="b"/>
              <a:pathLst>
                <a:path w="8454" h="7260" extrusionOk="0">
                  <a:moveTo>
                    <a:pt x="4444" y="1"/>
                  </a:moveTo>
                  <a:cubicBezTo>
                    <a:pt x="3624" y="1"/>
                    <a:pt x="2852" y="304"/>
                    <a:pt x="2036" y="651"/>
                  </a:cubicBezTo>
                  <a:cubicBezTo>
                    <a:pt x="1905" y="699"/>
                    <a:pt x="1786" y="770"/>
                    <a:pt x="1679" y="854"/>
                  </a:cubicBezTo>
                  <a:cubicBezTo>
                    <a:pt x="988" y="1330"/>
                    <a:pt x="0" y="2378"/>
                    <a:pt x="226" y="3044"/>
                  </a:cubicBezTo>
                  <a:cubicBezTo>
                    <a:pt x="453" y="3735"/>
                    <a:pt x="810" y="3902"/>
                    <a:pt x="810" y="3902"/>
                  </a:cubicBezTo>
                  <a:cubicBezTo>
                    <a:pt x="836" y="3904"/>
                    <a:pt x="863" y="3906"/>
                    <a:pt x="890" y="3906"/>
                  </a:cubicBezTo>
                  <a:cubicBezTo>
                    <a:pt x="1103" y="3906"/>
                    <a:pt x="1318" y="3822"/>
                    <a:pt x="1477" y="3663"/>
                  </a:cubicBezTo>
                  <a:cubicBezTo>
                    <a:pt x="1742" y="3398"/>
                    <a:pt x="2406" y="2928"/>
                    <a:pt x="2986" y="2928"/>
                  </a:cubicBezTo>
                  <a:cubicBezTo>
                    <a:pt x="3031" y="2928"/>
                    <a:pt x="3076" y="2931"/>
                    <a:pt x="3120" y="2937"/>
                  </a:cubicBezTo>
                  <a:cubicBezTo>
                    <a:pt x="3739" y="3021"/>
                    <a:pt x="3739" y="3747"/>
                    <a:pt x="3524" y="4104"/>
                  </a:cubicBezTo>
                  <a:cubicBezTo>
                    <a:pt x="3322" y="4449"/>
                    <a:pt x="3274" y="4854"/>
                    <a:pt x="3786" y="4973"/>
                  </a:cubicBezTo>
                  <a:cubicBezTo>
                    <a:pt x="4310" y="5080"/>
                    <a:pt x="4453" y="5080"/>
                    <a:pt x="4453" y="5485"/>
                  </a:cubicBezTo>
                  <a:cubicBezTo>
                    <a:pt x="4453" y="5853"/>
                    <a:pt x="4433" y="6162"/>
                    <a:pt x="4671" y="6162"/>
                  </a:cubicBezTo>
                  <a:cubicBezTo>
                    <a:pt x="4695" y="6162"/>
                    <a:pt x="4721" y="6158"/>
                    <a:pt x="4751" y="6152"/>
                  </a:cubicBezTo>
                  <a:cubicBezTo>
                    <a:pt x="5060" y="6092"/>
                    <a:pt x="5096" y="5949"/>
                    <a:pt x="5239" y="5640"/>
                  </a:cubicBezTo>
                  <a:cubicBezTo>
                    <a:pt x="5319" y="5460"/>
                    <a:pt x="5555" y="5225"/>
                    <a:pt x="5808" y="5225"/>
                  </a:cubicBezTo>
                  <a:cubicBezTo>
                    <a:pt x="6008" y="5225"/>
                    <a:pt x="6218" y="5371"/>
                    <a:pt x="6370" y="5807"/>
                  </a:cubicBezTo>
                  <a:cubicBezTo>
                    <a:pt x="6715" y="6795"/>
                    <a:pt x="6025" y="7259"/>
                    <a:pt x="6025" y="7259"/>
                  </a:cubicBezTo>
                  <a:cubicBezTo>
                    <a:pt x="6322" y="7152"/>
                    <a:pt x="6620" y="7009"/>
                    <a:pt x="6894" y="6842"/>
                  </a:cubicBezTo>
                  <a:cubicBezTo>
                    <a:pt x="7096" y="6485"/>
                    <a:pt x="8454" y="4056"/>
                    <a:pt x="7835" y="2306"/>
                  </a:cubicBezTo>
                  <a:cubicBezTo>
                    <a:pt x="7454" y="1211"/>
                    <a:pt x="6477" y="449"/>
                    <a:pt x="5382" y="139"/>
                  </a:cubicBezTo>
                  <a:cubicBezTo>
                    <a:pt x="5060" y="43"/>
                    <a:pt x="4749" y="1"/>
                    <a:pt x="4444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3074;p56">
              <a:extLst>
                <a:ext uri="{FF2B5EF4-FFF2-40B4-BE49-F238E27FC236}">
                  <a16:creationId xmlns:a16="http://schemas.microsoft.com/office/drawing/2014/main" id="{1BFE8147-86CD-E99D-E931-60DA3A7F40E6}"/>
                </a:ext>
              </a:extLst>
            </p:cNvPr>
            <p:cNvSpPr/>
            <p:nvPr/>
          </p:nvSpPr>
          <p:spPr>
            <a:xfrm>
              <a:off x="3486319" y="2024123"/>
              <a:ext cx="47968" cy="13145"/>
            </a:xfrm>
            <a:custGeom>
              <a:avLst/>
              <a:gdLst/>
              <a:ahLst/>
              <a:cxnLst/>
              <a:rect l="l" t="t" r="r" b="b"/>
              <a:pathLst>
                <a:path w="1394" h="382" fill="none" extrusionOk="0">
                  <a:moveTo>
                    <a:pt x="0" y="382"/>
                  </a:moveTo>
                  <a:cubicBezTo>
                    <a:pt x="0" y="382"/>
                    <a:pt x="846" y="1"/>
                    <a:pt x="1393" y="38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3075;p56">
              <a:extLst>
                <a:ext uri="{FF2B5EF4-FFF2-40B4-BE49-F238E27FC236}">
                  <a16:creationId xmlns:a16="http://schemas.microsoft.com/office/drawing/2014/main" id="{5AA43FFA-B911-979D-EDC5-F7C537BAD7E3}"/>
                </a:ext>
              </a:extLst>
            </p:cNvPr>
            <p:cNvSpPr/>
            <p:nvPr/>
          </p:nvSpPr>
          <p:spPr>
            <a:xfrm>
              <a:off x="3485493" y="2117136"/>
              <a:ext cx="50824" cy="21747"/>
            </a:xfrm>
            <a:custGeom>
              <a:avLst/>
              <a:gdLst/>
              <a:ahLst/>
              <a:cxnLst/>
              <a:rect l="l" t="t" r="r" b="b"/>
              <a:pathLst>
                <a:path w="1477" h="632" fill="none" extrusionOk="0">
                  <a:moveTo>
                    <a:pt x="1" y="286"/>
                  </a:moveTo>
                  <a:cubicBezTo>
                    <a:pt x="1" y="286"/>
                    <a:pt x="894" y="632"/>
                    <a:pt x="1477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3076;p56">
              <a:extLst>
                <a:ext uri="{FF2B5EF4-FFF2-40B4-BE49-F238E27FC236}">
                  <a16:creationId xmlns:a16="http://schemas.microsoft.com/office/drawing/2014/main" id="{CDCE9637-EF3A-5D4F-501D-81DEB103939F}"/>
                </a:ext>
              </a:extLst>
            </p:cNvPr>
            <p:cNvSpPr/>
            <p:nvPr/>
          </p:nvSpPr>
          <p:spPr>
            <a:xfrm>
              <a:off x="3473208" y="2112215"/>
              <a:ext cx="16001" cy="2925"/>
            </a:xfrm>
            <a:custGeom>
              <a:avLst/>
              <a:gdLst/>
              <a:ahLst/>
              <a:cxnLst/>
              <a:rect l="l" t="t" r="r" b="b"/>
              <a:pathLst>
                <a:path w="465" h="85" fill="none" extrusionOk="0">
                  <a:moveTo>
                    <a:pt x="0" y="1"/>
                  </a:moveTo>
                  <a:lnTo>
                    <a:pt x="465" y="84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3077;p56">
              <a:extLst>
                <a:ext uri="{FF2B5EF4-FFF2-40B4-BE49-F238E27FC236}">
                  <a16:creationId xmlns:a16="http://schemas.microsoft.com/office/drawing/2014/main" id="{8A63EBE8-3CCA-3288-4E59-A4074A98EDC0}"/>
                </a:ext>
              </a:extLst>
            </p:cNvPr>
            <p:cNvSpPr/>
            <p:nvPr/>
          </p:nvSpPr>
          <p:spPr>
            <a:xfrm>
              <a:off x="3508032" y="2049553"/>
              <a:ext cx="14383" cy="20508"/>
            </a:xfrm>
            <a:custGeom>
              <a:avLst/>
              <a:gdLst/>
              <a:ahLst/>
              <a:cxnLst/>
              <a:rect l="l" t="t" r="r" b="b"/>
              <a:pathLst>
                <a:path w="418" h="596" extrusionOk="0">
                  <a:moveTo>
                    <a:pt x="203" y="0"/>
                  </a:moveTo>
                  <a:cubicBezTo>
                    <a:pt x="96" y="0"/>
                    <a:pt x="0" y="131"/>
                    <a:pt x="0" y="298"/>
                  </a:cubicBezTo>
                  <a:cubicBezTo>
                    <a:pt x="0" y="464"/>
                    <a:pt x="84" y="595"/>
                    <a:pt x="203" y="595"/>
                  </a:cubicBezTo>
                  <a:cubicBezTo>
                    <a:pt x="322" y="595"/>
                    <a:pt x="417" y="464"/>
                    <a:pt x="417" y="298"/>
                  </a:cubicBezTo>
                  <a:cubicBezTo>
                    <a:pt x="417" y="131"/>
                    <a:pt x="322" y="0"/>
                    <a:pt x="2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3078;p56">
              <a:extLst>
                <a:ext uri="{FF2B5EF4-FFF2-40B4-BE49-F238E27FC236}">
                  <a16:creationId xmlns:a16="http://schemas.microsoft.com/office/drawing/2014/main" id="{F50CA120-E5A9-15C5-BF66-DFC042023B01}"/>
                </a:ext>
              </a:extLst>
            </p:cNvPr>
            <p:cNvSpPr/>
            <p:nvPr/>
          </p:nvSpPr>
          <p:spPr>
            <a:xfrm>
              <a:off x="3549394" y="2140914"/>
              <a:ext cx="61491" cy="64760"/>
            </a:xfrm>
            <a:custGeom>
              <a:avLst/>
              <a:gdLst/>
              <a:ahLst/>
              <a:cxnLst/>
              <a:rect l="l" t="t" r="r" b="b"/>
              <a:pathLst>
                <a:path w="1787" h="1882" extrusionOk="0">
                  <a:moveTo>
                    <a:pt x="1787" y="0"/>
                  </a:moveTo>
                  <a:cubicBezTo>
                    <a:pt x="1787" y="0"/>
                    <a:pt x="1620" y="143"/>
                    <a:pt x="1323" y="345"/>
                  </a:cubicBezTo>
                  <a:cubicBezTo>
                    <a:pt x="1037" y="548"/>
                    <a:pt x="1" y="953"/>
                    <a:pt x="1" y="953"/>
                  </a:cubicBezTo>
                  <a:lnTo>
                    <a:pt x="370" y="1881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3079;p56">
              <a:extLst>
                <a:ext uri="{FF2B5EF4-FFF2-40B4-BE49-F238E27FC236}">
                  <a16:creationId xmlns:a16="http://schemas.microsoft.com/office/drawing/2014/main" id="{4A011DCF-F0AC-DAC2-7495-1CE9922694CC}"/>
                </a:ext>
              </a:extLst>
            </p:cNvPr>
            <p:cNvSpPr/>
            <p:nvPr/>
          </p:nvSpPr>
          <p:spPr>
            <a:xfrm>
              <a:off x="2931994" y="2421947"/>
              <a:ext cx="205290" cy="131205"/>
            </a:xfrm>
            <a:custGeom>
              <a:avLst/>
              <a:gdLst/>
              <a:ahLst/>
              <a:cxnLst/>
              <a:rect l="l" t="t" r="r" b="b"/>
              <a:pathLst>
                <a:path w="5966" h="3813" extrusionOk="0">
                  <a:moveTo>
                    <a:pt x="3251" y="1"/>
                  </a:moveTo>
                  <a:cubicBezTo>
                    <a:pt x="2810" y="1"/>
                    <a:pt x="1131" y="1418"/>
                    <a:pt x="905" y="1596"/>
                  </a:cubicBezTo>
                  <a:cubicBezTo>
                    <a:pt x="667" y="1763"/>
                    <a:pt x="357" y="1918"/>
                    <a:pt x="322" y="2263"/>
                  </a:cubicBezTo>
                  <a:cubicBezTo>
                    <a:pt x="298" y="2608"/>
                    <a:pt x="0" y="3156"/>
                    <a:pt x="322" y="3418"/>
                  </a:cubicBezTo>
                  <a:cubicBezTo>
                    <a:pt x="573" y="3622"/>
                    <a:pt x="751" y="3812"/>
                    <a:pt x="874" y="3812"/>
                  </a:cubicBezTo>
                  <a:cubicBezTo>
                    <a:pt x="908" y="3812"/>
                    <a:pt x="938" y="3797"/>
                    <a:pt x="965" y="3763"/>
                  </a:cubicBezTo>
                  <a:cubicBezTo>
                    <a:pt x="1072" y="3620"/>
                    <a:pt x="929" y="3132"/>
                    <a:pt x="905" y="3037"/>
                  </a:cubicBezTo>
                  <a:cubicBezTo>
                    <a:pt x="869" y="2942"/>
                    <a:pt x="2727" y="2001"/>
                    <a:pt x="2727" y="2001"/>
                  </a:cubicBezTo>
                  <a:lnTo>
                    <a:pt x="3477" y="1823"/>
                  </a:lnTo>
                  <a:lnTo>
                    <a:pt x="3477" y="1823"/>
                  </a:lnTo>
                  <a:cubicBezTo>
                    <a:pt x="3215" y="2061"/>
                    <a:pt x="2917" y="2275"/>
                    <a:pt x="2608" y="2465"/>
                  </a:cubicBezTo>
                  <a:cubicBezTo>
                    <a:pt x="2120" y="2751"/>
                    <a:pt x="1941" y="3239"/>
                    <a:pt x="2203" y="3275"/>
                  </a:cubicBezTo>
                  <a:cubicBezTo>
                    <a:pt x="2225" y="3277"/>
                    <a:pt x="2245" y="3278"/>
                    <a:pt x="2265" y="3278"/>
                  </a:cubicBezTo>
                  <a:cubicBezTo>
                    <a:pt x="2476" y="3278"/>
                    <a:pt x="2564" y="3161"/>
                    <a:pt x="3251" y="2954"/>
                  </a:cubicBezTo>
                  <a:cubicBezTo>
                    <a:pt x="4001" y="2715"/>
                    <a:pt x="4632" y="1965"/>
                    <a:pt x="4632" y="1965"/>
                  </a:cubicBezTo>
                  <a:cubicBezTo>
                    <a:pt x="4632" y="1965"/>
                    <a:pt x="4977" y="2120"/>
                    <a:pt x="5513" y="2370"/>
                  </a:cubicBezTo>
                  <a:cubicBezTo>
                    <a:pt x="5846" y="1846"/>
                    <a:pt x="5965" y="1203"/>
                    <a:pt x="5822" y="584"/>
                  </a:cubicBezTo>
                  <a:cubicBezTo>
                    <a:pt x="4489" y="263"/>
                    <a:pt x="3405" y="1"/>
                    <a:pt x="3251" y="1"/>
                  </a:cubicBezTo>
                  <a:close/>
                </a:path>
              </a:pathLst>
            </a:custGeom>
            <a:solidFill>
              <a:srgbClr val="C2C2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3080;p56">
              <a:extLst>
                <a:ext uri="{FF2B5EF4-FFF2-40B4-BE49-F238E27FC236}">
                  <a16:creationId xmlns:a16="http://schemas.microsoft.com/office/drawing/2014/main" id="{569ED91A-1AC6-6C89-3534-719201CE3095}"/>
                </a:ext>
              </a:extLst>
            </p:cNvPr>
            <p:cNvSpPr/>
            <p:nvPr/>
          </p:nvSpPr>
          <p:spPr>
            <a:xfrm>
              <a:off x="3091764" y="2463757"/>
              <a:ext cx="10702" cy="25842"/>
            </a:xfrm>
            <a:custGeom>
              <a:avLst/>
              <a:gdLst/>
              <a:ahLst/>
              <a:cxnLst/>
              <a:rect l="l" t="t" r="r" b="b"/>
              <a:pathLst>
                <a:path w="311" h="751" fill="none" extrusionOk="0">
                  <a:moveTo>
                    <a:pt x="1" y="750"/>
                  </a:moveTo>
                  <a:lnTo>
                    <a:pt x="31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3081;p56">
              <a:extLst>
                <a:ext uri="{FF2B5EF4-FFF2-40B4-BE49-F238E27FC236}">
                  <a16:creationId xmlns:a16="http://schemas.microsoft.com/office/drawing/2014/main" id="{90CC1158-F62B-B220-91A1-DA3299E0A5F9}"/>
                </a:ext>
              </a:extLst>
            </p:cNvPr>
            <p:cNvSpPr/>
            <p:nvPr/>
          </p:nvSpPr>
          <p:spPr>
            <a:xfrm>
              <a:off x="2896345" y="2478897"/>
              <a:ext cx="129485" cy="62523"/>
            </a:xfrm>
            <a:custGeom>
              <a:avLst/>
              <a:gdLst/>
              <a:ahLst/>
              <a:cxnLst/>
              <a:rect l="l" t="t" r="r" b="b"/>
              <a:pathLst>
                <a:path w="3763" h="1817" extrusionOk="0">
                  <a:moveTo>
                    <a:pt x="2834" y="1"/>
                  </a:moveTo>
                  <a:cubicBezTo>
                    <a:pt x="2834" y="1"/>
                    <a:pt x="1417" y="894"/>
                    <a:pt x="1155" y="1072"/>
                  </a:cubicBezTo>
                  <a:cubicBezTo>
                    <a:pt x="893" y="1239"/>
                    <a:pt x="0" y="1441"/>
                    <a:pt x="84" y="1620"/>
                  </a:cubicBezTo>
                  <a:cubicBezTo>
                    <a:pt x="141" y="1735"/>
                    <a:pt x="256" y="1816"/>
                    <a:pt x="454" y="1816"/>
                  </a:cubicBezTo>
                  <a:cubicBezTo>
                    <a:pt x="543" y="1816"/>
                    <a:pt x="649" y="1800"/>
                    <a:pt x="774" y="1763"/>
                  </a:cubicBezTo>
                  <a:cubicBezTo>
                    <a:pt x="1239" y="1656"/>
                    <a:pt x="1703" y="1501"/>
                    <a:pt x="2144" y="1334"/>
                  </a:cubicBezTo>
                  <a:cubicBezTo>
                    <a:pt x="2608" y="1132"/>
                    <a:pt x="3763" y="346"/>
                    <a:pt x="3763" y="346"/>
                  </a:cubicBezTo>
                  <a:lnTo>
                    <a:pt x="2834" y="1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3082;p56">
              <a:extLst>
                <a:ext uri="{FF2B5EF4-FFF2-40B4-BE49-F238E27FC236}">
                  <a16:creationId xmlns:a16="http://schemas.microsoft.com/office/drawing/2014/main" id="{1EC4456E-4FA7-3F92-4A2D-AEC57B031E2A}"/>
                </a:ext>
              </a:extLst>
            </p:cNvPr>
            <p:cNvSpPr/>
            <p:nvPr/>
          </p:nvSpPr>
          <p:spPr>
            <a:xfrm>
              <a:off x="2896345" y="2478897"/>
              <a:ext cx="129485" cy="64794"/>
            </a:xfrm>
            <a:custGeom>
              <a:avLst/>
              <a:gdLst/>
              <a:ahLst/>
              <a:cxnLst/>
              <a:rect l="l" t="t" r="r" b="b"/>
              <a:pathLst>
                <a:path w="3763" h="1883" fill="none" extrusionOk="0">
                  <a:moveTo>
                    <a:pt x="2834" y="1"/>
                  </a:moveTo>
                  <a:cubicBezTo>
                    <a:pt x="2834" y="1"/>
                    <a:pt x="1417" y="894"/>
                    <a:pt x="1155" y="1072"/>
                  </a:cubicBezTo>
                  <a:cubicBezTo>
                    <a:pt x="893" y="1239"/>
                    <a:pt x="0" y="1441"/>
                    <a:pt x="84" y="1620"/>
                  </a:cubicBezTo>
                  <a:cubicBezTo>
                    <a:pt x="167" y="1787"/>
                    <a:pt x="369" y="1882"/>
                    <a:pt x="774" y="1763"/>
                  </a:cubicBezTo>
                  <a:cubicBezTo>
                    <a:pt x="1239" y="1656"/>
                    <a:pt x="1703" y="1501"/>
                    <a:pt x="2144" y="1334"/>
                  </a:cubicBezTo>
                  <a:cubicBezTo>
                    <a:pt x="2608" y="1132"/>
                    <a:pt x="3763" y="346"/>
                    <a:pt x="3763" y="346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3083;p56">
              <a:extLst>
                <a:ext uri="{FF2B5EF4-FFF2-40B4-BE49-F238E27FC236}">
                  <a16:creationId xmlns:a16="http://schemas.microsoft.com/office/drawing/2014/main" id="{C78618E9-612E-BDCE-F329-986ADB1909F3}"/>
                </a:ext>
              </a:extLst>
            </p:cNvPr>
            <p:cNvSpPr/>
            <p:nvPr/>
          </p:nvSpPr>
          <p:spPr>
            <a:xfrm>
              <a:off x="3478542" y="2182689"/>
              <a:ext cx="416258" cy="460922"/>
            </a:xfrm>
            <a:custGeom>
              <a:avLst/>
              <a:gdLst/>
              <a:ahLst/>
              <a:cxnLst/>
              <a:rect l="l" t="t" r="r" b="b"/>
              <a:pathLst>
                <a:path w="12097" h="13395" extrusionOk="0">
                  <a:moveTo>
                    <a:pt x="9037" y="1"/>
                  </a:moveTo>
                  <a:lnTo>
                    <a:pt x="7418" y="4549"/>
                  </a:lnTo>
                  <a:lnTo>
                    <a:pt x="8406" y="10716"/>
                  </a:lnTo>
                  <a:cubicBezTo>
                    <a:pt x="8406" y="10716"/>
                    <a:pt x="5918" y="11240"/>
                    <a:pt x="4810" y="11419"/>
                  </a:cubicBezTo>
                  <a:cubicBezTo>
                    <a:pt x="4491" y="11467"/>
                    <a:pt x="4205" y="11485"/>
                    <a:pt x="3960" y="11485"/>
                  </a:cubicBezTo>
                  <a:cubicBezTo>
                    <a:pt x="3365" y="11485"/>
                    <a:pt x="3012" y="11383"/>
                    <a:pt x="3012" y="11383"/>
                  </a:cubicBezTo>
                  <a:cubicBezTo>
                    <a:pt x="3012" y="11383"/>
                    <a:pt x="2286" y="10347"/>
                    <a:pt x="1858" y="10169"/>
                  </a:cubicBezTo>
                  <a:cubicBezTo>
                    <a:pt x="1765" y="10127"/>
                    <a:pt x="1666" y="10107"/>
                    <a:pt x="1567" y="10107"/>
                  </a:cubicBezTo>
                  <a:cubicBezTo>
                    <a:pt x="1410" y="10107"/>
                    <a:pt x="1255" y="10157"/>
                    <a:pt x="1131" y="10252"/>
                  </a:cubicBezTo>
                  <a:cubicBezTo>
                    <a:pt x="1036" y="10246"/>
                    <a:pt x="944" y="10243"/>
                    <a:pt x="851" y="10243"/>
                  </a:cubicBezTo>
                  <a:cubicBezTo>
                    <a:pt x="759" y="10243"/>
                    <a:pt x="667" y="10246"/>
                    <a:pt x="572" y="10252"/>
                  </a:cubicBezTo>
                  <a:cubicBezTo>
                    <a:pt x="465" y="10288"/>
                    <a:pt x="226" y="10288"/>
                    <a:pt x="107" y="10573"/>
                  </a:cubicBezTo>
                  <a:cubicBezTo>
                    <a:pt x="0" y="10871"/>
                    <a:pt x="107" y="11359"/>
                    <a:pt x="107" y="11538"/>
                  </a:cubicBezTo>
                  <a:cubicBezTo>
                    <a:pt x="84" y="11871"/>
                    <a:pt x="72" y="12205"/>
                    <a:pt x="84" y="12550"/>
                  </a:cubicBezTo>
                  <a:cubicBezTo>
                    <a:pt x="107" y="13014"/>
                    <a:pt x="405" y="12955"/>
                    <a:pt x="774" y="13121"/>
                  </a:cubicBezTo>
                  <a:cubicBezTo>
                    <a:pt x="1155" y="13300"/>
                    <a:pt x="1798" y="13359"/>
                    <a:pt x="2048" y="13359"/>
                  </a:cubicBezTo>
                  <a:cubicBezTo>
                    <a:pt x="2250" y="13359"/>
                    <a:pt x="7770" y="13395"/>
                    <a:pt x="10372" y="13395"/>
                  </a:cubicBezTo>
                  <a:cubicBezTo>
                    <a:pt x="11153" y="13395"/>
                    <a:pt x="11671" y="13391"/>
                    <a:pt x="11704" y="13383"/>
                  </a:cubicBezTo>
                  <a:cubicBezTo>
                    <a:pt x="11930" y="13359"/>
                    <a:pt x="12097" y="13157"/>
                    <a:pt x="12073" y="12919"/>
                  </a:cubicBezTo>
                  <a:cubicBezTo>
                    <a:pt x="12049" y="12609"/>
                    <a:pt x="11525" y="1858"/>
                    <a:pt x="11263" y="1370"/>
                  </a:cubicBezTo>
                  <a:cubicBezTo>
                    <a:pt x="11002" y="870"/>
                    <a:pt x="9037" y="1"/>
                    <a:pt x="9037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3084;p56">
              <a:extLst>
                <a:ext uri="{FF2B5EF4-FFF2-40B4-BE49-F238E27FC236}">
                  <a16:creationId xmlns:a16="http://schemas.microsoft.com/office/drawing/2014/main" id="{30635E06-39C5-5A6C-E55F-95FE16E6EAD9}"/>
                </a:ext>
              </a:extLst>
            </p:cNvPr>
            <p:cNvSpPr/>
            <p:nvPr/>
          </p:nvSpPr>
          <p:spPr>
            <a:xfrm>
              <a:off x="3478542" y="2182689"/>
              <a:ext cx="416258" cy="461748"/>
            </a:xfrm>
            <a:custGeom>
              <a:avLst/>
              <a:gdLst/>
              <a:ahLst/>
              <a:cxnLst/>
              <a:rect l="l" t="t" r="r" b="b"/>
              <a:pathLst>
                <a:path w="12097" h="13419" fill="none" extrusionOk="0">
                  <a:moveTo>
                    <a:pt x="9037" y="1"/>
                  </a:moveTo>
                  <a:cubicBezTo>
                    <a:pt x="9037" y="1"/>
                    <a:pt x="11002" y="870"/>
                    <a:pt x="11263" y="1370"/>
                  </a:cubicBezTo>
                  <a:cubicBezTo>
                    <a:pt x="11525" y="1858"/>
                    <a:pt x="12049" y="12609"/>
                    <a:pt x="12073" y="12919"/>
                  </a:cubicBezTo>
                  <a:cubicBezTo>
                    <a:pt x="12097" y="13157"/>
                    <a:pt x="11930" y="13359"/>
                    <a:pt x="11704" y="13383"/>
                  </a:cubicBezTo>
                  <a:cubicBezTo>
                    <a:pt x="11561" y="13419"/>
                    <a:pt x="2310" y="13359"/>
                    <a:pt x="2048" y="13359"/>
                  </a:cubicBezTo>
                  <a:cubicBezTo>
                    <a:pt x="1798" y="13359"/>
                    <a:pt x="1155" y="13300"/>
                    <a:pt x="774" y="13121"/>
                  </a:cubicBezTo>
                  <a:cubicBezTo>
                    <a:pt x="405" y="12955"/>
                    <a:pt x="107" y="13014"/>
                    <a:pt x="84" y="12550"/>
                  </a:cubicBezTo>
                  <a:cubicBezTo>
                    <a:pt x="72" y="12205"/>
                    <a:pt x="84" y="11871"/>
                    <a:pt x="107" y="11538"/>
                  </a:cubicBezTo>
                  <a:cubicBezTo>
                    <a:pt x="107" y="11359"/>
                    <a:pt x="0" y="10871"/>
                    <a:pt x="107" y="10573"/>
                  </a:cubicBezTo>
                  <a:cubicBezTo>
                    <a:pt x="226" y="10288"/>
                    <a:pt x="465" y="10288"/>
                    <a:pt x="572" y="10252"/>
                  </a:cubicBezTo>
                  <a:cubicBezTo>
                    <a:pt x="762" y="10240"/>
                    <a:pt x="941" y="10240"/>
                    <a:pt x="1131" y="10252"/>
                  </a:cubicBezTo>
                  <a:cubicBezTo>
                    <a:pt x="1334" y="10097"/>
                    <a:pt x="1619" y="10061"/>
                    <a:pt x="1858" y="10169"/>
                  </a:cubicBezTo>
                  <a:cubicBezTo>
                    <a:pt x="2286" y="10347"/>
                    <a:pt x="3012" y="11383"/>
                    <a:pt x="3012" y="11383"/>
                  </a:cubicBezTo>
                  <a:cubicBezTo>
                    <a:pt x="3012" y="11383"/>
                    <a:pt x="3715" y="11585"/>
                    <a:pt x="4810" y="11419"/>
                  </a:cubicBezTo>
                  <a:cubicBezTo>
                    <a:pt x="5918" y="11240"/>
                    <a:pt x="8406" y="10716"/>
                    <a:pt x="8406" y="10716"/>
                  </a:cubicBezTo>
                  <a:lnTo>
                    <a:pt x="7418" y="4549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3085;p56">
              <a:extLst>
                <a:ext uri="{FF2B5EF4-FFF2-40B4-BE49-F238E27FC236}">
                  <a16:creationId xmlns:a16="http://schemas.microsoft.com/office/drawing/2014/main" id="{01EC9830-3076-A7E3-1081-02B6286CB5F8}"/>
                </a:ext>
              </a:extLst>
            </p:cNvPr>
            <p:cNvSpPr/>
            <p:nvPr/>
          </p:nvSpPr>
          <p:spPr>
            <a:xfrm>
              <a:off x="3767387" y="2551435"/>
              <a:ext cx="4921" cy="36062"/>
            </a:xfrm>
            <a:custGeom>
              <a:avLst/>
              <a:gdLst/>
              <a:ahLst/>
              <a:cxnLst/>
              <a:rect l="l" t="t" r="r" b="b"/>
              <a:pathLst>
                <a:path w="143" h="1048" fill="none" extrusionOk="0">
                  <a:moveTo>
                    <a:pt x="0" y="0"/>
                  </a:moveTo>
                  <a:lnTo>
                    <a:pt x="143" y="1048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3086;p56">
              <a:extLst>
                <a:ext uri="{FF2B5EF4-FFF2-40B4-BE49-F238E27FC236}">
                  <a16:creationId xmlns:a16="http://schemas.microsoft.com/office/drawing/2014/main" id="{3BBED46D-3D2E-B45B-C728-5EFCD6AEF7F5}"/>
                </a:ext>
              </a:extLst>
            </p:cNvPr>
            <p:cNvSpPr/>
            <p:nvPr/>
          </p:nvSpPr>
          <p:spPr>
            <a:xfrm>
              <a:off x="3478129" y="2530445"/>
              <a:ext cx="133167" cy="112383"/>
            </a:xfrm>
            <a:custGeom>
              <a:avLst/>
              <a:gdLst/>
              <a:ahLst/>
              <a:cxnLst/>
              <a:rect l="l" t="t" r="r" b="b"/>
              <a:pathLst>
                <a:path w="3870" h="3266" extrusionOk="0">
                  <a:moveTo>
                    <a:pt x="1570" y="1"/>
                  </a:moveTo>
                  <a:cubicBezTo>
                    <a:pt x="1416" y="1"/>
                    <a:pt x="1263" y="51"/>
                    <a:pt x="1131" y="146"/>
                  </a:cubicBezTo>
                  <a:cubicBezTo>
                    <a:pt x="1042" y="140"/>
                    <a:pt x="950" y="137"/>
                    <a:pt x="858" y="137"/>
                  </a:cubicBezTo>
                  <a:cubicBezTo>
                    <a:pt x="765" y="137"/>
                    <a:pt x="673" y="140"/>
                    <a:pt x="584" y="146"/>
                  </a:cubicBezTo>
                  <a:cubicBezTo>
                    <a:pt x="465" y="182"/>
                    <a:pt x="238" y="182"/>
                    <a:pt x="119" y="467"/>
                  </a:cubicBezTo>
                  <a:cubicBezTo>
                    <a:pt x="0" y="753"/>
                    <a:pt x="119" y="1253"/>
                    <a:pt x="119" y="1432"/>
                  </a:cubicBezTo>
                  <a:cubicBezTo>
                    <a:pt x="96" y="1765"/>
                    <a:pt x="84" y="2099"/>
                    <a:pt x="96" y="2444"/>
                  </a:cubicBezTo>
                  <a:cubicBezTo>
                    <a:pt x="119" y="2908"/>
                    <a:pt x="405" y="2849"/>
                    <a:pt x="786" y="3015"/>
                  </a:cubicBezTo>
                  <a:cubicBezTo>
                    <a:pt x="1167" y="3194"/>
                    <a:pt x="1798" y="3253"/>
                    <a:pt x="2060" y="3253"/>
                  </a:cubicBezTo>
                  <a:lnTo>
                    <a:pt x="3691" y="3265"/>
                  </a:lnTo>
                  <a:cubicBezTo>
                    <a:pt x="3382" y="2253"/>
                    <a:pt x="3632" y="1682"/>
                    <a:pt x="3870" y="1384"/>
                  </a:cubicBezTo>
                  <a:cubicBezTo>
                    <a:pt x="3584" y="1384"/>
                    <a:pt x="3298" y="1348"/>
                    <a:pt x="3024" y="1277"/>
                  </a:cubicBezTo>
                  <a:cubicBezTo>
                    <a:pt x="3024" y="1277"/>
                    <a:pt x="2298" y="241"/>
                    <a:pt x="1858" y="63"/>
                  </a:cubicBezTo>
                  <a:cubicBezTo>
                    <a:pt x="1765" y="21"/>
                    <a:pt x="1668" y="1"/>
                    <a:pt x="1570" y="1"/>
                  </a:cubicBezTo>
                  <a:close/>
                </a:path>
              </a:pathLst>
            </a:custGeom>
            <a:solidFill>
              <a:srgbClr val="C2C2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3087;p56">
              <a:extLst>
                <a:ext uri="{FF2B5EF4-FFF2-40B4-BE49-F238E27FC236}">
                  <a16:creationId xmlns:a16="http://schemas.microsoft.com/office/drawing/2014/main" id="{26F2B93C-8A81-B39E-193F-679926A17225}"/>
                </a:ext>
              </a:extLst>
            </p:cNvPr>
            <p:cNvSpPr/>
            <p:nvPr/>
          </p:nvSpPr>
          <p:spPr>
            <a:xfrm>
              <a:off x="2518169" y="2329761"/>
              <a:ext cx="492923" cy="297062"/>
            </a:xfrm>
            <a:custGeom>
              <a:avLst/>
              <a:gdLst/>
              <a:ahLst/>
              <a:cxnLst/>
              <a:rect l="l" t="t" r="r" b="b"/>
              <a:pathLst>
                <a:path w="14325" h="8633" extrusionOk="0">
                  <a:moveTo>
                    <a:pt x="1" y="1"/>
                  </a:moveTo>
                  <a:lnTo>
                    <a:pt x="2108" y="8633"/>
                  </a:lnTo>
                  <a:lnTo>
                    <a:pt x="14324" y="8633"/>
                  </a:lnTo>
                  <a:lnTo>
                    <a:pt x="12217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3088;p56">
              <a:extLst>
                <a:ext uri="{FF2B5EF4-FFF2-40B4-BE49-F238E27FC236}">
                  <a16:creationId xmlns:a16="http://schemas.microsoft.com/office/drawing/2014/main" id="{6FE14C59-11AD-D3D7-99E0-7D7EBF780D65}"/>
                </a:ext>
              </a:extLst>
            </p:cNvPr>
            <p:cNvSpPr/>
            <p:nvPr/>
          </p:nvSpPr>
          <p:spPr>
            <a:xfrm>
              <a:off x="2693527" y="2467026"/>
              <a:ext cx="121330" cy="33619"/>
            </a:xfrm>
            <a:custGeom>
              <a:avLst/>
              <a:gdLst/>
              <a:ahLst/>
              <a:cxnLst/>
              <a:rect l="l" t="t" r="r" b="b"/>
              <a:pathLst>
                <a:path w="3526" h="977" extrusionOk="0">
                  <a:moveTo>
                    <a:pt x="1763" y="1"/>
                  </a:moveTo>
                  <a:cubicBezTo>
                    <a:pt x="787" y="1"/>
                    <a:pt x="1" y="215"/>
                    <a:pt x="1" y="489"/>
                  </a:cubicBezTo>
                  <a:cubicBezTo>
                    <a:pt x="1" y="763"/>
                    <a:pt x="787" y="977"/>
                    <a:pt x="1763" y="977"/>
                  </a:cubicBezTo>
                  <a:cubicBezTo>
                    <a:pt x="2739" y="977"/>
                    <a:pt x="3525" y="751"/>
                    <a:pt x="3525" y="489"/>
                  </a:cubicBezTo>
                  <a:cubicBezTo>
                    <a:pt x="3525" y="227"/>
                    <a:pt x="2739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3089;p56">
              <a:extLst>
                <a:ext uri="{FF2B5EF4-FFF2-40B4-BE49-F238E27FC236}">
                  <a16:creationId xmlns:a16="http://schemas.microsoft.com/office/drawing/2014/main" id="{223EAA29-4A1F-05F0-FBC4-62659FE4771D}"/>
                </a:ext>
              </a:extLst>
            </p:cNvPr>
            <p:cNvSpPr/>
            <p:nvPr/>
          </p:nvSpPr>
          <p:spPr>
            <a:xfrm>
              <a:off x="2590707" y="2626795"/>
              <a:ext cx="688303" cy="18891"/>
            </a:xfrm>
            <a:custGeom>
              <a:avLst/>
              <a:gdLst/>
              <a:ahLst/>
              <a:cxnLst/>
              <a:rect l="l" t="t" r="r" b="b"/>
              <a:pathLst>
                <a:path w="20003" h="549" extrusionOk="0">
                  <a:moveTo>
                    <a:pt x="0" y="1"/>
                  </a:moveTo>
                  <a:lnTo>
                    <a:pt x="0" y="549"/>
                  </a:lnTo>
                  <a:lnTo>
                    <a:pt x="20003" y="549"/>
                  </a:lnTo>
                  <a:lnTo>
                    <a:pt x="20003" y="1"/>
                  </a:lnTo>
                  <a:close/>
                </a:path>
              </a:pathLst>
            </a:custGeom>
            <a:solidFill>
              <a:srgbClr val="C2C2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3090;p56">
              <a:extLst>
                <a:ext uri="{FF2B5EF4-FFF2-40B4-BE49-F238E27FC236}">
                  <a16:creationId xmlns:a16="http://schemas.microsoft.com/office/drawing/2014/main" id="{C1F0DF45-B63E-0326-7898-B4CD169E586A}"/>
                </a:ext>
              </a:extLst>
            </p:cNvPr>
            <p:cNvSpPr/>
            <p:nvPr/>
          </p:nvSpPr>
          <p:spPr>
            <a:xfrm>
              <a:off x="3016783" y="2626795"/>
              <a:ext cx="262239" cy="18891"/>
            </a:xfrm>
            <a:custGeom>
              <a:avLst/>
              <a:gdLst/>
              <a:ahLst/>
              <a:cxnLst/>
              <a:rect l="l" t="t" r="r" b="b"/>
              <a:pathLst>
                <a:path w="7621" h="549" extrusionOk="0">
                  <a:moveTo>
                    <a:pt x="1" y="1"/>
                  </a:moveTo>
                  <a:lnTo>
                    <a:pt x="1" y="549"/>
                  </a:lnTo>
                  <a:lnTo>
                    <a:pt x="7621" y="549"/>
                  </a:lnTo>
                  <a:lnTo>
                    <a:pt x="7621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3091;p56">
              <a:extLst>
                <a:ext uri="{FF2B5EF4-FFF2-40B4-BE49-F238E27FC236}">
                  <a16:creationId xmlns:a16="http://schemas.microsoft.com/office/drawing/2014/main" id="{17C0091A-5F5B-2612-8274-4C918774C93A}"/>
                </a:ext>
              </a:extLst>
            </p:cNvPr>
            <p:cNvSpPr/>
            <p:nvPr/>
          </p:nvSpPr>
          <p:spPr>
            <a:xfrm>
              <a:off x="3037292" y="2632129"/>
              <a:ext cx="22539" cy="4129"/>
            </a:xfrm>
            <a:custGeom>
              <a:avLst/>
              <a:gdLst/>
              <a:ahLst/>
              <a:cxnLst/>
              <a:rect l="l" t="t" r="r" b="b"/>
              <a:pathLst>
                <a:path w="655" h="120" extrusionOk="0">
                  <a:moveTo>
                    <a:pt x="0" y="1"/>
                  </a:moveTo>
                  <a:lnTo>
                    <a:pt x="0" y="120"/>
                  </a:lnTo>
                  <a:lnTo>
                    <a:pt x="655" y="120"/>
                  </a:lnTo>
                  <a:lnTo>
                    <a:pt x="655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3092;p56">
              <a:extLst>
                <a:ext uri="{FF2B5EF4-FFF2-40B4-BE49-F238E27FC236}">
                  <a16:creationId xmlns:a16="http://schemas.microsoft.com/office/drawing/2014/main" id="{8DB9B90A-4187-933D-64AE-37D8D2345375}"/>
                </a:ext>
              </a:extLst>
            </p:cNvPr>
            <p:cNvSpPr/>
            <p:nvPr/>
          </p:nvSpPr>
          <p:spPr>
            <a:xfrm>
              <a:off x="3095033" y="2632129"/>
              <a:ext cx="22573" cy="4129"/>
            </a:xfrm>
            <a:custGeom>
              <a:avLst/>
              <a:gdLst/>
              <a:ahLst/>
              <a:cxnLst/>
              <a:rect l="l" t="t" r="r" b="b"/>
              <a:pathLst>
                <a:path w="656" h="120" extrusionOk="0">
                  <a:moveTo>
                    <a:pt x="1" y="1"/>
                  </a:moveTo>
                  <a:lnTo>
                    <a:pt x="1" y="120"/>
                  </a:lnTo>
                  <a:lnTo>
                    <a:pt x="656" y="120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3093;p56">
              <a:extLst>
                <a:ext uri="{FF2B5EF4-FFF2-40B4-BE49-F238E27FC236}">
                  <a16:creationId xmlns:a16="http://schemas.microsoft.com/office/drawing/2014/main" id="{64708A0A-0B86-704D-B172-4199CD575927}"/>
                </a:ext>
              </a:extLst>
            </p:cNvPr>
            <p:cNvSpPr/>
            <p:nvPr/>
          </p:nvSpPr>
          <p:spPr>
            <a:xfrm>
              <a:off x="2107234" y="2645652"/>
              <a:ext cx="2101384" cy="34"/>
            </a:xfrm>
            <a:custGeom>
              <a:avLst/>
              <a:gdLst/>
              <a:ahLst/>
              <a:cxnLst/>
              <a:rect l="l" t="t" r="r" b="b"/>
              <a:pathLst>
                <a:path w="61069" h="1" fill="none" extrusionOk="0">
                  <a:moveTo>
                    <a:pt x="61068" y="1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5" name="CuadroTexto 1984">
            <a:extLst>
              <a:ext uri="{FF2B5EF4-FFF2-40B4-BE49-F238E27FC236}">
                <a16:creationId xmlns:a16="http://schemas.microsoft.com/office/drawing/2014/main" id="{45892005-29A9-644D-1503-275DC8BCEC3D}"/>
              </a:ext>
            </a:extLst>
          </p:cNvPr>
          <p:cNvSpPr txBox="1"/>
          <p:nvPr/>
        </p:nvSpPr>
        <p:spPr>
          <a:xfrm>
            <a:off x="74385" y="212415"/>
            <a:ext cx="5520871" cy="138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000" b="1" dirty="0">
                <a:latin typeface="+mj-lt"/>
              </a:rPr>
              <a:t>6 preguntas de </a:t>
            </a:r>
            <a:r>
              <a:rPr lang="es-ES" sz="2000" b="1" dirty="0" err="1">
                <a:latin typeface="+mj-lt"/>
              </a:rPr>
              <a:t>Science</a:t>
            </a:r>
            <a:r>
              <a:rPr lang="es-ES" sz="2000" b="1" dirty="0">
                <a:latin typeface="+mj-lt"/>
              </a:rPr>
              <a:t> &amp; </a:t>
            </a:r>
            <a:r>
              <a:rPr lang="es-ES" sz="2000" b="1" dirty="0" err="1">
                <a:latin typeface="+mj-lt"/>
              </a:rPr>
              <a:t>Mathematics</a:t>
            </a:r>
            <a:r>
              <a:rPr lang="es-ES" sz="2000" b="1" dirty="0">
                <a:latin typeface="+mj-lt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000" b="1" dirty="0">
                <a:latin typeface="+mj-lt"/>
              </a:rPr>
              <a:t>6 preguntas de </a:t>
            </a:r>
            <a:r>
              <a:rPr lang="es-ES" sz="2000" b="1" dirty="0" err="1">
                <a:latin typeface="+mj-lt"/>
              </a:rPr>
              <a:t>Education</a:t>
            </a:r>
            <a:r>
              <a:rPr lang="es-ES" sz="2000" b="1" dirty="0">
                <a:latin typeface="+mj-lt"/>
              </a:rPr>
              <a:t> &amp; Reference.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000" b="1" dirty="0">
                <a:latin typeface="+mj-lt"/>
              </a:rPr>
              <a:t>4 preguntas de Social </a:t>
            </a:r>
            <a:r>
              <a:rPr lang="es-ES" sz="2000" b="1" dirty="0" err="1">
                <a:latin typeface="+mj-lt"/>
              </a:rPr>
              <a:t>Science</a:t>
            </a:r>
            <a:r>
              <a:rPr lang="es-ES" sz="2000" b="1" dirty="0">
                <a:latin typeface="+mj-lt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sz="2000" b="1" dirty="0">
                <a:latin typeface="+mj-lt"/>
              </a:rPr>
              <a:t>6 preguntas de </a:t>
            </a:r>
            <a:r>
              <a:rPr lang="es-ES" sz="2000" b="1" dirty="0" err="1">
                <a:latin typeface="+mj-lt"/>
              </a:rPr>
              <a:t>Arts</a:t>
            </a:r>
            <a:r>
              <a:rPr lang="es-ES" sz="2000" b="1" dirty="0">
                <a:latin typeface="+mj-lt"/>
              </a:rPr>
              <a:t> &amp; </a:t>
            </a:r>
            <a:r>
              <a:rPr lang="es-ES" sz="2000" b="1" dirty="0" err="1">
                <a:latin typeface="+mj-lt"/>
              </a:rPr>
              <a:t>Humanities</a:t>
            </a:r>
            <a:r>
              <a:rPr lang="es-ES" sz="14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86" name="CuadroTexto 1985">
            <a:extLst>
              <a:ext uri="{FF2B5EF4-FFF2-40B4-BE49-F238E27FC236}">
                <a16:creationId xmlns:a16="http://schemas.microsoft.com/office/drawing/2014/main" id="{3B28287E-EB35-EC0B-59CD-33E9A4C9CE76}"/>
              </a:ext>
            </a:extLst>
          </p:cNvPr>
          <p:cNvSpPr txBox="1"/>
          <p:nvPr/>
        </p:nvSpPr>
        <p:spPr>
          <a:xfrm>
            <a:off x="2977786" y="3548774"/>
            <a:ext cx="5234940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/>
              <a:t>generar_muestra_xslt.py</a:t>
            </a:r>
            <a:endParaRPr lang="es-ES" sz="2000" b="1" dirty="0"/>
          </a:p>
        </p:txBody>
      </p:sp>
      <p:pic>
        <p:nvPicPr>
          <p:cNvPr id="1988" name="Imagen 1987">
            <a:extLst>
              <a:ext uri="{FF2B5EF4-FFF2-40B4-BE49-F238E27FC236}">
                <a16:creationId xmlns:a16="http://schemas.microsoft.com/office/drawing/2014/main" id="{7921110C-5C55-0FD1-9B75-B2BCA6EC2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18" y="2062448"/>
            <a:ext cx="7867272" cy="1384176"/>
          </a:xfrm>
          <a:prstGeom prst="rect">
            <a:avLst/>
          </a:prstGeom>
        </p:spPr>
      </p:pic>
      <p:sp>
        <p:nvSpPr>
          <p:cNvPr id="1989" name="Google Shape;964;p37">
            <a:extLst>
              <a:ext uri="{FF2B5EF4-FFF2-40B4-BE49-F238E27FC236}">
                <a16:creationId xmlns:a16="http://schemas.microsoft.com/office/drawing/2014/main" id="{6337C896-CC30-A93C-5336-BAAA71BCBBAB}"/>
              </a:ext>
            </a:extLst>
          </p:cNvPr>
          <p:cNvSpPr/>
          <p:nvPr/>
        </p:nvSpPr>
        <p:spPr>
          <a:xfrm>
            <a:off x="5595256" y="174488"/>
            <a:ext cx="3187358" cy="1385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965;p37">
            <a:extLst>
              <a:ext uri="{FF2B5EF4-FFF2-40B4-BE49-F238E27FC236}">
                <a16:creationId xmlns:a16="http://schemas.microsoft.com/office/drawing/2014/main" id="{8CAA891C-82AD-6D8F-811D-0072ABB53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5256" y="212415"/>
            <a:ext cx="3187358" cy="1087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lt1"/>
                </a:solidFill>
              </a:rPr>
              <a:t>Generación del XML de Muestra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991" name="CuadroTexto 1990">
            <a:extLst>
              <a:ext uri="{FF2B5EF4-FFF2-40B4-BE49-F238E27FC236}">
                <a16:creationId xmlns:a16="http://schemas.microsoft.com/office/drawing/2014/main" id="{EA3D60B4-DF51-6CD8-929F-431DB4B201E8}"/>
              </a:ext>
            </a:extLst>
          </p:cNvPr>
          <p:cNvSpPr txBox="1"/>
          <p:nvPr/>
        </p:nvSpPr>
        <p:spPr>
          <a:xfrm>
            <a:off x="2977786" y="4459907"/>
            <a:ext cx="5234940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/>
              <a:t>yahoo_muestra.xml</a:t>
            </a:r>
            <a:endParaRPr lang="es-ES" sz="2000" b="1" dirty="0"/>
          </a:p>
        </p:txBody>
      </p:sp>
      <p:cxnSp>
        <p:nvCxnSpPr>
          <p:cNvPr id="1993" name="Conector recto de flecha 1992">
            <a:extLst>
              <a:ext uri="{FF2B5EF4-FFF2-40B4-BE49-F238E27FC236}">
                <a16:creationId xmlns:a16="http://schemas.microsoft.com/office/drawing/2014/main" id="{97E3EF14-AE13-FC7B-B13F-9C4E4EB05C16}"/>
              </a:ext>
            </a:extLst>
          </p:cNvPr>
          <p:cNvCxnSpPr>
            <a:stCxn id="1986" idx="2"/>
            <a:endCxn id="1991" idx="0"/>
          </p:cNvCxnSpPr>
          <p:nvPr/>
        </p:nvCxnSpPr>
        <p:spPr>
          <a:xfrm>
            <a:off x="5595256" y="3948884"/>
            <a:ext cx="0" cy="51102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980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" grpId="0" animBg="1"/>
      <p:bldP spid="199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1BCE2D02-7B76-08DD-5E0E-DD4A66745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1">
            <a:extLst>
              <a:ext uri="{FF2B5EF4-FFF2-40B4-BE49-F238E27FC236}">
                <a16:creationId xmlns:a16="http://schemas.microsoft.com/office/drawing/2014/main" id="{0D115FF4-3B8C-E8C9-3828-B7C106194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Diseño y Estrcutura del XSLT</a:t>
            </a:r>
            <a:endParaRPr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CAD0F54-E959-6E10-6D4D-E1B50513AE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05250" y="4721465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26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6063C8-96F0-C85B-E949-903A887FEFAD}"/>
              </a:ext>
            </a:extLst>
          </p:cNvPr>
          <p:cNvSpPr txBox="1"/>
          <p:nvPr/>
        </p:nvSpPr>
        <p:spPr>
          <a:xfrm>
            <a:off x="2034223" y="1301223"/>
            <a:ext cx="5234940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/>
              <a:t>yahoo_muestra.xml</a:t>
            </a:r>
            <a:endParaRPr lang="es-ES" sz="2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618957-760D-DA75-1353-672C10800996}"/>
              </a:ext>
            </a:extLst>
          </p:cNvPr>
          <p:cNvSpPr txBox="1"/>
          <p:nvPr/>
        </p:nvSpPr>
        <p:spPr>
          <a:xfrm>
            <a:off x="2034223" y="2212356"/>
            <a:ext cx="5234940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 err="1"/>
              <a:t>yahoo_answers.xslt</a:t>
            </a:r>
            <a:endParaRPr lang="es-ES" sz="2000" b="1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2DEA44A-E9C1-AD1F-FA26-E30F8842952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651693" y="1701333"/>
            <a:ext cx="0" cy="51102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298C12FD-57B4-44A5-180F-D32E9ABFD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29" y="2915178"/>
            <a:ext cx="8162142" cy="207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56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74B2CC18-F1B6-2A25-50C9-7EAC27BD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1">
            <a:extLst>
              <a:ext uri="{FF2B5EF4-FFF2-40B4-BE49-F238E27FC236}">
                <a16:creationId xmlns:a16="http://schemas.microsoft.com/office/drawing/2014/main" id="{7B6A8C9E-8C5C-91F0-9EA4-2219DD3CA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26151"/>
            <a:ext cx="7717800" cy="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Aplicación del XSLT y Resultado</a:t>
            </a:r>
            <a:endParaRPr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CA9FC4B-16DD-799B-FE26-D15450D288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05250" y="4721465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27</a:t>
            </a:fld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F4530D-84AB-F32D-BB9D-C8F23C4DEA96}"/>
              </a:ext>
            </a:extLst>
          </p:cNvPr>
          <p:cNvSpPr txBox="1"/>
          <p:nvPr/>
        </p:nvSpPr>
        <p:spPr>
          <a:xfrm>
            <a:off x="1889080" y="1308480"/>
            <a:ext cx="5234940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/>
              <a:t>aplicar_xslt.py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E721B5-53C8-D2EA-BC37-DB86E0E7435A}"/>
              </a:ext>
            </a:extLst>
          </p:cNvPr>
          <p:cNvSpPr txBox="1"/>
          <p:nvPr/>
        </p:nvSpPr>
        <p:spPr>
          <a:xfrm>
            <a:off x="713100" y="2887344"/>
            <a:ext cx="1298448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 err="1"/>
              <a:t>xslt</a:t>
            </a:r>
            <a:endParaRPr lang="es-ES" sz="20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1C2802-444C-849F-3D8A-5628BCED01C6}"/>
              </a:ext>
            </a:extLst>
          </p:cNvPr>
          <p:cNvSpPr txBox="1"/>
          <p:nvPr/>
        </p:nvSpPr>
        <p:spPr>
          <a:xfrm>
            <a:off x="7124020" y="2887344"/>
            <a:ext cx="1298448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/>
              <a:t>.</a:t>
            </a:r>
            <a:r>
              <a:rPr lang="es-ES" sz="2000" b="1" i="1" dirty="0" err="1"/>
              <a:t>html</a:t>
            </a:r>
            <a:endParaRPr lang="es-ES" sz="2000" b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235BF99-6E11-EA5A-3FBD-716F7FAA05C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011548" y="3087399"/>
            <a:ext cx="511247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9BE60C-73B9-E90C-AA2F-B4C893158BBA}"/>
              </a:ext>
            </a:extLst>
          </p:cNvPr>
          <p:cNvSpPr txBox="1"/>
          <p:nvPr/>
        </p:nvSpPr>
        <p:spPr>
          <a:xfrm>
            <a:off x="3609336" y="2571750"/>
            <a:ext cx="1794428" cy="400110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2000" b="1" i="1" dirty="0"/>
              <a:t>Librería </a:t>
            </a:r>
            <a:r>
              <a:rPr lang="es-ES" sz="2000" b="1" i="1" dirty="0" err="1"/>
              <a:t>lxml</a:t>
            </a:r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3564779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94">
          <a:extLst>
            <a:ext uri="{FF2B5EF4-FFF2-40B4-BE49-F238E27FC236}">
              <a16:creationId xmlns:a16="http://schemas.microsoft.com/office/drawing/2014/main" id="{71BCC6F3-F962-8D79-A844-9FDFD2DB7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79D5259-6A51-DA86-F549-3432D77AD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406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31C9C49-50B8-372B-174F-93DF765F82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402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3B96263C-3FB7-78EF-C56B-12DADA95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5">
            <a:extLst>
              <a:ext uri="{FF2B5EF4-FFF2-40B4-BE49-F238E27FC236}">
                <a16:creationId xmlns:a16="http://schemas.microsoft.com/office/drawing/2014/main" id="{1E955E65-DE36-78F3-57E2-7B67A43F0DC6}"/>
              </a:ext>
            </a:extLst>
          </p:cNvPr>
          <p:cNvGrpSpPr/>
          <p:nvPr/>
        </p:nvGrpSpPr>
        <p:grpSpPr>
          <a:xfrm>
            <a:off x="3671411" y="1429043"/>
            <a:ext cx="5220505" cy="3314510"/>
            <a:chOff x="425800" y="716100"/>
            <a:chExt cx="6917325" cy="4391825"/>
          </a:xfrm>
        </p:grpSpPr>
        <p:sp>
          <p:nvSpPr>
            <p:cNvPr id="593" name="Google Shape;593;p35">
              <a:extLst>
                <a:ext uri="{FF2B5EF4-FFF2-40B4-BE49-F238E27FC236}">
                  <a16:creationId xmlns:a16="http://schemas.microsoft.com/office/drawing/2014/main" id="{24E3FA7C-0FDC-31AA-FE6A-428B02DA53CA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>
              <a:extLst>
                <a:ext uri="{FF2B5EF4-FFF2-40B4-BE49-F238E27FC236}">
                  <a16:creationId xmlns:a16="http://schemas.microsoft.com/office/drawing/2014/main" id="{C02F0FE9-4722-6FE0-1A48-D5D8FBB3F73B}"/>
                </a:ext>
              </a:extLst>
            </p:cNvPr>
            <p:cNvSpPr/>
            <p:nvPr/>
          </p:nvSpPr>
          <p:spPr>
            <a:xfrm>
              <a:off x="425800" y="893600"/>
              <a:ext cx="6917325" cy="4214325"/>
            </a:xfrm>
            <a:custGeom>
              <a:avLst/>
              <a:gdLst/>
              <a:ahLst/>
              <a:cxnLst/>
              <a:rect l="l" t="t" r="r" b="b"/>
              <a:pathLst>
                <a:path w="276693" h="168573" extrusionOk="0">
                  <a:moveTo>
                    <a:pt x="173462" y="0"/>
                  </a:moveTo>
                  <a:cubicBezTo>
                    <a:pt x="170808" y="0"/>
                    <a:pt x="168153" y="96"/>
                    <a:pt x="165505" y="287"/>
                  </a:cubicBezTo>
                  <a:cubicBezTo>
                    <a:pt x="150216" y="1412"/>
                    <a:pt x="135079" y="6488"/>
                    <a:pt x="123164" y="16761"/>
                  </a:cubicBezTo>
                  <a:cubicBezTo>
                    <a:pt x="110580" y="27613"/>
                    <a:pt x="97723" y="33540"/>
                    <a:pt x="81036" y="33904"/>
                  </a:cubicBezTo>
                  <a:cubicBezTo>
                    <a:pt x="79991" y="33929"/>
                    <a:pt x="78942" y="33939"/>
                    <a:pt x="77890" y="33939"/>
                  </a:cubicBezTo>
                  <a:cubicBezTo>
                    <a:pt x="70835" y="33939"/>
                    <a:pt x="63625" y="33467"/>
                    <a:pt x="56516" y="33467"/>
                  </a:cubicBezTo>
                  <a:cubicBezTo>
                    <a:pt x="43336" y="33467"/>
                    <a:pt x="30501" y="35091"/>
                    <a:pt x="19636" y="44360"/>
                  </a:cubicBezTo>
                  <a:cubicBezTo>
                    <a:pt x="7417" y="54756"/>
                    <a:pt x="1642" y="71048"/>
                    <a:pt x="791" y="87005"/>
                  </a:cubicBezTo>
                  <a:cubicBezTo>
                    <a:pt x="1" y="102021"/>
                    <a:pt x="3283" y="117462"/>
                    <a:pt x="10487" y="130502"/>
                  </a:cubicBezTo>
                  <a:cubicBezTo>
                    <a:pt x="15746" y="140015"/>
                    <a:pt x="22919" y="148465"/>
                    <a:pt x="31703" y="154636"/>
                  </a:cubicBezTo>
                  <a:cubicBezTo>
                    <a:pt x="44566" y="163656"/>
                    <a:pt x="60100" y="167240"/>
                    <a:pt x="75486" y="167240"/>
                  </a:cubicBezTo>
                  <a:cubicBezTo>
                    <a:pt x="77625" y="167240"/>
                    <a:pt x="79761" y="167171"/>
                    <a:pt x="81887" y="167037"/>
                  </a:cubicBezTo>
                  <a:cubicBezTo>
                    <a:pt x="97299" y="166088"/>
                    <a:pt x="112942" y="159393"/>
                    <a:pt x="128416" y="159393"/>
                  </a:cubicBezTo>
                  <a:cubicBezTo>
                    <a:pt x="129787" y="159393"/>
                    <a:pt x="131158" y="159446"/>
                    <a:pt x="132526" y="159560"/>
                  </a:cubicBezTo>
                  <a:cubicBezTo>
                    <a:pt x="147185" y="160761"/>
                    <a:pt x="169176" y="168573"/>
                    <a:pt x="192496" y="168573"/>
                  </a:cubicBezTo>
                  <a:cubicBezTo>
                    <a:pt x="201622" y="168573"/>
                    <a:pt x="210953" y="167376"/>
                    <a:pt x="220126" y="164119"/>
                  </a:cubicBezTo>
                  <a:cubicBezTo>
                    <a:pt x="258455" y="150502"/>
                    <a:pt x="276693" y="101869"/>
                    <a:pt x="265507" y="63327"/>
                  </a:cubicBezTo>
                  <a:cubicBezTo>
                    <a:pt x="260158" y="45090"/>
                    <a:pt x="248790" y="29163"/>
                    <a:pt x="233227" y="18220"/>
                  </a:cubicBezTo>
                  <a:cubicBezTo>
                    <a:pt x="216165" y="6188"/>
                    <a:pt x="194845" y="0"/>
                    <a:pt x="173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5">
              <a:extLst>
                <a:ext uri="{FF2B5EF4-FFF2-40B4-BE49-F238E27FC236}">
                  <a16:creationId xmlns:a16="http://schemas.microsoft.com/office/drawing/2014/main" id="{80B04175-4F76-CDE8-D10F-A98A39E45AC7}"/>
                </a:ext>
              </a:extLst>
            </p:cNvPr>
            <p:cNvSpPr/>
            <p:nvPr/>
          </p:nvSpPr>
          <p:spPr>
            <a:xfrm>
              <a:off x="2999550" y="4210850"/>
              <a:ext cx="377700" cy="886800"/>
            </a:xfrm>
            <a:custGeom>
              <a:avLst/>
              <a:gdLst/>
              <a:ahLst/>
              <a:cxnLst/>
              <a:rect l="l" t="t" r="r" b="b"/>
              <a:pathLst>
                <a:path w="15108" h="35472" extrusionOk="0">
                  <a:moveTo>
                    <a:pt x="14743" y="395"/>
                  </a:moveTo>
                  <a:lnTo>
                    <a:pt x="14743" y="35107"/>
                  </a:lnTo>
                  <a:lnTo>
                    <a:pt x="366" y="35107"/>
                  </a:lnTo>
                  <a:lnTo>
                    <a:pt x="396" y="395"/>
                  </a:lnTo>
                  <a:close/>
                  <a:moveTo>
                    <a:pt x="183" y="0"/>
                  </a:moveTo>
                  <a:cubicBezTo>
                    <a:pt x="92" y="0"/>
                    <a:pt x="1" y="91"/>
                    <a:pt x="1" y="213"/>
                  </a:cubicBezTo>
                  <a:lnTo>
                    <a:pt x="1" y="35289"/>
                  </a:lnTo>
                  <a:cubicBezTo>
                    <a:pt x="1" y="35411"/>
                    <a:pt x="92" y="35472"/>
                    <a:pt x="183" y="35472"/>
                  </a:cubicBezTo>
                  <a:lnTo>
                    <a:pt x="14925" y="35472"/>
                  </a:lnTo>
                  <a:cubicBezTo>
                    <a:pt x="15016" y="35472"/>
                    <a:pt x="15108" y="35411"/>
                    <a:pt x="15108" y="35289"/>
                  </a:cubicBezTo>
                  <a:lnTo>
                    <a:pt x="15108" y="213"/>
                  </a:lnTo>
                  <a:cubicBezTo>
                    <a:pt x="15108" y="9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5">
              <a:extLst>
                <a:ext uri="{FF2B5EF4-FFF2-40B4-BE49-F238E27FC236}">
                  <a16:creationId xmlns:a16="http://schemas.microsoft.com/office/drawing/2014/main" id="{188F30C4-719F-B884-9C7B-D395252556AF}"/>
                </a:ext>
              </a:extLst>
            </p:cNvPr>
            <p:cNvSpPr/>
            <p:nvPr/>
          </p:nvSpPr>
          <p:spPr>
            <a:xfrm>
              <a:off x="2482075" y="4413725"/>
              <a:ext cx="377700" cy="683925"/>
            </a:xfrm>
            <a:custGeom>
              <a:avLst/>
              <a:gdLst/>
              <a:ahLst/>
              <a:cxnLst/>
              <a:rect l="l" t="t" r="r" b="b"/>
              <a:pathLst>
                <a:path w="15108" h="27357" extrusionOk="0">
                  <a:moveTo>
                    <a:pt x="14742" y="396"/>
                  </a:moveTo>
                  <a:lnTo>
                    <a:pt x="14742" y="26992"/>
                  </a:lnTo>
                  <a:lnTo>
                    <a:pt x="365" y="26992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174"/>
                  </a:lnTo>
                  <a:cubicBezTo>
                    <a:pt x="1" y="27296"/>
                    <a:pt x="92" y="27357"/>
                    <a:pt x="183" y="27357"/>
                  </a:cubicBezTo>
                  <a:lnTo>
                    <a:pt x="14925" y="27357"/>
                  </a:lnTo>
                  <a:cubicBezTo>
                    <a:pt x="15046" y="27357"/>
                    <a:pt x="15107" y="27296"/>
                    <a:pt x="15107" y="27174"/>
                  </a:cubicBezTo>
                  <a:lnTo>
                    <a:pt x="15107" y="213"/>
                  </a:lnTo>
                  <a:cubicBezTo>
                    <a:pt x="15107" y="92"/>
                    <a:pt x="15046" y="1"/>
                    <a:pt x="149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5">
              <a:extLst>
                <a:ext uri="{FF2B5EF4-FFF2-40B4-BE49-F238E27FC236}">
                  <a16:creationId xmlns:a16="http://schemas.microsoft.com/office/drawing/2014/main" id="{6F60F491-1E05-BB94-E04A-15DE883A841A}"/>
                </a:ext>
              </a:extLst>
            </p:cNvPr>
            <p:cNvSpPr/>
            <p:nvPr/>
          </p:nvSpPr>
          <p:spPr>
            <a:xfrm>
              <a:off x="1964600" y="4694900"/>
              <a:ext cx="377675" cy="402750"/>
            </a:xfrm>
            <a:custGeom>
              <a:avLst/>
              <a:gdLst/>
              <a:ahLst/>
              <a:cxnLst/>
              <a:rect l="l" t="t" r="r" b="b"/>
              <a:pathLst>
                <a:path w="15107" h="16110" extrusionOk="0">
                  <a:moveTo>
                    <a:pt x="14712" y="365"/>
                  </a:moveTo>
                  <a:lnTo>
                    <a:pt x="14712" y="15745"/>
                  </a:lnTo>
                  <a:lnTo>
                    <a:pt x="365" y="15745"/>
                  </a:lnTo>
                  <a:lnTo>
                    <a:pt x="365" y="365"/>
                  </a:lnTo>
                  <a:close/>
                  <a:moveTo>
                    <a:pt x="182" y="0"/>
                  </a:moveTo>
                  <a:cubicBezTo>
                    <a:pt x="91" y="0"/>
                    <a:pt x="0" y="61"/>
                    <a:pt x="0" y="182"/>
                  </a:cubicBezTo>
                  <a:lnTo>
                    <a:pt x="0" y="15927"/>
                  </a:lnTo>
                  <a:cubicBezTo>
                    <a:pt x="0" y="16049"/>
                    <a:pt x="91" y="16110"/>
                    <a:pt x="182" y="16110"/>
                  </a:cubicBezTo>
                  <a:lnTo>
                    <a:pt x="14924" y="16110"/>
                  </a:lnTo>
                  <a:cubicBezTo>
                    <a:pt x="15016" y="16110"/>
                    <a:pt x="15107" y="16049"/>
                    <a:pt x="15107" y="15927"/>
                  </a:cubicBezTo>
                  <a:lnTo>
                    <a:pt x="15107" y="182"/>
                  </a:lnTo>
                  <a:cubicBezTo>
                    <a:pt x="15107" y="61"/>
                    <a:pt x="15016" y="0"/>
                    <a:pt x="149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5">
              <a:extLst>
                <a:ext uri="{FF2B5EF4-FFF2-40B4-BE49-F238E27FC236}">
                  <a16:creationId xmlns:a16="http://schemas.microsoft.com/office/drawing/2014/main" id="{75235104-987E-B6CD-B152-75B037E0D31A}"/>
                </a:ext>
              </a:extLst>
            </p:cNvPr>
            <p:cNvSpPr/>
            <p:nvPr/>
          </p:nvSpPr>
          <p:spPr>
            <a:xfrm>
              <a:off x="1447100" y="4948700"/>
              <a:ext cx="377700" cy="148950"/>
            </a:xfrm>
            <a:custGeom>
              <a:avLst/>
              <a:gdLst/>
              <a:ahLst/>
              <a:cxnLst/>
              <a:rect l="l" t="t" r="r" b="b"/>
              <a:pathLst>
                <a:path w="15108" h="5958" extrusionOk="0">
                  <a:moveTo>
                    <a:pt x="14742" y="365"/>
                  </a:moveTo>
                  <a:lnTo>
                    <a:pt x="14742" y="5593"/>
                  </a:lnTo>
                  <a:lnTo>
                    <a:pt x="365" y="5593"/>
                  </a:lnTo>
                  <a:lnTo>
                    <a:pt x="365" y="365"/>
                  </a:lnTo>
                  <a:close/>
                  <a:moveTo>
                    <a:pt x="183" y="0"/>
                  </a:moveTo>
                  <a:cubicBezTo>
                    <a:pt x="92" y="0"/>
                    <a:pt x="1" y="61"/>
                    <a:pt x="1" y="183"/>
                  </a:cubicBezTo>
                  <a:lnTo>
                    <a:pt x="1" y="5775"/>
                  </a:lnTo>
                  <a:cubicBezTo>
                    <a:pt x="1" y="5897"/>
                    <a:pt x="92" y="5958"/>
                    <a:pt x="183" y="5958"/>
                  </a:cubicBezTo>
                  <a:lnTo>
                    <a:pt x="14925" y="5958"/>
                  </a:lnTo>
                  <a:cubicBezTo>
                    <a:pt x="15016" y="5958"/>
                    <a:pt x="15107" y="5897"/>
                    <a:pt x="15107" y="5775"/>
                  </a:cubicBezTo>
                  <a:lnTo>
                    <a:pt x="15107" y="183"/>
                  </a:lnTo>
                  <a:cubicBezTo>
                    <a:pt x="15107" y="61"/>
                    <a:pt x="15016" y="0"/>
                    <a:pt x="14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5">
              <a:extLst>
                <a:ext uri="{FF2B5EF4-FFF2-40B4-BE49-F238E27FC236}">
                  <a16:creationId xmlns:a16="http://schemas.microsoft.com/office/drawing/2014/main" id="{F74C07FC-9860-EECE-4C3D-A1C56893FCA2}"/>
                </a:ext>
              </a:extLst>
            </p:cNvPr>
            <p:cNvSpPr/>
            <p:nvPr/>
          </p:nvSpPr>
          <p:spPr>
            <a:xfrm>
              <a:off x="929625" y="5023150"/>
              <a:ext cx="377675" cy="74500"/>
            </a:xfrm>
            <a:custGeom>
              <a:avLst/>
              <a:gdLst/>
              <a:ahLst/>
              <a:cxnLst/>
              <a:rect l="l" t="t" r="r" b="b"/>
              <a:pathLst>
                <a:path w="15107" h="2980" extrusionOk="0">
                  <a:moveTo>
                    <a:pt x="14742" y="396"/>
                  </a:moveTo>
                  <a:lnTo>
                    <a:pt x="14742" y="2615"/>
                  </a:lnTo>
                  <a:lnTo>
                    <a:pt x="365" y="2615"/>
                  </a:lnTo>
                  <a:lnTo>
                    <a:pt x="365" y="396"/>
                  </a:lnTo>
                  <a:close/>
                  <a:moveTo>
                    <a:pt x="182" y="1"/>
                  </a:moveTo>
                  <a:cubicBezTo>
                    <a:pt x="61" y="1"/>
                    <a:pt x="0" y="92"/>
                    <a:pt x="0" y="214"/>
                  </a:cubicBezTo>
                  <a:lnTo>
                    <a:pt x="0" y="2797"/>
                  </a:lnTo>
                  <a:cubicBezTo>
                    <a:pt x="0" y="2919"/>
                    <a:pt x="61" y="2980"/>
                    <a:pt x="182" y="2980"/>
                  </a:cubicBezTo>
                  <a:lnTo>
                    <a:pt x="14924" y="2980"/>
                  </a:lnTo>
                  <a:cubicBezTo>
                    <a:pt x="15016" y="2980"/>
                    <a:pt x="15107" y="2919"/>
                    <a:pt x="15107" y="2797"/>
                  </a:cubicBezTo>
                  <a:lnTo>
                    <a:pt x="15107" y="214"/>
                  </a:lnTo>
                  <a:cubicBezTo>
                    <a:pt x="15107" y="92"/>
                    <a:pt x="15016" y="1"/>
                    <a:pt x="149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5">
              <a:extLst>
                <a:ext uri="{FF2B5EF4-FFF2-40B4-BE49-F238E27FC236}">
                  <a16:creationId xmlns:a16="http://schemas.microsoft.com/office/drawing/2014/main" id="{72D73356-93F5-1EA6-44FA-7568D674E530}"/>
                </a:ext>
              </a:extLst>
            </p:cNvPr>
            <p:cNvSpPr/>
            <p:nvPr/>
          </p:nvSpPr>
          <p:spPr>
            <a:xfrm>
              <a:off x="6067250" y="2605200"/>
              <a:ext cx="948375" cy="833625"/>
            </a:xfrm>
            <a:custGeom>
              <a:avLst/>
              <a:gdLst/>
              <a:ahLst/>
              <a:cxnLst/>
              <a:rect l="l" t="t" r="r" b="b"/>
              <a:pathLst>
                <a:path w="37935" h="33345" extrusionOk="0">
                  <a:moveTo>
                    <a:pt x="1672" y="0"/>
                  </a:moveTo>
                  <a:cubicBezTo>
                    <a:pt x="760" y="0"/>
                    <a:pt x="0" y="760"/>
                    <a:pt x="0" y="1672"/>
                  </a:cubicBezTo>
                  <a:lnTo>
                    <a:pt x="0" y="31703"/>
                  </a:lnTo>
                  <a:cubicBezTo>
                    <a:pt x="0" y="32615"/>
                    <a:pt x="760" y="33344"/>
                    <a:pt x="1672" y="33344"/>
                  </a:cubicBezTo>
                  <a:lnTo>
                    <a:pt x="36293" y="33344"/>
                  </a:lnTo>
                  <a:cubicBezTo>
                    <a:pt x="37205" y="33344"/>
                    <a:pt x="37934" y="32615"/>
                    <a:pt x="37934" y="31703"/>
                  </a:cubicBezTo>
                  <a:lnTo>
                    <a:pt x="37934" y="1672"/>
                  </a:lnTo>
                  <a:cubicBezTo>
                    <a:pt x="37934" y="760"/>
                    <a:pt x="37205" y="0"/>
                    <a:pt x="36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5">
              <a:extLst>
                <a:ext uri="{FF2B5EF4-FFF2-40B4-BE49-F238E27FC236}">
                  <a16:creationId xmlns:a16="http://schemas.microsoft.com/office/drawing/2014/main" id="{BFDBA20E-B9D8-CDAC-FFF1-FAABB50F5CA4}"/>
                </a:ext>
              </a:extLst>
            </p:cNvPr>
            <p:cNvSpPr/>
            <p:nvPr/>
          </p:nvSpPr>
          <p:spPr>
            <a:xfrm>
              <a:off x="6062700" y="2600625"/>
              <a:ext cx="957475" cy="843500"/>
            </a:xfrm>
            <a:custGeom>
              <a:avLst/>
              <a:gdLst/>
              <a:ahLst/>
              <a:cxnLst/>
              <a:rect l="l" t="t" r="r" b="b"/>
              <a:pathLst>
                <a:path w="38299" h="33740" extrusionOk="0">
                  <a:moveTo>
                    <a:pt x="36475" y="396"/>
                  </a:moveTo>
                  <a:cubicBezTo>
                    <a:pt x="37265" y="396"/>
                    <a:pt x="3793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5" y="33345"/>
                    <a:pt x="36475" y="33345"/>
                  </a:cubicBezTo>
                  <a:lnTo>
                    <a:pt x="1854" y="33345"/>
                  </a:lnTo>
                  <a:cubicBezTo>
                    <a:pt x="1034" y="33345"/>
                    <a:pt x="395" y="32676"/>
                    <a:pt x="395" y="31855"/>
                  </a:cubicBezTo>
                  <a:lnTo>
                    <a:pt x="395" y="1855"/>
                  </a:lnTo>
                  <a:cubicBezTo>
                    <a:pt x="395" y="1034"/>
                    <a:pt x="1034" y="396"/>
                    <a:pt x="1854" y="396"/>
                  </a:cubicBezTo>
                  <a:close/>
                  <a:moveTo>
                    <a:pt x="1854" y="1"/>
                  </a:moveTo>
                  <a:cubicBezTo>
                    <a:pt x="821" y="1"/>
                    <a:pt x="0" y="852"/>
                    <a:pt x="0" y="1855"/>
                  </a:cubicBezTo>
                  <a:lnTo>
                    <a:pt x="0" y="31886"/>
                  </a:lnTo>
                  <a:cubicBezTo>
                    <a:pt x="0" y="32889"/>
                    <a:pt x="821" y="33709"/>
                    <a:pt x="1854" y="33740"/>
                  </a:cubicBezTo>
                  <a:lnTo>
                    <a:pt x="36475" y="33740"/>
                  </a:lnTo>
                  <a:cubicBezTo>
                    <a:pt x="37478" y="33709"/>
                    <a:pt x="38299" y="32889"/>
                    <a:pt x="38299" y="31886"/>
                  </a:cubicBezTo>
                  <a:lnTo>
                    <a:pt x="38299" y="1855"/>
                  </a:lnTo>
                  <a:cubicBezTo>
                    <a:pt x="38299" y="852"/>
                    <a:pt x="37478" y="1"/>
                    <a:pt x="3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5">
              <a:extLst>
                <a:ext uri="{FF2B5EF4-FFF2-40B4-BE49-F238E27FC236}">
                  <a16:creationId xmlns:a16="http://schemas.microsoft.com/office/drawing/2014/main" id="{D5EF9B04-C61B-EC1A-516C-CE1C970C532E}"/>
                </a:ext>
              </a:extLst>
            </p:cNvPr>
            <p:cNvSpPr/>
            <p:nvPr/>
          </p:nvSpPr>
          <p:spPr>
            <a:xfrm>
              <a:off x="6037625" y="2560350"/>
              <a:ext cx="948350" cy="833625"/>
            </a:xfrm>
            <a:custGeom>
              <a:avLst/>
              <a:gdLst/>
              <a:ahLst/>
              <a:cxnLst/>
              <a:rect l="l" t="t" r="r" b="b"/>
              <a:pathLst>
                <a:path w="37934" h="33345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31673"/>
                  </a:lnTo>
                  <a:cubicBezTo>
                    <a:pt x="0" y="32615"/>
                    <a:pt x="730" y="33345"/>
                    <a:pt x="1641" y="33345"/>
                  </a:cubicBezTo>
                  <a:lnTo>
                    <a:pt x="36262" y="33345"/>
                  </a:lnTo>
                  <a:cubicBezTo>
                    <a:pt x="37174" y="33345"/>
                    <a:pt x="37934" y="32615"/>
                    <a:pt x="37934" y="31673"/>
                  </a:cubicBezTo>
                  <a:lnTo>
                    <a:pt x="37934" y="1673"/>
                  </a:lnTo>
                  <a:cubicBezTo>
                    <a:pt x="37934" y="730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5">
              <a:extLst>
                <a:ext uri="{FF2B5EF4-FFF2-40B4-BE49-F238E27FC236}">
                  <a16:creationId xmlns:a16="http://schemas.microsoft.com/office/drawing/2014/main" id="{BD63A216-C9DC-F57B-5CBE-2703312D60E6}"/>
                </a:ext>
              </a:extLst>
            </p:cNvPr>
            <p:cNvSpPr/>
            <p:nvPr/>
          </p:nvSpPr>
          <p:spPr>
            <a:xfrm>
              <a:off x="6033050" y="2555800"/>
              <a:ext cx="957500" cy="842750"/>
            </a:xfrm>
            <a:custGeom>
              <a:avLst/>
              <a:gdLst/>
              <a:ahLst/>
              <a:cxnLst/>
              <a:rect l="l" t="t" r="r" b="b"/>
              <a:pathLst>
                <a:path w="38300" h="33710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34" y="1855"/>
                  </a:cubicBezTo>
                  <a:lnTo>
                    <a:pt x="37934" y="31855"/>
                  </a:lnTo>
                  <a:cubicBezTo>
                    <a:pt x="37934" y="32676"/>
                    <a:pt x="37266" y="33344"/>
                    <a:pt x="36445" y="33344"/>
                  </a:cubicBezTo>
                  <a:lnTo>
                    <a:pt x="1855" y="33344"/>
                  </a:lnTo>
                  <a:cubicBezTo>
                    <a:pt x="1034" y="33344"/>
                    <a:pt x="365" y="32676"/>
                    <a:pt x="365" y="31855"/>
                  </a:cubicBezTo>
                  <a:lnTo>
                    <a:pt x="365" y="1855"/>
                  </a:lnTo>
                  <a:cubicBezTo>
                    <a:pt x="365" y="1034"/>
                    <a:pt x="1034" y="365"/>
                    <a:pt x="1855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31855"/>
                  </a:lnTo>
                  <a:cubicBezTo>
                    <a:pt x="1" y="32888"/>
                    <a:pt x="821" y="33709"/>
                    <a:pt x="1824" y="33709"/>
                  </a:cubicBezTo>
                  <a:lnTo>
                    <a:pt x="36445" y="33709"/>
                  </a:lnTo>
                  <a:cubicBezTo>
                    <a:pt x="37479" y="33709"/>
                    <a:pt x="38299" y="32888"/>
                    <a:pt x="38299" y="31855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5">
              <a:extLst>
                <a:ext uri="{FF2B5EF4-FFF2-40B4-BE49-F238E27FC236}">
                  <a16:creationId xmlns:a16="http://schemas.microsoft.com/office/drawing/2014/main" id="{162F0BF3-B2EB-A12D-87BE-26F25C94226F}"/>
                </a:ext>
              </a:extLst>
            </p:cNvPr>
            <p:cNvSpPr/>
            <p:nvPr/>
          </p:nvSpPr>
          <p:spPr>
            <a:xfrm>
              <a:off x="6037625" y="2560350"/>
              <a:ext cx="948350" cy="105650"/>
            </a:xfrm>
            <a:custGeom>
              <a:avLst/>
              <a:gdLst/>
              <a:ahLst/>
              <a:cxnLst/>
              <a:rect l="l" t="t" r="r" b="b"/>
              <a:pathLst>
                <a:path w="37934" h="4226" extrusionOk="0">
                  <a:moveTo>
                    <a:pt x="1641" y="1"/>
                  </a:moveTo>
                  <a:cubicBezTo>
                    <a:pt x="730" y="1"/>
                    <a:pt x="0" y="730"/>
                    <a:pt x="0" y="1673"/>
                  </a:cubicBezTo>
                  <a:lnTo>
                    <a:pt x="0" y="4226"/>
                  </a:lnTo>
                  <a:lnTo>
                    <a:pt x="37934" y="4226"/>
                  </a:lnTo>
                  <a:lnTo>
                    <a:pt x="37934" y="1673"/>
                  </a:lnTo>
                  <a:cubicBezTo>
                    <a:pt x="37934" y="761"/>
                    <a:pt x="37174" y="1"/>
                    <a:pt x="36262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5">
              <a:extLst>
                <a:ext uri="{FF2B5EF4-FFF2-40B4-BE49-F238E27FC236}">
                  <a16:creationId xmlns:a16="http://schemas.microsoft.com/office/drawing/2014/main" id="{0B48642E-024E-01F0-4B16-3700B9DAA7A8}"/>
                </a:ext>
              </a:extLst>
            </p:cNvPr>
            <p:cNvSpPr/>
            <p:nvPr/>
          </p:nvSpPr>
          <p:spPr>
            <a:xfrm>
              <a:off x="6033050" y="2555800"/>
              <a:ext cx="957500" cy="114775"/>
            </a:xfrm>
            <a:custGeom>
              <a:avLst/>
              <a:gdLst/>
              <a:ahLst/>
              <a:cxnLst/>
              <a:rect l="l" t="t" r="r" b="b"/>
              <a:pathLst>
                <a:path w="38300" h="4591" extrusionOk="0">
                  <a:moveTo>
                    <a:pt x="36445" y="365"/>
                  </a:moveTo>
                  <a:cubicBezTo>
                    <a:pt x="37266" y="365"/>
                    <a:pt x="37904" y="1034"/>
                    <a:pt x="37904" y="1855"/>
                  </a:cubicBezTo>
                  <a:lnTo>
                    <a:pt x="37904" y="4225"/>
                  </a:lnTo>
                  <a:lnTo>
                    <a:pt x="365" y="4225"/>
                  </a:lnTo>
                  <a:lnTo>
                    <a:pt x="365" y="1855"/>
                  </a:lnTo>
                  <a:cubicBezTo>
                    <a:pt x="365" y="1034"/>
                    <a:pt x="1034" y="365"/>
                    <a:pt x="1824" y="365"/>
                  </a:cubicBezTo>
                  <a:close/>
                  <a:moveTo>
                    <a:pt x="1824" y="0"/>
                  </a:moveTo>
                  <a:cubicBezTo>
                    <a:pt x="821" y="0"/>
                    <a:pt x="1" y="821"/>
                    <a:pt x="1" y="1855"/>
                  </a:cubicBezTo>
                  <a:lnTo>
                    <a:pt x="1" y="4408"/>
                  </a:lnTo>
                  <a:cubicBezTo>
                    <a:pt x="1" y="4499"/>
                    <a:pt x="61" y="4590"/>
                    <a:pt x="183" y="4590"/>
                  </a:cubicBezTo>
                  <a:lnTo>
                    <a:pt x="38117" y="4590"/>
                  </a:lnTo>
                  <a:cubicBezTo>
                    <a:pt x="38208" y="4590"/>
                    <a:pt x="38299" y="4499"/>
                    <a:pt x="38299" y="4408"/>
                  </a:cubicBezTo>
                  <a:lnTo>
                    <a:pt x="38299" y="1855"/>
                  </a:lnTo>
                  <a:cubicBezTo>
                    <a:pt x="38299" y="821"/>
                    <a:pt x="37479" y="0"/>
                    <a:pt x="364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5">
              <a:extLst>
                <a:ext uri="{FF2B5EF4-FFF2-40B4-BE49-F238E27FC236}">
                  <a16:creationId xmlns:a16="http://schemas.microsoft.com/office/drawing/2014/main" id="{0F696BF1-42AB-8252-E5C4-1FFCC23E5F3C}"/>
                </a:ext>
              </a:extLst>
            </p:cNvPr>
            <p:cNvSpPr/>
            <p:nvPr/>
          </p:nvSpPr>
          <p:spPr>
            <a:xfrm>
              <a:off x="6710125" y="2590750"/>
              <a:ext cx="50925" cy="50175"/>
            </a:xfrm>
            <a:custGeom>
              <a:avLst/>
              <a:gdLst/>
              <a:ahLst/>
              <a:cxnLst/>
              <a:rect l="l" t="t" r="r" b="b"/>
              <a:pathLst>
                <a:path w="203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81" y="2007"/>
                    <a:pt x="2037" y="1551"/>
                    <a:pt x="2037" y="1004"/>
                  </a:cubicBez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5">
              <a:extLst>
                <a:ext uri="{FF2B5EF4-FFF2-40B4-BE49-F238E27FC236}">
                  <a16:creationId xmlns:a16="http://schemas.microsoft.com/office/drawing/2014/main" id="{E38F501E-3295-5BCA-08AA-66F9B02D1EED}"/>
                </a:ext>
              </a:extLst>
            </p:cNvPr>
            <p:cNvSpPr/>
            <p:nvPr/>
          </p:nvSpPr>
          <p:spPr>
            <a:xfrm>
              <a:off x="669492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5">
              <a:extLst>
                <a:ext uri="{FF2B5EF4-FFF2-40B4-BE49-F238E27FC236}">
                  <a16:creationId xmlns:a16="http://schemas.microsoft.com/office/drawing/2014/main" id="{CEE8E100-E2B2-36AC-B460-CF797FB7FC38}"/>
                </a:ext>
              </a:extLst>
            </p:cNvPr>
            <p:cNvSpPr/>
            <p:nvPr/>
          </p:nvSpPr>
          <p:spPr>
            <a:xfrm>
              <a:off x="6782300" y="2590725"/>
              <a:ext cx="59300" cy="50975"/>
            </a:xfrm>
            <a:custGeom>
              <a:avLst/>
              <a:gdLst/>
              <a:ahLst/>
              <a:cxnLst/>
              <a:rect l="l" t="t" r="r" b="b"/>
              <a:pathLst>
                <a:path w="2372" h="2039" extrusionOk="0">
                  <a:moveTo>
                    <a:pt x="1363" y="0"/>
                  </a:moveTo>
                  <a:cubicBezTo>
                    <a:pt x="1109" y="0"/>
                    <a:pt x="849" y="95"/>
                    <a:pt x="639" y="306"/>
                  </a:cubicBezTo>
                  <a:cubicBezTo>
                    <a:pt x="1" y="944"/>
                    <a:pt x="457" y="2008"/>
                    <a:pt x="1338" y="2038"/>
                  </a:cubicBezTo>
                  <a:cubicBezTo>
                    <a:pt x="1916" y="2038"/>
                    <a:pt x="2372" y="1552"/>
                    <a:pt x="2372" y="1005"/>
                  </a:cubicBezTo>
                  <a:cubicBezTo>
                    <a:pt x="2372" y="393"/>
                    <a:pt x="1880" y="0"/>
                    <a:pt x="1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5">
              <a:extLst>
                <a:ext uri="{FF2B5EF4-FFF2-40B4-BE49-F238E27FC236}">
                  <a16:creationId xmlns:a16="http://schemas.microsoft.com/office/drawing/2014/main" id="{98636151-025A-252E-A341-9C350A5598C4}"/>
                </a:ext>
              </a:extLst>
            </p:cNvPr>
            <p:cNvSpPr/>
            <p:nvPr/>
          </p:nvSpPr>
          <p:spPr>
            <a:xfrm>
              <a:off x="6775475" y="2585550"/>
              <a:ext cx="70700" cy="60700"/>
            </a:xfrm>
            <a:custGeom>
              <a:avLst/>
              <a:gdLst/>
              <a:ahLst/>
              <a:cxnLst/>
              <a:rect l="l" t="t" r="r" b="b"/>
              <a:pathLst>
                <a:path w="2828" h="2428" extrusionOk="0">
                  <a:moveTo>
                    <a:pt x="1611" y="391"/>
                  </a:moveTo>
                  <a:cubicBezTo>
                    <a:pt x="2067" y="391"/>
                    <a:pt x="2432" y="756"/>
                    <a:pt x="2432" y="1212"/>
                  </a:cubicBezTo>
                  <a:cubicBezTo>
                    <a:pt x="2432" y="1705"/>
                    <a:pt x="2029" y="2031"/>
                    <a:pt x="1608" y="2031"/>
                  </a:cubicBezTo>
                  <a:cubicBezTo>
                    <a:pt x="1407" y="2031"/>
                    <a:pt x="1201" y="1957"/>
                    <a:pt x="1034" y="1789"/>
                  </a:cubicBezTo>
                  <a:cubicBezTo>
                    <a:pt x="517" y="1273"/>
                    <a:pt x="882" y="391"/>
                    <a:pt x="1611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9" y="112"/>
                    <a:pt x="760" y="361"/>
                  </a:cubicBezTo>
                  <a:cubicBezTo>
                    <a:pt x="0" y="1121"/>
                    <a:pt x="547" y="2428"/>
                    <a:pt x="1611" y="2428"/>
                  </a:cubicBezTo>
                  <a:cubicBezTo>
                    <a:pt x="2280" y="2397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5">
              <a:extLst>
                <a:ext uri="{FF2B5EF4-FFF2-40B4-BE49-F238E27FC236}">
                  <a16:creationId xmlns:a16="http://schemas.microsoft.com/office/drawing/2014/main" id="{AE6B1BE1-F607-3724-F63D-F7FC624C07D8}"/>
                </a:ext>
              </a:extLst>
            </p:cNvPr>
            <p:cNvSpPr/>
            <p:nvPr/>
          </p:nvSpPr>
          <p:spPr>
            <a:xfrm>
              <a:off x="6871225" y="2590750"/>
              <a:ext cx="50175" cy="50175"/>
            </a:xfrm>
            <a:custGeom>
              <a:avLst/>
              <a:gdLst/>
              <a:ahLst/>
              <a:cxnLst/>
              <a:rect l="l" t="t" r="r" b="b"/>
              <a:pathLst>
                <a:path w="2007" h="2007" extrusionOk="0">
                  <a:moveTo>
                    <a:pt x="1003" y="1"/>
                  </a:moveTo>
                  <a:cubicBezTo>
                    <a:pt x="456" y="1"/>
                    <a:pt x="0" y="457"/>
                    <a:pt x="0" y="1004"/>
                  </a:cubicBezTo>
                  <a:cubicBezTo>
                    <a:pt x="0" y="1551"/>
                    <a:pt x="456" y="2007"/>
                    <a:pt x="1003" y="2007"/>
                  </a:cubicBezTo>
                  <a:cubicBezTo>
                    <a:pt x="1550" y="2007"/>
                    <a:pt x="2006" y="1551"/>
                    <a:pt x="2006" y="1004"/>
                  </a:cubicBezTo>
                  <a:cubicBezTo>
                    <a:pt x="2006" y="457"/>
                    <a:pt x="1550" y="1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5">
              <a:extLst>
                <a:ext uri="{FF2B5EF4-FFF2-40B4-BE49-F238E27FC236}">
                  <a16:creationId xmlns:a16="http://schemas.microsoft.com/office/drawing/2014/main" id="{19A16AF3-1F61-69E9-B2D9-E26DD01E499F}"/>
                </a:ext>
              </a:extLst>
            </p:cNvPr>
            <p:cNvSpPr/>
            <p:nvPr/>
          </p:nvSpPr>
          <p:spPr>
            <a:xfrm>
              <a:off x="6856025" y="2585550"/>
              <a:ext cx="70675" cy="60700"/>
            </a:xfrm>
            <a:custGeom>
              <a:avLst/>
              <a:gdLst/>
              <a:ahLst/>
              <a:cxnLst/>
              <a:rect l="l" t="t" r="r" b="b"/>
              <a:pathLst>
                <a:path w="2827" h="2428" extrusionOk="0">
                  <a:moveTo>
                    <a:pt x="1642" y="391"/>
                  </a:moveTo>
                  <a:cubicBezTo>
                    <a:pt x="2067" y="391"/>
                    <a:pt x="2462" y="756"/>
                    <a:pt x="2462" y="1212"/>
                  </a:cubicBezTo>
                  <a:cubicBezTo>
                    <a:pt x="2462" y="1705"/>
                    <a:pt x="2059" y="2031"/>
                    <a:pt x="1629" y="2031"/>
                  </a:cubicBezTo>
                  <a:cubicBezTo>
                    <a:pt x="1423" y="2031"/>
                    <a:pt x="1211" y="1957"/>
                    <a:pt x="1034" y="1789"/>
                  </a:cubicBezTo>
                  <a:cubicBezTo>
                    <a:pt x="517" y="1273"/>
                    <a:pt x="882" y="391"/>
                    <a:pt x="1642" y="391"/>
                  </a:cubicBezTo>
                  <a:close/>
                  <a:moveTo>
                    <a:pt x="1616" y="0"/>
                  </a:moveTo>
                  <a:cubicBezTo>
                    <a:pt x="1315" y="0"/>
                    <a:pt x="1008" y="112"/>
                    <a:pt x="760" y="361"/>
                  </a:cubicBezTo>
                  <a:cubicBezTo>
                    <a:pt x="0" y="1121"/>
                    <a:pt x="547" y="2428"/>
                    <a:pt x="1642" y="2428"/>
                  </a:cubicBezTo>
                  <a:cubicBezTo>
                    <a:pt x="2280" y="2428"/>
                    <a:pt x="2827" y="1880"/>
                    <a:pt x="2827" y="1212"/>
                  </a:cubicBezTo>
                  <a:cubicBezTo>
                    <a:pt x="2827" y="475"/>
                    <a:pt x="2235" y="0"/>
                    <a:pt x="16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5">
              <a:extLst>
                <a:ext uri="{FF2B5EF4-FFF2-40B4-BE49-F238E27FC236}">
                  <a16:creationId xmlns:a16="http://schemas.microsoft.com/office/drawing/2014/main" id="{6D3ABD1B-929B-808B-F468-7B7D41A6D049}"/>
                </a:ext>
              </a:extLst>
            </p:cNvPr>
            <p:cNvSpPr/>
            <p:nvPr/>
          </p:nvSpPr>
          <p:spPr>
            <a:xfrm>
              <a:off x="6140200" y="2718425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65"/>
                  </a:moveTo>
                  <a:cubicBezTo>
                    <a:pt x="29484" y="365"/>
                    <a:pt x="29788" y="669"/>
                    <a:pt x="29788" y="1064"/>
                  </a:cubicBezTo>
                  <a:lnTo>
                    <a:pt x="29788" y="7660"/>
                  </a:lnTo>
                  <a:cubicBezTo>
                    <a:pt x="29788" y="8055"/>
                    <a:pt x="29484" y="8359"/>
                    <a:pt x="29120" y="8359"/>
                  </a:cubicBezTo>
                  <a:lnTo>
                    <a:pt x="2098" y="8359"/>
                  </a:lnTo>
                  <a:lnTo>
                    <a:pt x="365" y="11064"/>
                  </a:lnTo>
                  <a:lnTo>
                    <a:pt x="365" y="1064"/>
                  </a:lnTo>
                  <a:cubicBezTo>
                    <a:pt x="365" y="669"/>
                    <a:pt x="669" y="365"/>
                    <a:pt x="1034" y="365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56"/>
                    <a:pt x="0" y="1064"/>
                  </a:cubicBezTo>
                  <a:lnTo>
                    <a:pt x="0" y="12371"/>
                  </a:lnTo>
                  <a:lnTo>
                    <a:pt x="2311" y="8724"/>
                  </a:lnTo>
                  <a:lnTo>
                    <a:pt x="29120" y="8724"/>
                  </a:lnTo>
                  <a:cubicBezTo>
                    <a:pt x="29697" y="8724"/>
                    <a:pt x="30183" y="8268"/>
                    <a:pt x="30183" y="7660"/>
                  </a:cubicBezTo>
                  <a:lnTo>
                    <a:pt x="30183" y="1064"/>
                  </a:lnTo>
                  <a:cubicBezTo>
                    <a:pt x="30183" y="456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>
              <a:extLst>
                <a:ext uri="{FF2B5EF4-FFF2-40B4-BE49-F238E27FC236}">
                  <a16:creationId xmlns:a16="http://schemas.microsoft.com/office/drawing/2014/main" id="{4A246863-E2A9-7188-6D6C-3496CFD04D3D}"/>
                </a:ext>
              </a:extLst>
            </p:cNvPr>
            <p:cNvSpPr/>
            <p:nvPr/>
          </p:nvSpPr>
          <p:spPr>
            <a:xfrm>
              <a:off x="6140200" y="3051250"/>
              <a:ext cx="754600" cy="309300"/>
            </a:xfrm>
            <a:custGeom>
              <a:avLst/>
              <a:gdLst/>
              <a:ahLst/>
              <a:cxnLst/>
              <a:rect l="l" t="t" r="r" b="b"/>
              <a:pathLst>
                <a:path w="30184" h="12372" extrusionOk="0">
                  <a:moveTo>
                    <a:pt x="29120" y="396"/>
                  </a:moveTo>
                  <a:cubicBezTo>
                    <a:pt x="29484" y="396"/>
                    <a:pt x="29788" y="699"/>
                    <a:pt x="29788" y="1064"/>
                  </a:cubicBezTo>
                  <a:lnTo>
                    <a:pt x="29788" y="11064"/>
                  </a:lnTo>
                  <a:lnTo>
                    <a:pt x="28056" y="8359"/>
                  </a:lnTo>
                  <a:lnTo>
                    <a:pt x="1034" y="8359"/>
                  </a:lnTo>
                  <a:cubicBezTo>
                    <a:pt x="669" y="8359"/>
                    <a:pt x="365" y="8055"/>
                    <a:pt x="365" y="7690"/>
                  </a:cubicBezTo>
                  <a:lnTo>
                    <a:pt x="365" y="1064"/>
                  </a:lnTo>
                  <a:cubicBezTo>
                    <a:pt x="365" y="699"/>
                    <a:pt x="669" y="396"/>
                    <a:pt x="1034" y="396"/>
                  </a:cubicBezTo>
                  <a:close/>
                  <a:moveTo>
                    <a:pt x="1034" y="0"/>
                  </a:moveTo>
                  <a:cubicBezTo>
                    <a:pt x="456" y="0"/>
                    <a:pt x="0" y="487"/>
                    <a:pt x="0" y="1064"/>
                  </a:cubicBezTo>
                  <a:lnTo>
                    <a:pt x="0" y="7690"/>
                  </a:lnTo>
                  <a:cubicBezTo>
                    <a:pt x="0" y="8268"/>
                    <a:pt x="456" y="8724"/>
                    <a:pt x="1034" y="8724"/>
                  </a:cubicBezTo>
                  <a:lnTo>
                    <a:pt x="27873" y="8724"/>
                  </a:lnTo>
                  <a:lnTo>
                    <a:pt x="30183" y="12371"/>
                  </a:lnTo>
                  <a:lnTo>
                    <a:pt x="30183" y="1064"/>
                  </a:lnTo>
                  <a:cubicBezTo>
                    <a:pt x="30183" y="487"/>
                    <a:pt x="29697" y="0"/>
                    <a:pt x="291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>
              <a:extLst>
                <a:ext uri="{FF2B5EF4-FFF2-40B4-BE49-F238E27FC236}">
                  <a16:creationId xmlns:a16="http://schemas.microsoft.com/office/drawing/2014/main" id="{15341A0F-8EDC-10BF-ED97-B01680A61C1B}"/>
                </a:ext>
              </a:extLst>
            </p:cNvPr>
            <p:cNvSpPr/>
            <p:nvPr/>
          </p:nvSpPr>
          <p:spPr>
            <a:xfrm>
              <a:off x="6209350" y="276250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0"/>
                  </a:moveTo>
                  <a:cubicBezTo>
                    <a:pt x="1125" y="0"/>
                    <a:pt x="0" y="1155"/>
                    <a:pt x="0" y="2553"/>
                  </a:cubicBezTo>
                  <a:cubicBezTo>
                    <a:pt x="0" y="3951"/>
                    <a:pt x="1125" y="5076"/>
                    <a:pt x="2554" y="5076"/>
                  </a:cubicBezTo>
                  <a:cubicBezTo>
                    <a:pt x="3952" y="5076"/>
                    <a:pt x="5077" y="3951"/>
                    <a:pt x="5077" y="2553"/>
                  </a:cubicBezTo>
                  <a:cubicBezTo>
                    <a:pt x="5077" y="1155"/>
                    <a:pt x="3952" y="0"/>
                    <a:pt x="2554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>
              <a:extLst>
                <a:ext uri="{FF2B5EF4-FFF2-40B4-BE49-F238E27FC236}">
                  <a16:creationId xmlns:a16="http://schemas.microsoft.com/office/drawing/2014/main" id="{64DE9ADD-AF4B-058F-F99D-6A4E931A5466}"/>
                </a:ext>
              </a:extLst>
            </p:cNvPr>
            <p:cNvSpPr/>
            <p:nvPr/>
          </p:nvSpPr>
          <p:spPr>
            <a:xfrm>
              <a:off x="6181225" y="2757850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42" y="399"/>
                  </a:moveTo>
                  <a:cubicBezTo>
                    <a:pt x="3654" y="399"/>
                    <a:pt x="3666" y="399"/>
                    <a:pt x="3679" y="399"/>
                  </a:cubicBez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53"/>
                    <a:pt x="4859" y="5083"/>
                    <a:pt x="3656" y="5083"/>
                  </a:cubicBezTo>
                  <a:cubicBezTo>
                    <a:pt x="3074" y="5083"/>
                    <a:pt x="2482" y="4866"/>
                    <a:pt x="2007" y="4381"/>
                  </a:cubicBezTo>
                  <a:cubicBezTo>
                    <a:pt x="526" y="2930"/>
                    <a:pt x="1569" y="399"/>
                    <a:pt x="3642" y="399"/>
                  </a:cubicBezTo>
                  <a:close/>
                  <a:moveTo>
                    <a:pt x="3625" y="1"/>
                  </a:moveTo>
                  <a:cubicBezTo>
                    <a:pt x="2958" y="1"/>
                    <a:pt x="2281" y="246"/>
                    <a:pt x="1733" y="794"/>
                  </a:cubicBezTo>
                  <a:cubicBezTo>
                    <a:pt x="1" y="2527"/>
                    <a:pt x="1247" y="5475"/>
                    <a:pt x="3679" y="5475"/>
                  </a:cubicBezTo>
                  <a:cubicBezTo>
                    <a:pt x="5168" y="5444"/>
                    <a:pt x="6384" y="4229"/>
                    <a:pt x="6384" y="2739"/>
                  </a:cubicBezTo>
                  <a:cubicBezTo>
                    <a:pt x="6384" y="1090"/>
                    <a:pt x="5028" y="1"/>
                    <a:pt x="36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5">
              <a:extLst>
                <a:ext uri="{FF2B5EF4-FFF2-40B4-BE49-F238E27FC236}">
                  <a16:creationId xmlns:a16="http://schemas.microsoft.com/office/drawing/2014/main" id="{B63101C8-A3F2-21D8-9996-93137E9182EC}"/>
                </a:ext>
              </a:extLst>
            </p:cNvPr>
            <p:cNvSpPr/>
            <p:nvPr/>
          </p:nvSpPr>
          <p:spPr>
            <a:xfrm>
              <a:off x="6246575" y="2781475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34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34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>
              <a:extLst>
                <a:ext uri="{FF2B5EF4-FFF2-40B4-BE49-F238E27FC236}">
                  <a16:creationId xmlns:a16="http://schemas.microsoft.com/office/drawing/2014/main" id="{8D27A225-00CC-069E-03B5-6142C6D1AAF9}"/>
                </a:ext>
              </a:extLst>
            </p:cNvPr>
            <p:cNvSpPr/>
            <p:nvPr/>
          </p:nvSpPr>
          <p:spPr>
            <a:xfrm>
              <a:off x="6231375" y="2776700"/>
              <a:ext cx="72975" cy="61800"/>
            </a:xfrm>
            <a:custGeom>
              <a:avLst/>
              <a:gdLst/>
              <a:ahLst/>
              <a:cxnLst/>
              <a:rect l="l" t="t" r="r" b="b"/>
              <a:pathLst>
                <a:path w="2919" h="2472" extrusionOk="0">
                  <a:moveTo>
                    <a:pt x="1673" y="374"/>
                  </a:moveTo>
                  <a:cubicBezTo>
                    <a:pt x="2129" y="374"/>
                    <a:pt x="2524" y="739"/>
                    <a:pt x="2524" y="1225"/>
                  </a:cubicBezTo>
                  <a:cubicBezTo>
                    <a:pt x="2524" y="1747"/>
                    <a:pt x="2094" y="2111"/>
                    <a:pt x="1638" y="2111"/>
                  </a:cubicBezTo>
                  <a:cubicBezTo>
                    <a:pt x="1429" y="2111"/>
                    <a:pt x="1215" y="2035"/>
                    <a:pt x="1034" y="1864"/>
                  </a:cubicBezTo>
                  <a:cubicBezTo>
                    <a:pt x="487" y="1317"/>
                    <a:pt x="882" y="374"/>
                    <a:pt x="1673" y="374"/>
                  </a:cubicBezTo>
                  <a:close/>
                  <a:moveTo>
                    <a:pt x="1647" y="0"/>
                  </a:moveTo>
                  <a:cubicBezTo>
                    <a:pt x="1336" y="0"/>
                    <a:pt x="1019" y="116"/>
                    <a:pt x="761" y="374"/>
                  </a:cubicBezTo>
                  <a:cubicBezTo>
                    <a:pt x="1" y="1134"/>
                    <a:pt x="548" y="2472"/>
                    <a:pt x="1673" y="2472"/>
                  </a:cubicBezTo>
                  <a:cubicBezTo>
                    <a:pt x="2341" y="2472"/>
                    <a:pt x="2919" y="1924"/>
                    <a:pt x="2919" y="1225"/>
                  </a:cubicBezTo>
                  <a:cubicBezTo>
                    <a:pt x="2898" y="489"/>
                    <a:pt x="2286" y="0"/>
                    <a:pt x="1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>
              <a:extLst>
                <a:ext uri="{FF2B5EF4-FFF2-40B4-BE49-F238E27FC236}">
                  <a16:creationId xmlns:a16="http://schemas.microsoft.com/office/drawing/2014/main" id="{875802A3-B0D9-F2B3-084B-C1F6CC8D5EF7}"/>
                </a:ext>
              </a:extLst>
            </p:cNvPr>
            <p:cNvSpPr/>
            <p:nvPr/>
          </p:nvSpPr>
          <p:spPr>
            <a:xfrm>
              <a:off x="6235950" y="2842475"/>
              <a:ext cx="73725" cy="46950"/>
            </a:xfrm>
            <a:custGeom>
              <a:avLst/>
              <a:gdLst/>
              <a:ahLst/>
              <a:cxnLst/>
              <a:rect l="l" t="t" r="r" b="b"/>
              <a:pathLst>
                <a:path w="2949" h="1878" extrusionOk="0">
                  <a:moveTo>
                    <a:pt x="1474" y="0"/>
                  </a:moveTo>
                  <a:cubicBezTo>
                    <a:pt x="760" y="0"/>
                    <a:pt x="46" y="464"/>
                    <a:pt x="0" y="1391"/>
                  </a:cubicBezTo>
                  <a:cubicBezTo>
                    <a:pt x="426" y="1725"/>
                    <a:pt x="943" y="1877"/>
                    <a:pt x="1490" y="1877"/>
                  </a:cubicBezTo>
                  <a:cubicBezTo>
                    <a:pt x="2006" y="1877"/>
                    <a:pt x="2523" y="1725"/>
                    <a:pt x="2949" y="1391"/>
                  </a:cubicBezTo>
                  <a:cubicBezTo>
                    <a:pt x="2903" y="464"/>
                    <a:pt x="2189" y="0"/>
                    <a:pt x="1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>
              <a:extLst>
                <a:ext uri="{FF2B5EF4-FFF2-40B4-BE49-F238E27FC236}">
                  <a16:creationId xmlns:a16="http://schemas.microsoft.com/office/drawing/2014/main" id="{03D84604-6459-506B-069D-F529B700859A}"/>
                </a:ext>
              </a:extLst>
            </p:cNvPr>
            <p:cNvSpPr/>
            <p:nvPr/>
          </p:nvSpPr>
          <p:spPr>
            <a:xfrm>
              <a:off x="6230625" y="2837350"/>
              <a:ext cx="84375" cy="57375"/>
            </a:xfrm>
            <a:custGeom>
              <a:avLst/>
              <a:gdLst/>
              <a:ahLst/>
              <a:cxnLst/>
              <a:rect l="l" t="t" r="r" b="b"/>
              <a:pathLst>
                <a:path w="3375" h="2295" extrusionOk="0">
                  <a:moveTo>
                    <a:pt x="1687" y="327"/>
                  </a:moveTo>
                  <a:cubicBezTo>
                    <a:pt x="2303" y="327"/>
                    <a:pt x="2919" y="730"/>
                    <a:pt x="2979" y="1535"/>
                  </a:cubicBezTo>
                  <a:cubicBezTo>
                    <a:pt x="2584" y="1778"/>
                    <a:pt x="2136" y="1900"/>
                    <a:pt x="1687" y="1900"/>
                  </a:cubicBezTo>
                  <a:cubicBezTo>
                    <a:pt x="1239" y="1900"/>
                    <a:pt x="791" y="1778"/>
                    <a:pt x="396" y="1535"/>
                  </a:cubicBezTo>
                  <a:cubicBezTo>
                    <a:pt x="456" y="730"/>
                    <a:pt x="1072" y="327"/>
                    <a:pt x="1687" y="327"/>
                  </a:cubicBezTo>
                  <a:close/>
                  <a:moveTo>
                    <a:pt x="1684" y="0"/>
                  </a:moveTo>
                  <a:cubicBezTo>
                    <a:pt x="874" y="0"/>
                    <a:pt x="61" y="532"/>
                    <a:pt x="1" y="1596"/>
                  </a:cubicBezTo>
                  <a:cubicBezTo>
                    <a:pt x="1" y="1657"/>
                    <a:pt x="31" y="1717"/>
                    <a:pt x="92" y="1748"/>
                  </a:cubicBezTo>
                  <a:cubicBezTo>
                    <a:pt x="548" y="2082"/>
                    <a:pt x="1125" y="2264"/>
                    <a:pt x="1703" y="2295"/>
                  </a:cubicBezTo>
                  <a:cubicBezTo>
                    <a:pt x="2250" y="2264"/>
                    <a:pt x="2827" y="2082"/>
                    <a:pt x="3283" y="1748"/>
                  </a:cubicBezTo>
                  <a:cubicBezTo>
                    <a:pt x="3344" y="1717"/>
                    <a:pt x="3374" y="1657"/>
                    <a:pt x="3344" y="1596"/>
                  </a:cubicBezTo>
                  <a:cubicBezTo>
                    <a:pt x="3298" y="532"/>
                    <a:pt x="2493" y="0"/>
                    <a:pt x="16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5">
              <a:extLst>
                <a:ext uri="{FF2B5EF4-FFF2-40B4-BE49-F238E27FC236}">
                  <a16:creationId xmlns:a16="http://schemas.microsoft.com/office/drawing/2014/main" id="{F28C4DC1-03BD-CFAB-0D52-E843DD72547A}"/>
                </a:ext>
              </a:extLst>
            </p:cNvPr>
            <p:cNvSpPr/>
            <p:nvPr/>
          </p:nvSpPr>
          <p:spPr>
            <a:xfrm>
              <a:off x="6381075" y="2768575"/>
              <a:ext cx="215850" cy="9125"/>
            </a:xfrm>
            <a:custGeom>
              <a:avLst/>
              <a:gdLst/>
              <a:ahLst/>
              <a:cxnLst/>
              <a:rect l="l" t="t" r="r" b="b"/>
              <a:pathLst>
                <a:path w="8634" h="365" extrusionOk="0">
                  <a:moveTo>
                    <a:pt x="1" y="0"/>
                  </a:moveTo>
                  <a:lnTo>
                    <a:pt x="1" y="365"/>
                  </a:lnTo>
                  <a:lnTo>
                    <a:pt x="8633" y="36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>
              <a:extLst>
                <a:ext uri="{FF2B5EF4-FFF2-40B4-BE49-F238E27FC236}">
                  <a16:creationId xmlns:a16="http://schemas.microsoft.com/office/drawing/2014/main" id="{7A6B26E9-FEA4-07B3-CC8F-0DB04A6C9B53}"/>
                </a:ext>
              </a:extLst>
            </p:cNvPr>
            <p:cNvSpPr/>
            <p:nvPr/>
          </p:nvSpPr>
          <p:spPr>
            <a:xfrm>
              <a:off x="6385650" y="283012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>
              <a:extLst>
                <a:ext uri="{FF2B5EF4-FFF2-40B4-BE49-F238E27FC236}">
                  <a16:creationId xmlns:a16="http://schemas.microsoft.com/office/drawing/2014/main" id="{71FDA46C-B63F-BD6F-DCC1-54FFE4C9A079}"/>
                </a:ext>
              </a:extLst>
            </p:cNvPr>
            <p:cNvSpPr/>
            <p:nvPr/>
          </p:nvSpPr>
          <p:spPr>
            <a:xfrm>
              <a:off x="6385650" y="2868875"/>
              <a:ext cx="444550" cy="9150"/>
            </a:xfrm>
            <a:custGeom>
              <a:avLst/>
              <a:gdLst/>
              <a:ahLst/>
              <a:cxnLst/>
              <a:rect l="l" t="t" r="r" b="b"/>
              <a:pathLst>
                <a:path w="17782" h="366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>
              <a:extLst>
                <a:ext uri="{FF2B5EF4-FFF2-40B4-BE49-F238E27FC236}">
                  <a16:creationId xmlns:a16="http://schemas.microsoft.com/office/drawing/2014/main" id="{62445B58-E9DF-0948-BA0B-389999A68F78}"/>
                </a:ext>
              </a:extLst>
            </p:cNvPr>
            <p:cNvSpPr/>
            <p:nvPr/>
          </p:nvSpPr>
          <p:spPr>
            <a:xfrm>
              <a:off x="6209350" y="3102150"/>
              <a:ext cx="126925" cy="126925"/>
            </a:xfrm>
            <a:custGeom>
              <a:avLst/>
              <a:gdLst/>
              <a:ahLst/>
              <a:cxnLst/>
              <a:rect l="l" t="t" r="r" b="b"/>
              <a:pathLst>
                <a:path w="5077" h="5077" extrusionOk="0">
                  <a:moveTo>
                    <a:pt x="2554" y="1"/>
                  </a:moveTo>
                  <a:cubicBezTo>
                    <a:pt x="1125" y="1"/>
                    <a:pt x="0" y="1156"/>
                    <a:pt x="0" y="2554"/>
                  </a:cubicBezTo>
                  <a:cubicBezTo>
                    <a:pt x="0" y="3952"/>
                    <a:pt x="1125" y="5077"/>
                    <a:pt x="2554" y="5077"/>
                  </a:cubicBezTo>
                  <a:cubicBezTo>
                    <a:pt x="3952" y="5077"/>
                    <a:pt x="5077" y="3952"/>
                    <a:pt x="5077" y="2554"/>
                  </a:cubicBezTo>
                  <a:cubicBezTo>
                    <a:pt x="5077" y="1156"/>
                    <a:pt x="3952" y="1"/>
                    <a:pt x="2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>
              <a:extLst>
                <a:ext uri="{FF2B5EF4-FFF2-40B4-BE49-F238E27FC236}">
                  <a16:creationId xmlns:a16="http://schemas.microsoft.com/office/drawing/2014/main" id="{8ABFA59F-5F40-F0AF-298A-68196C17AD08}"/>
                </a:ext>
              </a:extLst>
            </p:cNvPr>
            <p:cNvSpPr/>
            <p:nvPr/>
          </p:nvSpPr>
          <p:spPr>
            <a:xfrm>
              <a:off x="6181225" y="3097525"/>
              <a:ext cx="159600" cy="136875"/>
            </a:xfrm>
            <a:custGeom>
              <a:avLst/>
              <a:gdLst/>
              <a:ahLst/>
              <a:cxnLst/>
              <a:rect l="l" t="t" r="r" b="b"/>
              <a:pathLst>
                <a:path w="6384" h="5475" extrusionOk="0">
                  <a:moveTo>
                    <a:pt x="3679" y="399"/>
                  </a:moveTo>
                  <a:cubicBezTo>
                    <a:pt x="4955" y="399"/>
                    <a:pt x="6019" y="1432"/>
                    <a:pt x="6019" y="2739"/>
                  </a:cubicBezTo>
                  <a:cubicBezTo>
                    <a:pt x="6019" y="4160"/>
                    <a:pt x="4847" y="5093"/>
                    <a:pt x="3638" y="5093"/>
                  </a:cubicBezTo>
                  <a:cubicBezTo>
                    <a:pt x="3062" y="5093"/>
                    <a:pt x="2477" y="4881"/>
                    <a:pt x="2007" y="4411"/>
                  </a:cubicBezTo>
                  <a:cubicBezTo>
                    <a:pt x="518" y="2921"/>
                    <a:pt x="1581" y="399"/>
                    <a:pt x="3679" y="399"/>
                  </a:cubicBezTo>
                  <a:close/>
                  <a:moveTo>
                    <a:pt x="3625" y="0"/>
                  </a:moveTo>
                  <a:cubicBezTo>
                    <a:pt x="2958" y="0"/>
                    <a:pt x="2281" y="246"/>
                    <a:pt x="1733" y="794"/>
                  </a:cubicBezTo>
                  <a:cubicBezTo>
                    <a:pt x="1" y="2526"/>
                    <a:pt x="1247" y="5475"/>
                    <a:pt x="3679" y="5475"/>
                  </a:cubicBezTo>
                  <a:cubicBezTo>
                    <a:pt x="5168" y="5444"/>
                    <a:pt x="6384" y="4228"/>
                    <a:pt x="6384" y="2739"/>
                  </a:cubicBezTo>
                  <a:cubicBezTo>
                    <a:pt x="6384" y="1090"/>
                    <a:pt x="5028" y="0"/>
                    <a:pt x="3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>
              <a:extLst>
                <a:ext uri="{FF2B5EF4-FFF2-40B4-BE49-F238E27FC236}">
                  <a16:creationId xmlns:a16="http://schemas.microsoft.com/office/drawing/2014/main" id="{B8089F67-68E0-1564-A8DE-47DE84CA4437}"/>
                </a:ext>
              </a:extLst>
            </p:cNvPr>
            <p:cNvSpPr/>
            <p:nvPr/>
          </p:nvSpPr>
          <p:spPr>
            <a:xfrm>
              <a:off x="6246575" y="3121150"/>
              <a:ext cx="52475" cy="52475"/>
            </a:xfrm>
            <a:custGeom>
              <a:avLst/>
              <a:gdLst/>
              <a:ahLst/>
              <a:cxnLst/>
              <a:rect l="l" t="t" r="r" b="b"/>
              <a:pathLst>
                <a:path w="2099" h="209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098"/>
                    <a:pt x="1065" y="2098"/>
                  </a:cubicBezTo>
                  <a:cubicBezTo>
                    <a:pt x="1642" y="2098"/>
                    <a:pt x="2098" y="1642"/>
                    <a:pt x="2098" y="1065"/>
                  </a:cubicBezTo>
                  <a:cubicBezTo>
                    <a:pt x="209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>
              <a:extLst>
                <a:ext uri="{FF2B5EF4-FFF2-40B4-BE49-F238E27FC236}">
                  <a16:creationId xmlns:a16="http://schemas.microsoft.com/office/drawing/2014/main" id="{D6C79F2B-297D-E3C7-F3E3-62655DA527C6}"/>
                </a:ext>
              </a:extLst>
            </p:cNvPr>
            <p:cNvSpPr/>
            <p:nvPr/>
          </p:nvSpPr>
          <p:spPr>
            <a:xfrm>
              <a:off x="6230625" y="3115825"/>
              <a:ext cx="73725" cy="63100"/>
            </a:xfrm>
            <a:custGeom>
              <a:avLst/>
              <a:gdLst/>
              <a:ahLst/>
              <a:cxnLst/>
              <a:rect l="l" t="t" r="r" b="b"/>
              <a:pathLst>
                <a:path w="2949" h="2524" extrusionOk="0">
                  <a:moveTo>
                    <a:pt x="1703" y="396"/>
                  </a:moveTo>
                  <a:cubicBezTo>
                    <a:pt x="2159" y="396"/>
                    <a:pt x="2554" y="791"/>
                    <a:pt x="2554" y="1278"/>
                  </a:cubicBezTo>
                  <a:cubicBezTo>
                    <a:pt x="2554" y="1793"/>
                    <a:pt x="2121" y="2140"/>
                    <a:pt x="1671" y="2140"/>
                  </a:cubicBezTo>
                  <a:cubicBezTo>
                    <a:pt x="1458" y="2140"/>
                    <a:pt x="1241" y="2062"/>
                    <a:pt x="1064" y="1886"/>
                  </a:cubicBezTo>
                  <a:cubicBezTo>
                    <a:pt x="517" y="1338"/>
                    <a:pt x="912" y="396"/>
                    <a:pt x="1703" y="396"/>
                  </a:cubicBezTo>
                  <a:close/>
                  <a:moveTo>
                    <a:pt x="1662" y="0"/>
                  </a:moveTo>
                  <a:cubicBezTo>
                    <a:pt x="1355" y="0"/>
                    <a:pt x="1043" y="113"/>
                    <a:pt x="791" y="366"/>
                  </a:cubicBezTo>
                  <a:cubicBezTo>
                    <a:pt x="1" y="1156"/>
                    <a:pt x="578" y="2524"/>
                    <a:pt x="1703" y="2524"/>
                  </a:cubicBezTo>
                  <a:cubicBezTo>
                    <a:pt x="2371" y="2524"/>
                    <a:pt x="2919" y="1946"/>
                    <a:pt x="2949" y="1278"/>
                  </a:cubicBezTo>
                  <a:cubicBezTo>
                    <a:pt x="2949" y="512"/>
                    <a:pt x="2316" y="0"/>
                    <a:pt x="16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>
              <a:extLst>
                <a:ext uri="{FF2B5EF4-FFF2-40B4-BE49-F238E27FC236}">
                  <a16:creationId xmlns:a16="http://schemas.microsoft.com/office/drawing/2014/main" id="{E548EE7D-CFEB-0485-ABA1-992A6CEBA35B}"/>
                </a:ext>
              </a:extLst>
            </p:cNvPr>
            <p:cNvSpPr/>
            <p:nvPr/>
          </p:nvSpPr>
          <p:spPr>
            <a:xfrm>
              <a:off x="6235950" y="3182325"/>
              <a:ext cx="73725" cy="46750"/>
            </a:xfrm>
            <a:custGeom>
              <a:avLst/>
              <a:gdLst/>
              <a:ahLst/>
              <a:cxnLst/>
              <a:rect l="l" t="t" r="r" b="b"/>
              <a:pathLst>
                <a:path w="2949" h="1870" extrusionOk="0">
                  <a:moveTo>
                    <a:pt x="1474" y="1"/>
                  </a:moveTo>
                  <a:cubicBezTo>
                    <a:pt x="760" y="1"/>
                    <a:pt x="46" y="472"/>
                    <a:pt x="0" y="1414"/>
                  </a:cubicBezTo>
                  <a:cubicBezTo>
                    <a:pt x="426" y="1718"/>
                    <a:pt x="943" y="1870"/>
                    <a:pt x="1490" y="1870"/>
                  </a:cubicBezTo>
                  <a:cubicBezTo>
                    <a:pt x="2006" y="1870"/>
                    <a:pt x="2523" y="1718"/>
                    <a:pt x="2949" y="1414"/>
                  </a:cubicBezTo>
                  <a:cubicBezTo>
                    <a:pt x="2903" y="472"/>
                    <a:pt x="2189" y="1"/>
                    <a:pt x="1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>
              <a:extLst>
                <a:ext uri="{FF2B5EF4-FFF2-40B4-BE49-F238E27FC236}">
                  <a16:creationId xmlns:a16="http://schemas.microsoft.com/office/drawing/2014/main" id="{A4989395-17F1-786B-BEF1-4D3FF941F016}"/>
                </a:ext>
              </a:extLst>
            </p:cNvPr>
            <p:cNvSpPr/>
            <p:nvPr/>
          </p:nvSpPr>
          <p:spPr>
            <a:xfrm>
              <a:off x="6230625" y="3177000"/>
              <a:ext cx="83625" cy="57400"/>
            </a:xfrm>
            <a:custGeom>
              <a:avLst/>
              <a:gdLst/>
              <a:ahLst/>
              <a:cxnLst/>
              <a:rect l="l" t="t" r="r" b="b"/>
              <a:pathLst>
                <a:path w="3345" h="2296" extrusionOk="0">
                  <a:moveTo>
                    <a:pt x="1687" y="328"/>
                  </a:moveTo>
                  <a:cubicBezTo>
                    <a:pt x="2303" y="328"/>
                    <a:pt x="2919" y="730"/>
                    <a:pt x="2979" y="1536"/>
                  </a:cubicBezTo>
                  <a:cubicBezTo>
                    <a:pt x="2584" y="1779"/>
                    <a:pt x="2136" y="1901"/>
                    <a:pt x="1687" y="1901"/>
                  </a:cubicBezTo>
                  <a:cubicBezTo>
                    <a:pt x="1239" y="1901"/>
                    <a:pt x="791" y="1779"/>
                    <a:pt x="396" y="1536"/>
                  </a:cubicBezTo>
                  <a:cubicBezTo>
                    <a:pt x="456" y="730"/>
                    <a:pt x="1072" y="328"/>
                    <a:pt x="1687" y="328"/>
                  </a:cubicBezTo>
                  <a:close/>
                  <a:moveTo>
                    <a:pt x="1684" y="1"/>
                  </a:moveTo>
                  <a:cubicBezTo>
                    <a:pt x="874" y="1"/>
                    <a:pt x="61" y="533"/>
                    <a:pt x="1" y="1597"/>
                  </a:cubicBezTo>
                  <a:cubicBezTo>
                    <a:pt x="1" y="1688"/>
                    <a:pt x="31" y="1718"/>
                    <a:pt x="92" y="1779"/>
                  </a:cubicBezTo>
                  <a:cubicBezTo>
                    <a:pt x="548" y="2113"/>
                    <a:pt x="1125" y="2296"/>
                    <a:pt x="1703" y="2296"/>
                  </a:cubicBezTo>
                  <a:cubicBezTo>
                    <a:pt x="2250" y="2296"/>
                    <a:pt x="2827" y="2113"/>
                    <a:pt x="3283" y="1779"/>
                  </a:cubicBezTo>
                  <a:cubicBezTo>
                    <a:pt x="3344" y="1718"/>
                    <a:pt x="3344" y="1688"/>
                    <a:pt x="3344" y="1597"/>
                  </a:cubicBezTo>
                  <a:cubicBezTo>
                    <a:pt x="3298" y="533"/>
                    <a:pt x="2493" y="1"/>
                    <a:pt x="1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>
              <a:extLst>
                <a:ext uri="{FF2B5EF4-FFF2-40B4-BE49-F238E27FC236}">
                  <a16:creationId xmlns:a16="http://schemas.microsoft.com/office/drawing/2014/main" id="{5AEC971C-F779-D03D-2538-5E6C427DC380}"/>
                </a:ext>
              </a:extLst>
            </p:cNvPr>
            <p:cNvSpPr/>
            <p:nvPr/>
          </p:nvSpPr>
          <p:spPr>
            <a:xfrm>
              <a:off x="6381075" y="3108250"/>
              <a:ext cx="215850" cy="9900"/>
            </a:xfrm>
            <a:custGeom>
              <a:avLst/>
              <a:gdLst/>
              <a:ahLst/>
              <a:cxnLst/>
              <a:rect l="l" t="t" r="r" b="b"/>
              <a:pathLst>
                <a:path w="8634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633" y="395"/>
                  </a:lnTo>
                  <a:lnTo>
                    <a:pt x="863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>
              <a:extLst>
                <a:ext uri="{FF2B5EF4-FFF2-40B4-BE49-F238E27FC236}">
                  <a16:creationId xmlns:a16="http://schemas.microsoft.com/office/drawing/2014/main" id="{AE8BFD8D-B358-B60D-3319-C78C33FD302D}"/>
                </a:ext>
              </a:extLst>
            </p:cNvPr>
            <p:cNvSpPr/>
            <p:nvPr/>
          </p:nvSpPr>
          <p:spPr>
            <a:xfrm>
              <a:off x="6385650" y="3169800"/>
              <a:ext cx="444550" cy="9125"/>
            </a:xfrm>
            <a:custGeom>
              <a:avLst/>
              <a:gdLst/>
              <a:ahLst/>
              <a:cxnLst/>
              <a:rect l="l" t="t" r="r" b="b"/>
              <a:pathLst>
                <a:path w="17782" h="365" extrusionOk="0">
                  <a:moveTo>
                    <a:pt x="0" y="0"/>
                  </a:moveTo>
                  <a:lnTo>
                    <a:pt x="0" y="365"/>
                  </a:lnTo>
                  <a:lnTo>
                    <a:pt x="17782" y="36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>
              <a:extLst>
                <a:ext uri="{FF2B5EF4-FFF2-40B4-BE49-F238E27FC236}">
                  <a16:creationId xmlns:a16="http://schemas.microsoft.com/office/drawing/2014/main" id="{E260A429-77B1-1CE0-3E4B-F6A0EE7A24DE}"/>
                </a:ext>
              </a:extLst>
            </p:cNvPr>
            <p:cNvSpPr/>
            <p:nvPr/>
          </p:nvSpPr>
          <p:spPr>
            <a:xfrm>
              <a:off x="6385650" y="3208550"/>
              <a:ext cx="444550" cy="9900"/>
            </a:xfrm>
            <a:custGeom>
              <a:avLst/>
              <a:gdLst/>
              <a:ahLst/>
              <a:cxnLst/>
              <a:rect l="l" t="t" r="r" b="b"/>
              <a:pathLst>
                <a:path w="17782" h="396" extrusionOk="0">
                  <a:moveTo>
                    <a:pt x="0" y="0"/>
                  </a:moveTo>
                  <a:lnTo>
                    <a:pt x="0" y="395"/>
                  </a:lnTo>
                  <a:lnTo>
                    <a:pt x="17782" y="395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>
              <a:extLst>
                <a:ext uri="{FF2B5EF4-FFF2-40B4-BE49-F238E27FC236}">
                  <a16:creationId xmlns:a16="http://schemas.microsoft.com/office/drawing/2014/main" id="{65C14DF6-2A29-4209-BB76-5F7A147AA17E}"/>
                </a:ext>
              </a:extLst>
            </p:cNvPr>
            <p:cNvSpPr/>
            <p:nvPr/>
          </p:nvSpPr>
          <p:spPr>
            <a:xfrm>
              <a:off x="6352200" y="1526900"/>
              <a:ext cx="823750" cy="246100"/>
            </a:xfrm>
            <a:custGeom>
              <a:avLst/>
              <a:gdLst/>
              <a:ahLst/>
              <a:cxnLst/>
              <a:rect l="l" t="t" r="r" b="b"/>
              <a:pathLst>
                <a:path w="32950" h="9844" extrusionOk="0">
                  <a:moveTo>
                    <a:pt x="15108" y="1"/>
                  </a:moveTo>
                  <a:cubicBezTo>
                    <a:pt x="14682" y="31"/>
                    <a:pt x="14256" y="62"/>
                    <a:pt x="13831" y="122"/>
                  </a:cubicBezTo>
                  <a:cubicBezTo>
                    <a:pt x="8664" y="791"/>
                    <a:pt x="3922" y="3375"/>
                    <a:pt x="578" y="7357"/>
                  </a:cubicBezTo>
                  <a:cubicBezTo>
                    <a:pt x="1" y="7964"/>
                    <a:pt x="31" y="8937"/>
                    <a:pt x="670" y="9484"/>
                  </a:cubicBezTo>
                  <a:cubicBezTo>
                    <a:pt x="955" y="9715"/>
                    <a:pt x="1301" y="9831"/>
                    <a:pt x="1646" y="9831"/>
                  </a:cubicBezTo>
                  <a:cubicBezTo>
                    <a:pt x="2072" y="9831"/>
                    <a:pt x="2495" y="9655"/>
                    <a:pt x="2797" y="9302"/>
                  </a:cubicBezTo>
                  <a:cubicBezTo>
                    <a:pt x="3466" y="8542"/>
                    <a:pt x="4195" y="7813"/>
                    <a:pt x="4955" y="7144"/>
                  </a:cubicBezTo>
                  <a:cubicBezTo>
                    <a:pt x="8246" y="4339"/>
                    <a:pt x="12345" y="2895"/>
                    <a:pt x="16479" y="2895"/>
                  </a:cubicBezTo>
                  <a:cubicBezTo>
                    <a:pt x="19333" y="2895"/>
                    <a:pt x="22202" y="3583"/>
                    <a:pt x="24834" y="4986"/>
                  </a:cubicBezTo>
                  <a:cubicBezTo>
                    <a:pt x="26871" y="6050"/>
                    <a:pt x="28694" y="7539"/>
                    <a:pt x="30184" y="9302"/>
                  </a:cubicBezTo>
                  <a:cubicBezTo>
                    <a:pt x="30472" y="9658"/>
                    <a:pt x="30892" y="9844"/>
                    <a:pt x="31313" y="9844"/>
                  </a:cubicBezTo>
                  <a:cubicBezTo>
                    <a:pt x="31647" y="9844"/>
                    <a:pt x="31982" y="9726"/>
                    <a:pt x="32251" y="9484"/>
                  </a:cubicBezTo>
                  <a:cubicBezTo>
                    <a:pt x="32889" y="8968"/>
                    <a:pt x="32950" y="7995"/>
                    <a:pt x="32403" y="7357"/>
                  </a:cubicBezTo>
                  <a:cubicBezTo>
                    <a:pt x="28208" y="2524"/>
                    <a:pt x="22858" y="92"/>
                    <a:pt x="164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5">
              <a:extLst>
                <a:ext uri="{FF2B5EF4-FFF2-40B4-BE49-F238E27FC236}">
                  <a16:creationId xmlns:a16="http://schemas.microsoft.com/office/drawing/2014/main" id="{E8681425-6A6B-FA15-25DB-76FA8F7BAA83}"/>
                </a:ext>
              </a:extLst>
            </p:cNvPr>
            <p:cNvSpPr/>
            <p:nvPr/>
          </p:nvSpPr>
          <p:spPr>
            <a:xfrm>
              <a:off x="6452700" y="1675075"/>
              <a:ext cx="610025" cy="195225"/>
            </a:xfrm>
            <a:custGeom>
              <a:avLst/>
              <a:gdLst/>
              <a:ahLst/>
              <a:cxnLst/>
              <a:rect l="l" t="t" r="r" b="b"/>
              <a:pathLst>
                <a:path w="24401" h="7809" extrusionOk="0">
                  <a:moveTo>
                    <a:pt x="13002" y="1"/>
                  </a:moveTo>
                  <a:cubicBezTo>
                    <a:pt x="10176" y="1"/>
                    <a:pt x="7957" y="518"/>
                    <a:pt x="5829" y="1551"/>
                  </a:cubicBezTo>
                  <a:cubicBezTo>
                    <a:pt x="4005" y="2463"/>
                    <a:pt x="2364" y="3709"/>
                    <a:pt x="1057" y="5290"/>
                  </a:cubicBezTo>
                  <a:cubicBezTo>
                    <a:pt x="1" y="6391"/>
                    <a:pt x="1038" y="7808"/>
                    <a:pt x="2167" y="7808"/>
                  </a:cubicBezTo>
                  <a:cubicBezTo>
                    <a:pt x="2565" y="7808"/>
                    <a:pt x="2974" y="7632"/>
                    <a:pt x="3306" y="7205"/>
                  </a:cubicBezTo>
                  <a:cubicBezTo>
                    <a:pt x="3428" y="7083"/>
                    <a:pt x="3549" y="6931"/>
                    <a:pt x="3671" y="6810"/>
                  </a:cubicBezTo>
                  <a:cubicBezTo>
                    <a:pt x="6210" y="4248"/>
                    <a:pt x="9081" y="2949"/>
                    <a:pt x="12297" y="2949"/>
                  </a:cubicBezTo>
                  <a:cubicBezTo>
                    <a:pt x="13431" y="2949"/>
                    <a:pt x="14609" y="3111"/>
                    <a:pt x="15829" y="3436"/>
                  </a:cubicBezTo>
                  <a:cubicBezTo>
                    <a:pt x="18079" y="4074"/>
                    <a:pt x="20085" y="5381"/>
                    <a:pt x="21574" y="7205"/>
                  </a:cubicBezTo>
                  <a:cubicBezTo>
                    <a:pt x="21862" y="7561"/>
                    <a:pt x="22282" y="7746"/>
                    <a:pt x="22708" y="7746"/>
                  </a:cubicBezTo>
                  <a:cubicBezTo>
                    <a:pt x="23047" y="7746"/>
                    <a:pt x="23389" y="7629"/>
                    <a:pt x="23671" y="7387"/>
                  </a:cubicBezTo>
                  <a:cubicBezTo>
                    <a:pt x="24340" y="6870"/>
                    <a:pt x="24401" y="5898"/>
                    <a:pt x="23823" y="5290"/>
                  </a:cubicBezTo>
                  <a:cubicBezTo>
                    <a:pt x="20814" y="1825"/>
                    <a:pt x="17045" y="92"/>
                    <a:pt x="130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5">
              <a:extLst>
                <a:ext uri="{FF2B5EF4-FFF2-40B4-BE49-F238E27FC236}">
                  <a16:creationId xmlns:a16="http://schemas.microsoft.com/office/drawing/2014/main" id="{DB67FD80-7F5F-949C-263B-B82F22983A22}"/>
                </a:ext>
              </a:extLst>
            </p:cNvPr>
            <p:cNvSpPr/>
            <p:nvPr/>
          </p:nvSpPr>
          <p:spPr>
            <a:xfrm>
              <a:off x="6575625" y="1823450"/>
              <a:ext cx="369325" cy="141050"/>
            </a:xfrm>
            <a:custGeom>
              <a:avLst/>
              <a:gdLst/>
              <a:ahLst/>
              <a:cxnLst/>
              <a:rect l="l" t="t" r="r" b="b"/>
              <a:pathLst>
                <a:path w="14773" h="5642" extrusionOk="0">
                  <a:moveTo>
                    <a:pt x="7535" y="1"/>
                  </a:moveTo>
                  <a:cubicBezTo>
                    <a:pt x="5008" y="1"/>
                    <a:pt x="2477" y="1072"/>
                    <a:pt x="699" y="3215"/>
                  </a:cubicBezTo>
                  <a:cubicBezTo>
                    <a:pt x="0" y="4005"/>
                    <a:pt x="365" y="5252"/>
                    <a:pt x="1398" y="5556"/>
                  </a:cubicBezTo>
                  <a:cubicBezTo>
                    <a:pt x="1543" y="5612"/>
                    <a:pt x="1695" y="5638"/>
                    <a:pt x="1846" y="5638"/>
                  </a:cubicBezTo>
                  <a:cubicBezTo>
                    <a:pt x="2267" y="5638"/>
                    <a:pt x="2689" y="5435"/>
                    <a:pt x="2979" y="5100"/>
                  </a:cubicBezTo>
                  <a:cubicBezTo>
                    <a:pt x="4126" y="3724"/>
                    <a:pt x="5801" y="2977"/>
                    <a:pt x="7525" y="2977"/>
                  </a:cubicBezTo>
                  <a:cubicBezTo>
                    <a:pt x="8315" y="2977"/>
                    <a:pt x="9115" y="3134"/>
                    <a:pt x="9879" y="3458"/>
                  </a:cubicBezTo>
                  <a:cubicBezTo>
                    <a:pt x="10730" y="3823"/>
                    <a:pt x="11520" y="4400"/>
                    <a:pt x="12128" y="5130"/>
                  </a:cubicBezTo>
                  <a:cubicBezTo>
                    <a:pt x="12430" y="5483"/>
                    <a:pt x="12827" y="5641"/>
                    <a:pt x="13220" y="5641"/>
                  </a:cubicBezTo>
                  <a:cubicBezTo>
                    <a:pt x="13975" y="5641"/>
                    <a:pt x="14712" y="5057"/>
                    <a:pt x="14712" y="4157"/>
                  </a:cubicBezTo>
                  <a:lnTo>
                    <a:pt x="14772" y="4127"/>
                  </a:lnTo>
                  <a:cubicBezTo>
                    <a:pt x="14681" y="3823"/>
                    <a:pt x="14529" y="3519"/>
                    <a:pt x="14347" y="3215"/>
                  </a:cubicBezTo>
                  <a:cubicBezTo>
                    <a:pt x="12584" y="1072"/>
                    <a:pt x="10061" y="1"/>
                    <a:pt x="75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5">
              <a:extLst>
                <a:ext uri="{FF2B5EF4-FFF2-40B4-BE49-F238E27FC236}">
                  <a16:creationId xmlns:a16="http://schemas.microsoft.com/office/drawing/2014/main" id="{B211B192-F8C8-D4FA-3557-685B3DB868B2}"/>
                </a:ext>
              </a:extLst>
            </p:cNvPr>
            <p:cNvSpPr/>
            <p:nvPr/>
          </p:nvSpPr>
          <p:spPr>
            <a:xfrm>
              <a:off x="6664525" y="1972950"/>
              <a:ext cx="173800" cy="148225"/>
            </a:xfrm>
            <a:custGeom>
              <a:avLst/>
              <a:gdLst/>
              <a:ahLst/>
              <a:cxnLst/>
              <a:rect l="l" t="t" r="r" b="b"/>
              <a:pathLst>
                <a:path w="6952" h="5929" extrusionOk="0">
                  <a:moveTo>
                    <a:pt x="3971" y="0"/>
                  </a:moveTo>
                  <a:cubicBezTo>
                    <a:pt x="3241" y="0"/>
                    <a:pt x="2495" y="273"/>
                    <a:pt x="1885" y="883"/>
                  </a:cubicBezTo>
                  <a:cubicBezTo>
                    <a:pt x="0" y="2737"/>
                    <a:pt x="1338" y="5928"/>
                    <a:pt x="3982" y="5928"/>
                  </a:cubicBezTo>
                  <a:cubicBezTo>
                    <a:pt x="5624" y="5928"/>
                    <a:pt x="6931" y="4621"/>
                    <a:pt x="6931" y="2980"/>
                  </a:cubicBezTo>
                  <a:cubicBezTo>
                    <a:pt x="6951" y="1191"/>
                    <a:pt x="5498" y="0"/>
                    <a:pt x="39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5">
              <a:extLst>
                <a:ext uri="{FF2B5EF4-FFF2-40B4-BE49-F238E27FC236}">
                  <a16:creationId xmlns:a16="http://schemas.microsoft.com/office/drawing/2014/main" id="{4CFE91C2-B578-BBC9-D2B7-8604297865A2}"/>
                </a:ext>
              </a:extLst>
            </p:cNvPr>
            <p:cNvSpPr/>
            <p:nvPr/>
          </p:nvSpPr>
          <p:spPr>
            <a:xfrm>
              <a:off x="5035325" y="3481700"/>
              <a:ext cx="1342750" cy="1292250"/>
            </a:xfrm>
            <a:custGeom>
              <a:avLst/>
              <a:gdLst/>
              <a:ahLst/>
              <a:cxnLst/>
              <a:rect l="l" t="t" r="r" b="b"/>
              <a:pathLst>
                <a:path w="53710" h="51690" extrusionOk="0">
                  <a:moveTo>
                    <a:pt x="27873" y="716"/>
                  </a:moveTo>
                  <a:cubicBezTo>
                    <a:pt x="41703" y="746"/>
                    <a:pt x="52919" y="11962"/>
                    <a:pt x="52949" y="25792"/>
                  </a:cubicBezTo>
                  <a:cubicBezTo>
                    <a:pt x="52949" y="35944"/>
                    <a:pt x="46840" y="45093"/>
                    <a:pt x="37478" y="48984"/>
                  </a:cubicBezTo>
                  <a:cubicBezTo>
                    <a:pt x="34370" y="50261"/>
                    <a:pt x="31108" y="50883"/>
                    <a:pt x="27876" y="50883"/>
                  </a:cubicBezTo>
                  <a:cubicBezTo>
                    <a:pt x="21343" y="50883"/>
                    <a:pt x="14931" y="48342"/>
                    <a:pt x="10152" y="43543"/>
                  </a:cubicBezTo>
                  <a:cubicBezTo>
                    <a:pt x="2979" y="36370"/>
                    <a:pt x="821" y="25579"/>
                    <a:pt x="4711" y="16218"/>
                  </a:cubicBezTo>
                  <a:cubicBezTo>
                    <a:pt x="8572" y="6856"/>
                    <a:pt x="17721" y="716"/>
                    <a:pt x="27873" y="716"/>
                  </a:cubicBezTo>
                  <a:close/>
                  <a:moveTo>
                    <a:pt x="27874" y="1"/>
                  </a:moveTo>
                  <a:cubicBezTo>
                    <a:pt x="21155" y="1"/>
                    <a:pt x="14544" y="2616"/>
                    <a:pt x="9605" y="7555"/>
                  </a:cubicBezTo>
                  <a:cubicBezTo>
                    <a:pt x="2219" y="14971"/>
                    <a:pt x="0" y="26066"/>
                    <a:pt x="4012" y="35731"/>
                  </a:cubicBezTo>
                  <a:cubicBezTo>
                    <a:pt x="7994" y="45367"/>
                    <a:pt x="17417" y="51689"/>
                    <a:pt x="27873" y="51689"/>
                  </a:cubicBezTo>
                  <a:cubicBezTo>
                    <a:pt x="42129" y="51659"/>
                    <a:pt x="53679" y="40108"/>
                    <a:pt x="53709" y="25853"/>
                  </a:cubicBezTo>
                  <a:cubicBezTo>
                    <a:pt x="53709" y="15397"/>
                    <a:pt x="47417" y="5974"/>
                    <a:pt x="37752" y="1962"/>
                  </a:cubicBezTo>
                  <a:cubicBezTo>
                    <a:pt x="34559" y="643"/>
                    <a:pt x="31203" y="1"/>
                    <a:pt x="278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5">
              <a:extLst>
                <a:ext uri="{FF2B5EF4-FFF2-40B4-BE49-F238E27FC236}">
                  <a16:creationId xmlns:a16="http://schemas.microsoft.com/office/drawing/2014/main" id="{A9591032-FB08-7B27-2CD2-9CC9FD8D69F6}"/>
                </a:ext>
              </a:extLst>
            </p:cNvPr>
            <p:cNvSpPr/>
            <p:nvPr/>
          </p:nvSpPr>
          <p:spPr>
            <a:xfrm>
              <a:off x="5407650" y="3482100"/>
              <a:ext cx="648975" cy="1291850"/>
            </a:xfrm>
            <a:custGeom>
              <a:avLst/>
              <a:gdLst/>
              <a:ahLst/>
              <a:cxnLst/>
              <a:rect l="l" t="t" r="r" b="b"/>
              <a:pathLst>
                <a:path w="25959" h="51674" extrusionOk="0">
                  <a:moveTo>
                    <a:pt x="12980" y="700"/>
                  </a:moveTo>
                  <a:cubicBezTo>
                    <a:pt x="19728" y="700"/>
                    <a:pt x="25199" y="11977"/>
                    <a:pt x="25199" y="25776"/>
                  </a:cubicBezTo>
                  <a:cubicBezTo>
                    <a:pt x="25199" y="39606"/>
                    <a:pt x="19728" y="50852"/>
                    <a:pt x="12980" y="50852"/>
                  </a:cubicBezTo>
                  <a:cubicBezTo>
                    <a:pt x="6232" y="50852"/>
                    <a:pt x="761" y="39606"/>
                    <a:pt x="761" y="25776"/>
                  </a:cubicBezTo>
                  <a:cubicBezTo>
                    <a:pt x="761" y="11977"/>
                    <a:pt x="6232" y="700"/>
                    <a:pt x="12980" y="700"/>
                  </a:cubicBezTo>
                  <a:close/>
                  <a:moveTo>
                    <a:pt x="12980" y="1"/>
                  </a:moveTo>
                  <a:cubicBezTo>
                    <a:pt x="5807" y="1"/>
                    <a:pt x="1" y="11581"/>
                    <a:pt x="1" y="25837"/>
                  </a:cubicBezTo>
                  <a:cubicBezTo>
                    <a:pt x="1" y="40062"/>
                    <a:pt x="5807" y="51673"/>
                    <a:pt x="12980" y="51673"/>
                  </a:cubicBezTo>
                  <a:cubicBezTo>
                    <a:pt x="20123" y="51673"/>
                    <a:pt x="25959" y="40062"/>
                    <a:pt x="25959" y="25837"/>
                  </a:cubicBezTo>
                  <a:cubicBezTo>
                    <a:pt x="25959" y="11581"/>
                    <a:pt x="20123" y="1"/>
                    <a:pt x="129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5">
              <a:extLst>
                <a:ext uri="{FF2B5EF4-FFF2-40B4-BE49-F238E27FC236}">
                  <a16:creationId xmlns:a16="http://schemas.microsoft.com/office/drawing/2014/main" id="{560AC668-BD4F-9B0E-447A-5108387F45C9}"/>
                </a:ext>
              </a:extLst>
            </p:cNvPr>
            <p:cNvSpPr/>
            <p:nvPr/>
          </p:nvSpPr>
          <p:spPr>
            <a:xfrm>
              <a:off x="5283800" y="3662075"/>
              <a:ext cx="905650" cy="198475"/>
            </a:xfrm>
            <a:custGeom>
              <a:avLst/>
              <a:gdLst/>
              <a:ahLst/>
              <a:cxnLst/>
              <a:rect l="l" t="t" r="r" b="b"/>
              <a:pathLst>
                <a:path w="36226" h="7939" extrusionOk="0">
                  <a:moveTo>
                    <a:pt x="35692" y="1"/>
                  </a:moveTo>
                  <a:cubicBezTo>
                    <a:pt x="35609" y="1"/>
                    <a:pt x="35523" y="29"/>
                    <a:pt x="35442" y="97"/>
                  </a:cubicBezTo>
                  <a:cubicBezTo>
                    <a:pt x="30585" y="4831"/>
                    <a:pt x="24276" y="7202"/>
                    <a:pt x="17959" y="7202"/>
                  </a:cubicBezTo>
                  <a:cubicBezTo>
                    <a:pt x="11745" y="7202"/>
                    <a:pt x="5523" y="4907"/>
                    <a:pt x="669" y="309"/>
                  </a:cubicBezTo>
                  <a:cubicBezTo>
                    <a:pt x="593" y="233"/>
                    <a:pt x="502" y="195"/>
                    <a:pt x="411" y="195"/>
                  </a:cubicBezTo>
                  <a:cubicBezTo>
                    <a:pt x="320" y="195"/>
                    <a:pt x="228" y="233"/>
                    <a:pt x="152" y="309"/>
                  </a:cubicBezTo>
                  <a:cubicBezTo>
                    <a:pt x="0" y="461"/>
                    <a:pt x="0" y="705"/>
                    <a:pt x="152" y="856"/>
                  </a:cubicBezTo>
                  <a:cubicBezTo>
                    <a:pt x="4925" y="5416"/>
                    <a:pt x="11308" y="7939"/>
                    <a:pt x="17934" y="7939"/>
                  </a:cubicBezTo>
                  <a:cubicBezTo>
                    <a:pt x="17972" y="7939"/>
                    <a:pt x="18011" y="7939"/>
                    <a:pt x="18049" y="7939"/>
                  </a:cubicBezTo>
                  <a:cubicBezTo>
                    <a:pt x="24755" y="7939"/>
                    <a:pt x="31184" y="5298"/>
                    <a:pt x="35989" y="613"/>
                  </a:cubicBezTo>
                  <a:cubicBezTo>
                    <a:pt x="36226" y="353"/>
                    <a:pt x="35983" y="1"/>
                    <a:pt x="356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5">
              <a:extLst>
                <a:ext uri="{FF2B5EF4-FFF2-40B4-BE49-F238E27FC236}">
                  <a16:creationId xmlns:a16="http://schemas.microsoft.com/office/drawing/2014/main" id="{E4582C6B-CB9B-09D8-EA9F-B81663E94E27}"/>
                </a:ext>
              </a:extLst>
            </p:cNvPr>
            <p:cNvSpPr/>
            <p:nvPr/>
          </p:nvSpPr>
          <p:spPr>
            <a:xfrm>
              <a:off x="5275450" y="4393100"/>
              <a:ext cx="909775" cy="201500"/>
            </a:xfrm>
            <a:custGeom>
              <a:avLst/>
              <a:gdLst/>
              <a:ahLst/>
              <a:cxnLst/>
              <a:rect l="l" t="t" r="r" b="b"/>
              <a:pathLst>
                <a:path w="36391" h="8060" extrusionOk="0">
                  <a:moveTo>
                    <a:pt x="18268" y="0"/>
                  </a:moveTo>
                  <a:cubicBezTo>
                    <a:pt x="11713" y="0"/>
                    <a:pt x="5157" y="2478"/>
                    <a:pt x="122" y="7421"/>
                  </a:cubicBezTo>
                  <a:cubicBezTo>
                    <a:pt x="0" y="7573"/>
                    <a:pt x="0" y="7786"/>
                    <a:pt x="122" y="7938"/>
                  </a:cubicBezTo>
                  <a:cubicBezTo>
                    <a:pt x="213" y="8029"/>
                    <a:pt x="304" y="8060"/>
                    <a:pt x="395" y="8060"/>
                  </a:cubicBezTo>
                  <a:cubicBezTo>
                    <a:pt x="517" y="8060"/>
                    <a:pt x="608" y="8029"/>
                    <a:pt x="669" y="7938"/>
                  </a:cubicBezTo>
                  <a:cubicBezTo>
                    <a:pt x="5549" y="3151"/>
                    <a:pt x="11908" y="749"/>
                    <a:pt x="18268" y="749"/>
                  </a:cubicBezTo>
                  <a:cubicBezTo>
                    <a:pt x="24507" y="749"/>
                    <a:pt x="30747" y="3059"/>
                    <a:pt x="35593" y="7695"/>
                  </a:cubicBezTo>
                  <a:cubicBezTo>
                    <a:pt x="35678" y="7780"/>
                    <a:pt x="35771" y="7815"/>
                    <a:pt x="35859" y="7815"/>
                  </a:cubicBezTo>
                  <a:cubicBezTo>
                    <a:pt x="36151" y="7815"/>
                    <a:pt x="36390" y="7428"/>
                    <a:pt x="36110" y="7148"/>
                  </a:cubicBezTo>
                  <a:cubicBezTo>
                    <a:pt x="31116" y="2379"/>
                    <a:pt x="24692" y="0"/>
                    <a:pt x="182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5">
              <a:extLst>
                <a:ext uri="{FF2B5EF4-FFF2-40B4-BE49-F238E27FC236}">
                  <a16:creationId xmlns:a16="http://schemas.microsoft.com/office/drawing/2014/main" id="{D32A70D3-C632-C12B-8B74-8E72241114F2}"/>
                </a:ext>
              </a:extLst>
            </p:cNvPr>
            <p:cNvSpPr/>
            <p:nvPr/>
          </p:nvSpPr>
          <p:spPr>
            <a:xfrm>
              <a:off x="5082425" y="4117375"/>
              <a:ext cx="1299450" cy="19025"/>
            </a:xfrm>
            <a:custGeom>
              <a:avLst/>
              <a:gdLst/>
              <a:ahLst/>
              <a:cxnLst/>
              <a:rect l="l" t="t" r="r" b="b"/>
              <a:pathLst>
                <a:path w="51978" h="761" extrusionOk="0">
                  <a:moveTo>
                    <a:pt x="517" y="0"/>
                  </a:moveTo>
                  <a:cubicBezTo>
                    <a:pt x="1" y="0"/>
                    <a:pt x="1" y="760"/>
                    <a:pt x="517" y="760"/>
                  </a:cubicBezTo>
                  <a:lnTo>
                    <a:pt x="51461" y="760"/>
                  </a:lnTo>
                  <a:cubicBezTo>
                    <a:pt x="51977" y="760"/>
                    <a:pt x="51977" y="0"/>
                    <a:pt x="514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5">
              <a:extLst>
                <a:ext uri="{FF2B5EF4-FFF2-40B4-BE49-F238E27FC236}">
                  <a16:creationId xmlns:a16="http://schemas.microsoft.com/office/drawing/2014/main" id="{011D5339-4545-FEBA-B926-7FEC46D18C13}"/>
                </a:ext>
              </a:extLst>
            </p:cNvPr>
            <p:cNvSpPr/>
            <p:nvPr/>
          </p:nvSpPr>
          <p:spPr>
            <a:xfrm>
              <a:off x="5722250" y="3480575"/>
              <a:ext cx="19025" cy="1293375"/>
            </a:xfrm>
            <a:custGeom>
              <a:avLst/>
              <a:gdLst/>
              <a:ahLst/>
              <a:cxnLst/>
              <a:rect l="l" t="t" r="r" b="b"/>
              <a:pathLst>
                <a:path w="761" h="51735" extrusionOk="0">
                  <a:moveTo>
                    <a:pt x="381" y="1"/>
                  </a:moveTo>
                  <a:cubicBezTo>
                    <a:pt x="191" y="1"/>
                    <a:pt x="1" y="122"/>
                    <a:pt x="1" y="366"/>
                  </a:cubicBezTo>
                  <a:lnTo>
                    <a:pt x="1" y="51339"/>
                  </a:lnTo>
                  <a:cubicBezTo>
                    <a:pt x="1" y="51552"/>
                    <a:pt x="183" y="51734"/>
                    <a:pt x="396" y="51734"/>
                  </a:cubicBezTo>
                  <a:cubicBezTo>
                    <a:pt x="609" y="51734"/>
                    <a:pt x="761" y="51552"/>
                    <a:pt x="761" y="51339"/>
                  </a:cubicBezTo>
                  <a:lnTo>
                    <a:pt x="761" y="366"/>
                  </a:lnTo>
                  <a:cubicBezTo>
                    <a:pt x="761" y="122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5">
              <a:extLst>
                <a:ext uri="{FF2B5EF4-FFF2-40B4-BE49-F238E27FC236}">
                  <a16:creationId xmlns:a16="http://schemas.microsoft.com/office/drawing/2014/main" id="{0C9352A7-7A46-2F3C-80B3-D35CFEA12F8E}"/>
                </a:ext>
              </a:extLst>
            </p:cNvPr>
            <p:cNvSpPr/>
            <p:nvPr/>
          </p:nvSpPr>
          <p:spPr>
            <a:xfrm>
              <a:off x="5392025" y="2694250"/>
              <a:ext cx="442725" cy="543775"/>
            </a:xfrm>
            <a:custGeom>
              <a:avLst/>
              <a:gdLst/>
              <a:ahLst/>
              <a:cxnLst/>
              <a:rect l="l" t="t" r="r" b="b"/>
              <a:pathLst>
                <a:path w="17709" h="21751" extrusionOk="0">
                  <a:moveTo>
                    <a:pt x="3655" y="1"/>
                  </a:moveTo>
                  <a:cubicBezTo>
                    <a:pt x="2882" y="1"/>
                    <a:pt x="2096" y="335"/>
                    <a:pt x="1507" y="1119"/>
                  </a:cubicBezTo>
                  <a:cubicBezTo>
                    <a:pt x="0" y="3129"/>
                    <a:pt x="1695" y="5572"/>
                    <a:pt x="3729" y="5572"/>
                  </a:cubicBezTo>
                  <a:cubicBezTo>
                    <a:pt x="4280" y="5572"/>
                    <a:pt x="4855" y="5393"/>
                    <a:pt x="5398" y="4979"/>
                  </a:cubicBezTo>
                  <a:lnTo>
                    <a:pt x="11964" y="9903"/>
                  </a:lnTo>
                  <a:cubicBezTo>
                    <a:pt x="11720" y="10542"/>
                    <a:pt x="11720" y="11241"/>
                    <a:pt x="11964" y="11879"/>
                  </a:cubicBezTo>
                  <a:lnTo>
                    <a:pt x="5398" y="16803"/>
                  </a:lnTo>
                  <a:cubicBezTo>
                    <a:pt x="4912" y="16438"/>
                    <a:pt x="4334" y="16256"/>
                    <a:pt x="3726" y="16256"/>
                  </a:cubicBezTo>
                  <a:cubicBezTo>
                    <a:pt x="1264" y="16256"/>
                    <a:pt x="48" y="19204"/>
                    <a:pt x="1781" y="20937"/>
                  </a:cubicBezTo>
                  <a:cubicBezTo>
                    <a:pt x="2343" y="21499"/>
                    <a:pt x="3032" y="21750"/>
                    <a:pt x="3707" y="21750"/>
                  </a:cubicBezTo>
                  <a:cubicBezTo>
                    <a:pt x="5115" y="21750"/>
                    <a:pt x="6462" y="20656"/>
                    <a:pt x="6462" y="18992"/>
                  </a:cubicBezTo>
                  <a:cubicBezTo>
                    <a:pt x="6462" y="18657"/>
                    <a:pt x="6401" y="18323"/>
                    <a:pt x="6280" y="18019"/>
                  </a:cubicBezTo>
                  <a:lnTo>
                    <a:pt x="12875" y="13065"/>
                  </a:lnTo>
                  <a:cubicBezTo>
                    <a:pt x="13375" y="13442"/>
                    <a:pt x="13950" y="13617"/>
                    <a:pt x="14517" y="13617"/>
                  </a:cubicBezTo>
                  <a:cubicBezTo>
                    <a:pt x="15638" y="13617"/>
                    <a:pt x="16727" y="12929"/>
                    <a:pt x="17131" y="11758"/>
                  </a:cubicBezTo>
                  <a:cubicBezTo>
                    <a:pt x="17708" y="9964"/>
                    <a:pt x="16401" y="8140"/>
                    <a:pt x="14517" y="8140"/>
                  </a:cubicBezTo>
                  <a:cubicBezTo>
                    <a:pt x="13939" y="8140"/>
                    <a:pt x="13362" y="8353"/>
                    <a:pt x="12875" y="8718"/>
                  </a:cubicBezTo>
                  <a:lnTo>
                    <a:pt x="6280" y="3764"/>
                  </a:lnTo>
                  <a:cubicBezTo>
                    <a:pt x="7080" y="1700"/>
                    <a:pt x="5400" y="1"/>
                    <a:pt x="36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5">
              <a:extLst>
                <a:ext uri="{FF2B5EF4-FFF2-40B4-BE49-F238E27FC236}">
                  <a16:creationId xmlns:a16="http://schemas.microsoft.com/office/drawing/2014/main" id="{B8BACE96-2394-35A1-8B4B-027A9067B132}"/>
                </a:ext>
              </a:extLst>
            </p:cNvPr>
            <p:cNvSpPr/>
            <p:nvPr/>
          </p:nvSpPr>
          <p:spPr>
            <a:xfrm>
              <a:off x="4732875" y="1469925"/>
              <a:ext cx="345775" cy="464300"/>
            </a:xfrm>
            <a:custGeom>
              <a:avLst/>
              <a:gdLst/>
              <a:ahLst/>
              <a:cxnLst/>
              <a:rect l="l" t="t" r="r" b="b"/>
              <a:pathLst>
                <a:path w="13831" h="18572" extrusionOk="0">
                  <a:moveTo>
                    <a:pt x="6879" y="3757"/>
                  </a:moveTo>
                  <a:cubicBezTo>
                    <a:pt x="8501" y="3757"/>
                    <a:pt x="10062" y="5016"/>
                    <a:pt x="10062" y="6930"/>
                  </a:cubicBezTo>
                  <a:cubicBezTo>
                    <a:pt x="10062" y="8663"/>
                    <a:pt x="8663" y="10061"/>
                    <a:pt x="6931" y="10061"/>
                  </a:cubicBezTo>
                  <a:cubicBezTo>
                    <a:pt x="4104" y="10061"/>
                    <a:pt x="2706" y="6687"/>
                    <a:pt x="4682" y="4681"/>
                  </a:cubicBezTo>
                  <a:cubicBezTo>
                    <a:pt x="5319" y="4043"/>
                    <a:pt x="6106" y="3757"/>
                    <a:pt x="6879" y="3757"/>
                  </a:cubicBezTo>
                  <a:close/>
                  <a:moveTo>
                    <a:pt x="6931" y="0"/>
                  </a:moveTo>
                  <a:cubicBezTo>
                    <a:pt x="3101" y="0"/>
                    <a:pt x="1" y="3101"/>
                    <a:pt x="1" y="6930"/>
                  </a:cubicBezTo>
                  <a:cubicBezTo>
                    <a:pt x="1" y="10730"/>
                    <a:pt x="6931" y="18572"/>
                    <a:pt x="6931" y="18572"/>
                  </a:cubicBezTo>
                  <a:cubicBezTo>
                    <a:pt x="6931" y="18572"/>
                    <a:pt x="13831" y="10760"/>
                    <a:pt x="13831" y="6930"/>
                  </a:cubicBezTo>
                  <a:cubicBezTo>
                    <a:pt x="13831" y="3101"/>
                    <a:pt x="10730" y="0"/>
                    <a:pt x="69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5">
              <a:extLst>
                <a:ext uri="{FF2B5EF4-FFF2-40B4-BE49-F238E27FC236}">
                  <a16:creationId xmlns:a16="http://schemas.microsoft.com/office/drawing/2014/main" id="{E2E5575E-226A-7933-C681-9118D06AFC3F}"/>
                </a:ext>
              </a:extLst>
            </p:cNvPr>
            <p:cNvSpPr/>
            <p:nvPr/>
          </p:nvSpPr>
          <p:spPr>
            <a:xfrm>
              <a:off x="4728325" y="1469150"/>
              <a:ext cx="355650" cy="469650"/>
            </a:xfrm>
            <a:custGeom>
              <a:avLst/>
              <a:gdLst/>
              <a:ahLst/>
              <a:cxnLst/>
              <a:rect l="l" t="t" r="r" b="b"/>
              <a:pathLst>
                <a:path w="14226" h="18786" extrusionOk="0">
                  <a:moveTo>
                    <a:pt x="7113" y="3983"/>
                  </a:moveTo>
                  <a:cubicBezTo>
                    <a:pt x="8724" y="3983"/>
                    <a:pt x="10061" y="5320"/>
                    <a:pt x="10061" y="6961"/>
                  </a:cubicBezTo>
                  <a:cubicBezTo>
                    <a:pt x="10061" y="8735"/>
                    <a:pt x="8592" y="9921"/>
                    <a:pt x="7068" y="9921"/>
                  </a:cubicBezTo>
                  <a:cubicBezTo>
                    <a:pt x="6346" y="9921"/>
                    <a:pt x="5612" y="9655"/>
                    <a:pt x="5016" y="9059"/>
                  </a:cubicBezTo>
                  <a:cubicBezTo>
                    <a:pt x="3131" y="7174"/>
                    <a:pt x="4468" y="3983"/>
                    <a:pt x="7113" y="3983"/>
                  </a:cubicBezTo>
                  <a:close/>
                  <a:moveTo>
                    <a:pt x="7068" y="3610"/>
                  </a:moveTo>
                  <a:cubicBezTo>
                    <a:pt x="6251" y="3610"/>
                    <a:pt x="5419" y="3913"/>
                    <a:pt x="4742" y="4591"/>
                  </a:cubicBezTo>
                  <a:cubicBezTo>
                    <a:pt x="2614" y="6688"/>
                    <a:pt x="4134" y="10305"/>
                    <a:pt x="7113" y="10305"/>
                  </a:cubicBezTo>
                  <a:cubicBezTo>
                    <a:pt x="8937" y="10274"/>
                    <a:pt x="10426" y="8785"/>
                    <a:pt x="10426" y="6961"/>
                  </a:cubicBezTo>
                  <a:cubicBezTo>
                    <a:pt x="10426" y="4944"/>
                    <a:pt x="8781" y="3610"/>
                    <a:pt x="7068" y="3610"/>
                  </a:cubicBezTo>
                  <a:close/>
                  <a:moveTo>
                    <a:pt x="7113" y="214"/>
                  </a:moveTo>
                  <a:cubicBezTo>
                    <a:pt x="10821" y="214"/>
                    <a:pt x="13830" y="3223"/>
                    <a:pt x="13830" y="6961"/>
                  </a:cubicBezTo>
                  <a:cubicBezTo>
                    <a:pt x="13830" y="10366"/>
                    <a:pt x="8085" y="17174"/>
                    <a:pt x="7113" y="18299"/>
                  </a:cubicBezTo>
                  <a:cubicBezTo>
                    <a:pt x="6110" y="17174"/>
                    <a:pt x="365" y="10366"/>
                    <a:pt x="365" y="6961"/>
                  </a:cubicBezTo>
                  <a:cubicBezTo>
                    <a:pt x="365" y="3223"/>
                    <a:pt x="3374" y="214"/>
                    <a:pt x="7113" y="214"/>
                  </a:cubicBezTo>
                  <a:close/>
                  <a:moveTo>
                    <a:pt x="7113" y="1"/>
                  </a:moveTo>
                  <a:cubicBezTo>
                    <a:pt x="3222" y="1"/>
                    <a:pt x="91" y="3071"/>
                    <a:pt x="0" y="6931"/>
                  </a:cubicBezTo>
                  <a:cubicBezTo>
                    <a:pt x="0" y="10791"/>
                    <a:pt x="6687" y="18390"/>
                    <a:pt x="6961" y="18724"/>
                  </a:cubicBezTo>
                  <a:cubicBezTo>
                    <a:pt x="6991" y="18755"/>
                    <a:pt x="7052" y="18785"/>
                    <a:pt x="7113" y="18785"/>
                  </a:cubicBezTo>
                  <a:cubicBezTo>
                    <a:pt x="7143" y="18785"/>
                    <a:pt x="7204" y="18755"/>
                    <a:pt x="7234" y="18724"/>
                  </a:cubicBezTo>
                  <a:cubicBezTo>
                    <a:pt x="7538" y="18390"/>
                    <a:pt x="14225" y="10791"/>
                    <a:pt x="14225" y="6931"/>
                  </a:cubicBezTo>
                  <a:cubicBezTo>
                    <a:pt x="14134" y="3071"/>
                    <a:pt x="10973" y="1"/>
                    <a:pt x="71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>
              <a:extLst>
                <a:ext uri="{FF2B5EF4-FFF2-40B4-BE49-F238E27FC236}">
                  <a16:creationId xmlns:a16="http://schemas.microsoft.com/office/drawing/2014/main" id="{3D65EA0A-29DB-FA7E-8A0C-6F49F6F8E639}"/>
                </a:ext>
              </a:extLst>
            </p:cNvPr>
            <p:cNvSpPr/>
            <p:nvPr/>
          </p:nvSpPr>
          <p:spPr>
            <a:xfrm>
              <a:off x="6581700" y="3799750"/>
              <a:ext cx="218875" cy="293325"/>
            </a:xfrm>
            <a:custGeom>
              <a:avLst/>
              <a:gdLst/>
              <a:ahLst/>
              <a:cxnLst/>
              <a:rect l="l" t="t" r="r" b="b"/>
              <a:pathLst>
                <a:path w="8755" h="11733" extrusionOk="0">
                  <a:moveTo>
                    <a:pt x="4367" y="2372"/>
                  </a:moveTo>
                  <a:cubicBezTo>
                    <a:pt x="5399" y="2372"/>
                    <a:pt x="6383" y="3178"/>
                    <a:pt x="6383" y="4377"/>
                  </a:cubicBezTo>
                  <a:cubicBezTo>
                    <a:pt x="6353" y="5471"/>
                    <a:pt x="5472" y="6353"/>
                    <a:pt x="4377" y="6353"/>
                  </a:cubicBezTo>
                  <a:cubicBezTo>
                    <a:pt x="2614" y="6353"/>
                    <a:pt x="1733" y="4195"/>
                    <a:pt x="2979" y="2948"/>
                  </a:cubicBezTo>
                  <a:cubicBezTo>
                    <a:pt x="3387" y="2550"/>
                    <a:pt x="3882" y="2372"/>
                    <a:pt x="4367" y="2372"/>
                  </a:cubicBezTo>
                  <a:close/>
                  <a:moveTo>
                    <a:pt x="4377" y="0"/>
                  </a:moveTo>
                  <a:cubicBezTo>
                    <a:pt x="1976" y="0"/>
                    <a:pt x="0" y="1976"/>
                    <a:pt x="31" y="4377"/>
                  </a:cubicBezTo>
                  <a:cubicBezTo>
                    <a:pt x="31" y="6778"/>
                    <a:pt x="4377" y="11733"/>
                    <a:pt x="4377" y="11733"/>
                  </a:cubicBezTo>
                  <a:cubicBezTo>
                    <a:pt x="4377" y="11733"/>
                    <a:pt x="8754" y="6778"/>
                    <a:pt x="8754" y="4377"/>
                  </a:cubicBezTo>
                  <a:cubicBezTo>
                    <a:pt x="8754" y="1976"/>
                    <a:pt x="6809" y="0"/>
                    <a:pt x="43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>
              <a:extLst>
                <a:ext uri="{FF2B5EF4-FFF2-40B4-BE49-F238E27FC236}">
                  <a16:creationId xmlns:a16="http://schemas.microsoft.com/office/drawing/2014/main" id="{F7C78A99-1364-3548-0C9C-2468C264CFCB}"/>
                </a:ext>
              </a:extLst>
            </p:cNvPr>
            <p:cNvSpPr/>
            <p:nvPr/>
          </p:nvSpPr>
          <p:spPr>
            <a:xfrm>
              <a:off x="6577125" y="3795175"/>
              <a:ext cx="228000" cy="302000"/>
            </a:xfrm>
            <a:custGeom>
              <a:avLst/>
              <a:gdLst/>
              <a:ahLst/>
              <a:cxnLst/>
              <a:rect l="l" t="t" r="r" b="b"/>
              <a:pathLst>
                <a:path w="9120" h="12080" extrusionOk="0">
                  <a:moveTo>
                    <a:pt x="4560" y="2767"/>
                  </a:moveTo>
                  <a:cubicBezTo>
                    <a:pt x="5563" y="2767"/>
                    <a:pt x="6354" y="3557"/>
                    <a:pt x="6354" y="4560"/>
                  </a:cubicBezTo>
                  <a:cubicBezTo>
                    <a:pt x="6354" y="5628"/>
                    <a:pt x="5466" y="6335"/>
                    <a:pt x="4544" y="6335"/>
                  </a:cubicBezTo>
                  <a:cubicBezTo>
                    <a:pt x="4100" y="6335"/>
                    <a:pt x="3649" y="6171"/>
                    <a:pt x="3284" y="5806"/>
                  </a:cubicBezTo>
                  <a:cubicBezTo>
                    <a:pt x="2159" y="4682"/>
                    <a:pt x="2980" y="2767"/>
                    <a:pt x="4560" y="2767"/>
                  </a:cubicBezTo>
                  <a:close/>
                  <a:moveTo>
                    <a:pt x="4557" y="2371"/>
                  </a:moveTo>
                  <a:cubicBezTo>
                    <a:pt x="4024" y="2371"/>
                    <a:pt x="3482" y="2569"/>
                    <a:pt x="3041" y="3010"/>
                  </a:cubicBezTo>
                  <a:cubicBezTo>
                    <a:pt x="1673" y="4378"/>
                    <a:pt x="2615" y="6718"/>
                    <a:pt x="4560" y="6718"/>
                  </a:cubicBezTo>
                  <a:cubicBezTo>
                    <a:pt x="5776" y="6718"/>
                    <a:pt x="6718" y="5745"/>
                    <a:pt x="6749" y="4560"/>
                  </a:cubicBezTo>
                  <a:cubicBezTo>
                    <a:pt x="6749" y="3242"/>
                    <a:pt x="5675" y="2371"/>
                    <a:pt x="4557" y="2371"/>
                  </a:cubicBezTo>
                  <a:close/>
                  <a:moveTo>
                    <a:pt x="4560" y="365"/>
                  </a:moveTo>
                  <a:lnTo>
                    <a:pt x="4560" y="396"/>
                  </a:lnTo>
                  <a:cubicBezTo>
                    <a:pt x="4579" y="396"/>
                    <a:pt x="4597" y="395"/>
                    <a:pt x="4615" y="395"/>
                  </a:cubicBezTo>
                  <a:cubicBezTo>
                    <a:pt x="6900" y="395"/>
                    <a:pt x="8755" y="2268"/>
                    <a:pt x="8755" y="4560"/>
                  </a:cubicBezTo>
                  <a:cubicBezTo>
                    <a:pt x="8755" y="6627"/>
                    <a:pt x="5320" y="10730"/>
                    <a:pt x="4560" y="11612"/>
                  </a:cubicBezTo>
                  <a:cubicBezTo>
                    <a:pt x="3800" y="10730"/>
                    <a:pt x="396" y="6627"/>
                    <a:pt x="396" y="4560"/>
                  </a:cubicBezTo>
                  <a:cubicBezTo>
                    <a:pt x="396" y="2250"/>
                    <a:pt x="2250" y="365"/>
                    <a:pt x="4560" y="365"/>
                  </a:cubicBezTo>
                  <a:close/>
                  <a:moveTo>
                    <a:pt x="4560" y="1"/>
                  </a:moveTo>
                  <a:cubicBezTo>
                    <a:pt x="2068" y="1"/>
                    <a:pt x="1" y="2037"/>
                    <a:pt x="1" y="4560"/>
                  </a:cubicBezTo>
                  <a:cubicBezTo>
                    <a:pt x="1" y="6992"/>
                    <a:pt x="4256" y="11825"/>
                    <a:pt x="4439" y="12007"/>
                  </a:cubicBezTo>
                  <a:cubicBezTo>
                    <a:pt x="4469" y="12068"/>
                    <a:pt x="4500" y="12068"/>
                    <a:pt x="4560" y="12068"/>
                  </a:cubicBezTo>
                  <a:cubicBezTo>
                    <a:pt x="4577" y="12076"/>
                    <a:pt x="4593" y="12080"/>
                    <a:pt x="4609" y="12080"/>
                  </a:cubicBezTo>
                  <a:cubicBezTo>
                    <a:pt x="4652" y="12080"/>
                    <a:pt x="4690" y="12051"/>
                    <a:pt x="4712" y="12007"/>
                  </a:cubicBezTo>
                  <a:cubicBezTo>
                    <a:pt x="4895" y="11825"/>
                    <a:pt x="9120" y="6992"/>
                    <a:pt x="9120" y="4560"/>
                  </a:cubicBezTo>
                  <a:cubicBezTo>
                    <a:pt x="9120" y="2037"/>
                    <a:pt x="7083" y="1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>
              <a:extLst>
                <a:ext uri="{FF2B5EF4-FFF2-40B4-BE49-F238E27FC236}">
                  <a16:creationId xmlns:a16="http://schemas.microsoft.com/office/drawing/2014/main" id="{0F45D0E8-64B3-0D1A-D7E2-F8E6A8E04C67}"/>
                </a:ext>
              </a:extLst>
            </p:cNvPr>
            <p:cNvSpPr/>
            <p:nvPr/>
          </p:nvSpPr>
          <p:spPr>
            <a:xfrm>
              <a:off x="5311925" y="752575"/>
              <a:ext cx="839700" cy="1695350"/>
            </a:xfrm>
            <a:custGeom>
              <a:avLst/>
              <a:gdLst/>
              <a:ahLst/>
              <a:cxnLst/>
              <a:rect l="l" t="t" r="r" b="b"/>
              <a:pathLst>
                <a:path w="33588" h="67814" extrusionOk="0">
                  <a:moveTo>
                    <a:pt x="30213" y="366"/>
                  </a:moveTo>
                  <a:cubicBezTo>
                    <a:pt x="31885" y="426"/>
                    <a:pt x="33192" y="1794"/>
                    <a:pt x="33162" y="3466"/>
                  </a:cubicBezTo>
                  <a:lnTo>
                    <a:pt x="33162" y="64348"/>
                  </a:lnTo>
                  <a:cubicBezTo>
                    <a:pt x="33192" y="65990"/>
                    <a:pt x="31885" y="67388"/>
                    <a:pt x="30213" y="67449"/>
                  </a:cubicBezTo>
                  <a:lnTo>
                    <a:pt x="3374" y="67449"/>
                  </a:lnTo>
                  <a:cubicBezTo>
                    <a:pt x="1702" y="67388"/>
                    <a:pt x="395" y="65990"/>
                    <a:pt x="426" y="64348"/>
                  </a:cubicBezTo>
                  <a:lnTo>
                    <a:pt x="426" y="3466"/>
                  </a:lnTo>
                  <a:cubicBezTo>
                    <a:pt x="395" y="1794"/>
                    <a:pt x="1702" y="426"/>
                    <a:pt x="3374" y="36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64348"/>
                  </a:lnTo>
                  <a:cubicBezTo>
                    <a:pt x="0" y="66202"/>
                    <a:pt x="1490" y="67752"/>
                    <a:pt x="3374" y="67813"/>
                  </a:cubicBezTo>
                  <a:lnTo>
                    <a:pt x="30213" y="67813"/>
                  </a:lnTo>
                  <a:cubicBezTo>
                    <a:pt x="32098" y="67783"/>
                    <a:pt x="33587" y="66202"/>
                    <a:pt x="33557" y="64348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>
              <a:extLst>
                <a:ext uri="{FF2B5EF4-FFF2-40B4-BE49-F238E27FC236}">
                  <a16:creationId xmlns:a16="http://schemas.microsoft.com/office/drawing/2014/main" id="{53FFE772-0C85-0442-C835-22242ACCAF43}"/>
                </a:ext>
              </a:extLst>
            </p:cNvPr>
            <p:cNvSpPr/>
            <p:nvPr/>
          </p:nvSpPr>
          <p:spPr>
            <a:xfrm>
              <a:off x="5316475" y="757150"/>
              <a:ext cx="830575" cy="115525"/>
            </a:xfrm>
            <a:custGeom>
              <a:avLst/>
              <a:gdLst/>
              <a:ahLst/>
              <a:cxnLst/>
              <a:rect l="l" t="t" r="r" b="b"/>
              <a:pathLst>
                <a:path w="33223" h="4621" extrusionOk="0">
                  <a:moveTo>
                    <a:pt x="3192" y="0"/>
                  </a:moveTo>
                  <a:cubicBezTo>
                    <a:pt x="1399" y="31"/>
                    <a:pt x="0" y="1520"/>
                    <a:pt x="61" y="3283"/>
                  </a:cubicBezTo>
                  <a:lnTo>
                    <a:pt x="61" y="4620"/>
                  </a:lnTo>
                  <a:lnTo>
                    <a:pt x="33162" y="4620"/>
                  </a:lnTo>
                  <a:lnTo>
                    <a:pt x="33162" y="3283"/>
                  </a:lnTo>
                  <a:cubicBezTo>
                    <a:pt x="33223" y="1520"/>
                    <a:pt x="31794" y="31"/>
                    <a:pt x="30031" y="0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>
              <a:extLst>
                <a:ext uri="{FF2B5EF4-FFF2-40B4-BE49-F238E27FC236}">
                  <a16:creationId xmlns:a16="http://schemas.microsoft.com/office/drawing/2014/main" id="{280AC6F9-CB13-FBCA-BA9E-302090315769}"/>
                </a:ext>
              </a:extLst>
            </p:cNvPr>
            <p:cNvSpPr/>
            <p:nvPr/>
          </p:nvSpPr>
          <p:spPr>
            <a:xfrm>
              <a:off x="5311925" y="752575"/>
              <a:ext cx="839700" cy="125425"/>
            </a:xfrm>
            <a:custGeom>
              <a:avLst/>
              <a:gdLst/>
              <a:ahLst/>
              <a:cxnLst/>
              <a:rect l="l" t="t" r="r" b="b"/>
              <a:pathLst>
                <a:path w="33588" h="5017" extrusionOk="0">
                  <a:moveTo>
                    <a:pt x="30213" y="396"/>
                  </a:moveTo>
                  <a:cubicBezTo>
                    <a:pt x="31885" y="426"/>
                    <a:pt x="33192" y="1824"/>
                    <a:pt x="33162" y="3496"/>
                  </a:cubicBezTo>
                  <a:lnTo>
                    <a:pt x="33162" y="4621"/>
                  </a:lnTo>
                  <a:lnTo>
                    <a:pt x="426" y="4621"/>
                  </a:lnTo>
                  <a:lnTo>
                    <a:pt x="426" y="3496"/>
                  </a:lnTo>
                  <a:cubicBezTo>
                    <a:pt x="395" y="1824"/>
                    <a:pt x="1702" y="426"/>
                    <a:pt x="3374" y="396"/>
                  </a:cubicBezTo>
                  <a:close/>
                  <a:moveTo>
                    <a:pt x="3374" y="1"/>
                  </a:moveTo>
                  <a:cubicBezTo>
                    <a:pt x="1490" y="31"/>
                    <a:pt x="0" y="1581"/>
                    <a:pt x="31" y="3466"/>
                  </a:cubicBezTo>
                  <a:lnTo>
                    <a:pt x="31" y="4803"/>
                  </a:lnTo>
                  <a:cubicBezTo>
                    <a:pt x="31" y="4925"/>
                    <a:pt x="122" y="5016"/>
                    <a:pt x="213" y="5016"/>
                  </a:cubicBezTo>
                  <a:lnTo>
                    <a:pt x="33344" y="5016"/>
                  </a:lnTo>
                  <a:cubicBezTo>
                    <a:pt x="33466" y="5016"/>
                    <a:pt x="33557" y="4925"/>
                    <a:pt x="33557" y="4803"/>
                  </a:cubicBezTo>
                  <a:lnTo>
                    <a:pt x="33557" y="3466"/>
                  </a:lnTo>
                  <a:cubicBezTo>
                    <a:pt x="33587" y="1581"/>
                    <a:pt x="32098" y="31"/>
                    <a:pt x="30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>
              <a:extLst>
                <a:ext uri="{FF2B5EF4-FFF2-40B4-BE49-F238E27FC236}">
                  <a16:creationId xmlns:a16="http://schemas.microsoft.com/office/drawing/2014/main" id="{65CC5C25-C0F6-BAD7-5DAC-834EAC8D0536}"/>
                </a:ext>
              </a:extLst>
            </p:cNvPr>
            <p:cNvSpPr/>
            <p:nvPr/>
          </p:nvSpPr>
          <p:spPr>
            <a:xfrm>
              <a:off x="5284550" y="721425"/>
              <a:ext cx="898975" cy="1757650"/>
            </a:xfrm>
            <a:custGeom>
              <a:avLst/>
              <a:gdLst/>
              <a:ahLst/>
              <a:cxnLst/>
              <a:rect l="l" t="t" r="r" b="b"/>
              <a:pathLst>
                <a:path w="35959" h="70306" extrusionOk="0">
                  <a:moveTo>
                    <a:pt x="30792" y="1429"/>
                  </a:moveTo>
                  <a:cubicBezTo>
                    <a:pt x="32859" y="1490"/>
                    <a:pt x="34500" y="3192"/>
                    <a:pt x="34470" y="5259"/>
                  </a:cubicBezTo>
                  <a:lnTo>
                    <a:pt x="34470" y="65047"/>
                  </a:lnTo>
                  <a:cubicBezTo>
                    <a:pt x="34500" y="67114"/>
                    <a:pt x="32859" y="68816"/>
                    <a:pt x="30792" y="68877"/>
                  </a:cubicBezTo>
                  <a:lnTo>
                    <a:pt x="4955" y="68877"/>
                  </a:lnTo>
                  <a:cubicBezTo>
                    <a:pt x="2888" y="68816"/>
                    <a:pt x="1277" y="67114"/>
                    <a:pt x="1308" y="65047"/>
                  </a:cubicBezTo>
                  <a:lnTo>
                    <a:pt x="1308" y="5259"/>
                  </a:lnTo>
                  <a:cubicBezTo>
                    <a:pt x="1277" y="3192"/>
                    <a:pt x="2888" y="1490"/>
                    <a:pt x="4955" y="1429"/>
                  </a:cubicBezTo>
                  <a:lnTo>
                    <a:pt x="9971" y="1429"/>
                  </a:lnTo>
                  <a:lnTo>
                    <a:pt x="11035" y="3101"/>
                  </a:lnTo>
                  <a:cubicBezTo>
                    <a:pt x="11369" y="3618"/>
                    <a:pt x="11916" y="3922"/>
                    <a:pt x="12494" y="3922"/>
                  </a:cubicBezTo>
                  <a:lnTo>
                    <a:pt x="23254" y="3922"/>
                  </a:lnTo>
                  <a:cubicBezTo>
                    <a:pt x="23861" y="3922"/>
                    <a:pt x="24409" y="3618"/>
                    <a:pt x="24713" y="3101"/>
                  </a:cubicBezTo>
                  <a:lnTo>
                    <a:pt x="25776" y="1429"/>
                  </a:lnTo>
                  <a:close/>
                  <a:moveTo>
                    <a:pt x="4074" y="1"/>
                  </a:moveTo>
                  <a:cubicBezTo>
                    <a:pt x="2007" y="31"/>
                    <a:pt x="366" y="1763"/>
                    <a:pt x="426" y="3830"/>
                  </a:cubicBezTo>
                  <a:lnTo>
                    <a:pt x="426" y="10609"/>
                  </a:lnTo>
                  <a:lnTo>
                    <a:pt x="1" y="10609"/>
                  </a:lnTo>
                  <a:lnTo>
                    <a:pt x="1" y="16505"/>
                  </a:lnTo>
                  <a:lnTo>
                    <a:pt x="426" y="16505"/>
                  </a:lnTo>
                  <a:lnTo>
                    <a:pt x="426" y="66476"/>
                  </a:lnTo>
                  <a:cubicBezTo>
                    <a:pt x="366" y="68543"/>
                    <a:pt x="2007" y="70245"/>
                    <a:pt x="4074" y="70306"/>
                  </a:cubicBezTo>
                  <a:lnTo>
                    <a:pt x="31673" y="70306"/>
                  </a:lnTo>
                  <a:cubicBezTo>
                    <a:pt x="33740" y="70245"/>
                    <a:pt x="35381" y="68543"/>
                    <a:pt x="35321" y="66476"/>
                  </a:cubicBezTo>
                  <a:lnTo>
                    <a:pt x="35321" y="26262"/>
                  </a:lnTo>
                  <a:lnTo>
                    <a:pt x="35959" y="26262"/>
                  </a:lnTo>
                  <a:lnTo>
                    <a:pt x="35959" y="20366"/>
                  </a:lnTo>
                  <a:lnTo>
                    <a:pt x="35321" y="20366"/>
                  </a:lnTo>
                  <a:lnTo>
                    <a:pt x="35321" y="18998"/>
                  </a:lnTo>
                  <a:lnTo>
                    <a:pt x="35959" y="18998"/>
                  </a:lnTo>
                  <a:lnTo>
                    <a:pt x="35959" y="13131"/>
                  </a:lnTo>
                  <a:lnTo>
                    <a:pt x="35321" y="13131"/>
                  </a:lnTo>
                  <a:lnTo>
                    <a:pt x="35321" y="11794"/>
                  </a:lnTo>
                  <a:lnTo>
                    <a:pt x="35959" y="11794"/>
                  </a:lnTo>
                  <a:lnTo>
                    <a:pt x="35959" y="5897"/>
                  </a:lnTo>
                  <a:lnTo>
                    <a:pt x="35321" y="5897"/>
                  </a:lnTo>
                  <a:lnTo>
                    <a:pt x="35321" y="3830"/>
                  </a:lnTo>
                  <a:cubicBezTo>
                    <a:pt x="35381" y="1763"/>
                    <a:pt x="33740" y="31"/>
                    <a:pt x="316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>
              <a:extLst>
                <a:ext uri="{FF2B5EF4-FFF2-40B4-BE49-F238E27FC236}">
                  <a16:creationId xmlns:a16="http://schemas.microsoft.com/office/drawing/2014/main" id="{5E80FCE5-11B7-86E2-A1AF-C5B0F2B6B9DA}"/>
                </a:ext>
              </a:extLst>
            </p:cNvPr>
            <p:cNvSpPr/>
            <p:nvPr/>
          </p:nvSpPr>
          <p:spPr>
            <a:xfrm>
              <a:off x="5279250" y="716100"/>
              <a:ext cx="908850" cy="1768300"/>
            </a:xfrm>
            <a:custGeom>
              <a:avLst/>
              <a:gdLst/>
              <a:ahLst/>
              <a:cxnLst/>
              <a:rect l="l" t="t" r="r" b="b"/>
              <a:pathLst>
                <a:path w="36354" h="70732" extrusionOk="0">
                  <a:moveTo>
                    <a:pt x="31004" y="1825"/>
                  </a:moveTo>
                  <a:cubicBezTo>
                    <a:pt x="32949" y="1885"/>
                    <a:pt x="34499" y="3496"/>
                    <a:pt x="34469" y="5472"/>
                  </a:cubicBezTo>
                  <a:lnTo>
                    <a:pt x="34469" y="65260"/>
                  </a:lnTo>
                  <a:cubicBezTo>
                    <a:pt x="34499" y="67205"/>
                    <a:pt x="32949" y="68847"/>
                    <a:pt x="31004" y="68908"/>
                  </a:cubicBezTo>
                  <a:lnTo>
                    <a:pt x="5167" y="68908"/>
                  </a:lnTo>
                  <a:cubicBezTo>
                    <a:pt x="3192" y="68847"/>
                    <a:pt x="1672" y="67205"/>
                    <a:pt x="1702" y="65260"/>
                  </a:cubicBezTo>
                  <a:lnTo>
                    <a:pt x="1702" y="5472"/>
                  </a:lnTo>
                  <a:cubicBezTo>
                    <a:pt x="1672" y="3496"/>
                    <a:pt x="3192" y="1885"/>
                    <a:pt x="5167" y="1825"/>
                  </a:cubicBezTo>
                  <a:lnTo>
                    <a:pt x="10091" y="1825"/>
                  </a:lnTo>
                  <a:lnTo>
                    <a:pt x="11095" y="3435"/>
                  </a:lnTo>
                  <a:cubicBezTo>
                    <a:pt x="11429" y="3983"/>
                    <a:pt x="12037" y="4317"/>
                    <a:pt x="12706" y="4317"/>
                  </a:cubicBezTo>
                  <a:lnTo>
                    <a:pt x="23466" y="4317"/>
                  </a:lnTo>
                  <a:cubicBezTo>
                    <a:pt x="24134" y="4317"/>
                    <a:pt x="24742" y="3983"/>
                    <a:pt x="25077" y="3435"/>
                  </a:cubicBezTo>
                  <a:lnTo>
                    <a:pt x="26110" y="1825"/>
                  </a:lnTo>
                  <a:close/>
                  <a:moveTo>
                    <a:pt x="5167" y="1460"/>
                  </a:moveTo>
                  <a:cubicBezTo>
                    <a:pt x="3009" y="1490"/>
                    <a:pt x="1277" y="3314"/>
                    <a:pt x="1338" y="5472"/>
                  </a:cubicBezTo>
                  <a:lnTo>
                    <a:pt x="1338" y="65260"/>
                  </a:lnTo>
                  <a:cubicBezTo>
                    <a:pt x="1277" y="67418"/>
                    <a:pt x="3009" y="69211"/>
                    <a:pt x="5167" y="69272"/>
                  </a:cubicBezTo>
                  <a:lnTo>
                    <a:pt x="31004" y="69272"/>
                  </a:lnTo>
                  <a:cubicBezTo>
                    <a:pt x="33162" y="69211"/>
                    <a:pt x="34894" y="67418"/>
                    <a:pt x="34834" y="65260"/>
                  </a:cubicBezTo>
                  <a:lnTo>
                    <a:pt x="34834" y="5472"/>
                  </a:lnTo>
                  <a:cubicBezTo>
                    <a:pt x="34894" y="3314"/>
                    <a:pt x="33162" y="1490"/>
                    <a:pt x="31004" y="1460"/>
                  </a:cubicBezTo>
                  <a:lnTo>
                    <a:pt x="25897" y="1460"/>
                  </a:lnTo>
                  <a:lnTo>
                    <a:pt x="24742" y="3223"/>
                  </a:lnTo>
                  <a:cubicBezTo>
                    <a:pt x="24469" y="3679"/>
                    <a:pt x="23982" y="3952"/>
                    <a:pt x="23466" y="3952"/>
                  </a:cubicBezTo>
                  <a:lnTo>
                    <a:pt x="12706" y="3952"/>
                  </a:lnTo>
                  <a:cubicBezTo>
                    <a:pt x="12189" y="3952"/>
                    <a:pt x="11702" y="3679"/>
                    <a:pt x="11429" y="3223"/>
                  </a:cubicBezTo>
                  <a:lnTo>
                    <a:pt x="10274" y="1460"/>
                  </a:lnTo>
                  <a:close/>
                  <a:moveTo>
                    <a:pt x="31885" y="366"/>
                  </a:moveTo>
                  <a:cubicBezTo>
                    <a:pt x="33861" y="426"/>
                    <a:pt x="35411" y="2068"/>
                    <a:pt x="35350" y="4013"/>
                  </a:cubicBezTo>
                  <a:lnTo>
                    <a:pt x="35350" y="6293"/>
                  </a:lnTo>
                  <a:lnTo>
                    <a:pt x="35958" y="6293"/>
                  </a:lnTo>
                  <a:lnTo>
                    <a:pt x="35958" y="11794"/>
                  </a:lnTo>
                  <a:lnTo>
                    <a:pt x="35350" y="11794"/>
                  </a:lnTo>
                  <a:lnTo>
                    <a:pt x="35350" y="13527"/>
                  </a:lnTo>
                  <a:lnTo>
                    <a:pt x="35958" y="13527"/>
                  </a:lnTo>
                  <a:lnTo>
                    <a:pt x="35958" y="19028"/>
                  </a:lnTo>
                  <a:lnTo>
                    <a:pt x="35350" y="19028"/>
                  </a:lnTo>
                  <a:lnTo>
                    <a:pt x="35350" y="20761"/>
                  </a:lnTo>
                  <a:lnTo>
                    <a:pt x="35958" y="20761"/>
                  </a:lnTo>
                  <a:lnTo>
                    <a:pt x="35958" y="26293"/>
                  </a:lnTo>
                  <a:lnTo>
                    <a:pt x="35350" y="26293"/>
                  </a:lnTo>
                  <a:lnTo>
                    <a:pt x="35350" y="66719"/>
                  </a:lnTo>
                  <a:cubicBezTo>
                    <a:pt x="35411" y="68664"/>
                    <a:pt x="33861" y="70306"/>
                    <a:pt x="31885" y="70367"/>
                  </a:cubicBezTo>
                  <a:lnTo>
                    <a:pt x="4286" y="70367"/>
                  </a:lnTo>
                  <a:cubicBezTo>
                    <a:pt x="2310" y="70306"/>
                    <a:pt x="760" y="68664"/>
                    <a:pt x="821" y="66689"/>
                  </a:cubicBezTo>
                  <a:lnTo>
                    <a:pt x="821" y="16506"/>
                  </a:lnTo>
                  <a:lnTo>
                    <a:pt x="395" y="16506"/>
                  </a:lnTo>
                  <a:lnTo>
                    <a:pt x="395" y="11004"/>
                  </a:lnTo>
                  <a:lnTo>
                    <a:pt x="821" y="11004"/>
                  </a:lnTo>
                  <a:lnTo>
                    <a:pt x="821" y="4013"/>
                  </a:lnTo>
                  <a:cubicBezTo>
                    <a:pt x="790" y="2068"/>
                    <a:pt x="2341" y="426"/>
                    <a:pt x="4286" y="366"/>
                  </a:cubicBezTo>
                  <a:close/>
                  <a:moveTo>
                    <a:pt x="4286" y="1"/>
                  </a:moveTo>
                  <a:cubicBezTo>
                    <a:pt x="2128" y="62"/>
                    <a:pt x="395" y="1855"/>
                    <a:pt x="456" y="4043"/>
                  </a:cubicBezTo>
                  <a:lnTo>
                    <a:pt x="456" y="10639"/>
                  </a:lnTo>
                  <a:lnTo>
                    <a:pt x="0" y="10639"/>
                  </a:lnTo>
                  <a:lnTo>
                    <a:pt x="0" y="16931"/>
                  </a:lnTo>
                  <a:lnTo>
                    <a:pt x="456" y="16931"/>
                  </a:lnTo>
                  <a:lnTo>
                    <a:pt x="456" y="66719"/>
                  </a:lnTo>
                  <a:cubicBezTo>
                    <a:pt x="395" y="68877"/>
                    <a:pt x="2128" y="70670"/>
                    <a:pt x="4286" y="70731"/>
                  </a:cubicBezTo>
                  <a:lnTo>
                    <a:pt x="31885" y="70731"/>
                  </a:lnTo>
                  <a:cubicBezTo>
                    <a:pt x="34074" y="70670"/>
                    <a:pt x="35806" y="68877"/>
                    <a:pt x="35745" y="66689"/>
                  </a:cubicBezTo>
                  <a:lnTo>
                    <a:pt x="35745" y="26658"/>
                  </a:lnTo>
                  <a:lnTo>
                    <a:pt x="36353" y="26658"/>
                  </a:lnTo>
                  <a:lnTo>
                    <a:pt x="36353" y="20366"/>
                  </a:lnTo>
                  <a:lnTo>
                    <a:pt x="35745" y="20366"/>
                  </a:lnTo>
                  <a:lnTo>
                    <a:pt x="35745" y="19424"/>
                  </a:lnTo>
                  <a:lnTo>
                    <a:pt x="36353" y="19424"/>
                  </a:lnTo>
                  <a:lnTo>
                    <a:pt x="36353" y="13132"/>
                  </a:lnTo>
                  <a:lnTo>
                    <a:pt x="35745" y="13132"/>
                  </a:lnTo>
                  <a:lnTo>
                    <a:pt x="35745" y="12189"/>
                  </a:lnTo>
                  <a:lnTo>
                    <a:pt x="36353" y="12189"/>
                  </a:lnTo>
                  <a:lnTo>
                    <a:pt x="36353" y="5928"/>
                  </a:lnTo>
                  <a:lnTo>
                    <a:pt x="35745" y="5928"/>
                  </a:lnTo>
                  <a:lnTo>
                    <a:pt x="35745" y="4043"/>
                  </a:lnTo>
                  <a:cubicBezTo>
                    <a:pt x="35776" y="1855"/>
                    <a:pt x="34074" y="62"/>
                    <a:pt x="3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5">
              <a:extLst>
                <a:ext uri="{FF2B5EF4-FFF2-40B4-BE49-F238E27FC236}">
                  <a16:creationId xmlns:a16="http://schemas.microsoft.com/office/drawing/2014/main" id="{52B5B85D-22F4-7AED-F6D5-143DE944268C}"/>
                </a:ext>
              </a:extLst>
            </p:cNvPr>
            <p:cNvSpPr/>
            <p:nvPr/>
          </p:nvSpPr>
          <p:spPr>
            <a:xfrm>
              <a:off x="5316475" y="2337700"/>
              <a:ext cx="830575" cy="105650"/>
            </a:xfrm>
            <a:custGeom>
              <a:avLst/>
              <a:gdLst/>
              <a:ahLst/>
              <a:cxnLst/>
              <a:rect l="l" t="t" r="r" b="b"/>
              <a:pathLst>
                <a:path w="33223" h="4226" extrusionOk="0">
                  <a:moveTo>
                    <a:pt x="31" y="1"/>
                  </a:moveTo>
                  <a:lnTo>
                    <a:pt x="31" y="943"/>
                  </a:lnTo>
                  <a:cubicBezTo>
                    <a:pt x="0" y="2706"/>
                    <a:pt x="1399" y="4165"/>
                    <a:pt x="3162" y="4226"/>
                  </a:cubicBezTo>
                  <a:lnTo>
                    <a:pt x="30031" y="4226"/>
                  </a:lnTo>
                  <a:cubicBezTo>
                    <a:pt x="31794" y="4165"/>
                    <a:pt x="33223" y="2706"/>
                    <a:pt x="33162" y="943"/>
                  </a:cubicBezTo>
                  <a:lnTo>
                    <a:pt x="33162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>
              <a:extLst>
                <a:ext uri="{FF2B5EF4-FFF2-40B4-BE49-F238E27FC236}">
                  <a16:creationId xmlns:a16="http://schemas.microsoft.com/office/drawing/2014/main" id="{FA0785A5-A236-0BFB-5ED0-3B8C7FBE598A}"/>
                </a:ext>
              </a:extLst>
            </p:cNvPr>
            <p:cNvSpPr/>
            <p:nvPr/>
          </p:nvSpPr>
          <p:spPr>
            <a:xfrm>
              <a:off x="5311925" y="2332400"/>
              <a:ext cx="839700" cy="115525"/>
            </a:xfrm>
            <a:custGeom>
              <a:avLst/>
              <a:gdLst/>
              <a:ahLst/>
              <a:cxnLst/>
              <a:rect l="l" t="t" r="r" b="b"/>
              <a:pathLst>
                <a:path w="33588" h="4621" extrusionOk="0">
                  <a:moveTo>
                    <a:pt x="33162" y="395"/>
                  </a:moveTo>
                  <a:lnTo>
                    <a:pt x="33162" y="1155"/>
                  </a:lnTo>
                  <a:cubicBezTo>
                    <a:pt x="33192" y="2797"/>
                    <a:pt x="31885" y="4195"/>
                    <a:pt x="30213" y="4256"/>
                  </a:cubicBezTo>
                  <a:lnTo>
                    <a:pt x="3344" y="4256"/>
                  </a:lnTo>
                  <a:cubicBezTo>
                    <a:pt x="1702" y="4195"/>
                    <a:pt x="365" y="2797"/>
                    <a:pt x="426" y="1155"/>
                  </a:cubicBezTo>
                  <a:lnTo>
                    <a:pt x="426" y="395"/>
                  </a:lnTo>
                  <a:close/>
                  <a:moveTo>
                    <a:pt x="243" y="0"/>
                  </a:moveTo>
                  <a:cubicBezTo>
                    <a:pt x="122" y="0"/>
                    <a:pt x="31" y="91"/>
                    <a:pt x="31" y="213"/>
                  </a:cubicBezTo>
                  <a:lnTo>
                    <a:pt x="31" y="1155"/>
                  </a:lnTo>
                  <a:cubicBezTo>
                    <a:pt x="0" y="3009"/>
                    <a:pt x="1490" y="4559"/>
                    <a:pt x="3374" y="4620"/>
                  </a:cubicBezTo>
                  <a:lnTo>
                    <a:pt x="30213" y="4620"/>
                  </a:lnTo>
                  <a:cubicBezTo>
                    <a:pt x="32098" y="4590"/>
                    <a:pt x="33587" y="3009"/>
                    <a:pt x="33557" y="1155"/>
                  </a:cubicBezTo>
                  <a:lnTo>
                    <a:pt x="33557" y="213"/>
                  </a:lnTo>
                  <a:cubicBezTo>
                    <a:pt x="33557" y="91"/>
                    <a:pt x="33466" y="0"/>
                    <a:pt x="3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>
              <a:extLst>
                <a:ext uri="{FF2B5EF4-FFF2-40B4-BE49-F238E27FC236}">
                  <a16:creationId xmlns:a16="http://schemas.microsoft.com/office/drawing/2014/main" id="{DD85DE3D-E50F-5710-885B-4F815BD0C8A8}"/>
                </a:ext>
              </a:extLst>
            </p:cNvPr>
            <p:cNvSpPr/>
            <p:nvPr/>
          </p:nvSpPr>
          <p:spPr>
            <a:xfrm>
              <a:off x="4251100" y="2592150"/>
              <a:ext cx="1044875" cy="647575"/>
            </a:xfrm>
            <a:custGeom>
              <a:avLst/>
              <a:gdLst/>
              <a:ahLst/>
              <a:cxnLst/>
              <a:rect l="l" t="t" r="r" b="b"/>
              <a:pathLst>
                <a:path w="41795" h="25903" extrusionOk="0">
                  <a:moveTo>
                    <a:pt x="22019" y="1"/>
                  </a:moveTo>
                  <a:cubicBezTo>
                    <a:pt x="21582" y="1"/>
                    <a:pt x="21142" y="22"/>
                    <a:pt x="20700" y="66"/>
                  </a:cubicBezTo>
                  <a:cubicBezTo>
                    <a:pt x="15199" y="583"/>
                    <a:pt x="10609" y="4474"/>
                    <a:pt x="9150" y="9793"/>
                  </a:cubicBezTo>
                  <a:cubicBezTo>
                    <a:pt x="8937" y="9793"/>
                    <a:pt x="8724" y="9762"/>
                    <a:pt x="8512" y="9762"/>
                  </a:cubicBezTo>
                  <a:cubicBezTo>
                    <a:pt x="8453" y="9761"/>
                    <a:pt x="8395" y="9761"/>
                    <a:pt x="8338" y="9761"/>
                  </a:cubicBezTo>
                  <a:cubicBezTo>
                    <a:pt x="4099" y="9761"/>
                    <a:pt x="574" y="13042"/>
                    <a:pt x="274" y="17270"/>
                  </a:cubicBezTo>
                  <a:cubicBezTo>
                    <a:pt x="1" y="21586"/>
                    <a:pt x="3131" y="25355"/>
                    <a:pt x="7417" y="25842"/>
                  </a:cubicBezTo>
                  <a:lnTo>
                    <a:pt x="7417" y="25902"/>
                  </a:lnTo>
                  <a:lnTo>
                    <a:pt x="32281" y="25902"/>
                  </a:lnTo>
                  <a:cubicBezTo>
                    <a:pt x="37539" y="25902"/>
                    <a:pt x="41795" y="21738"/>
                    <a:pt x="41795" y="16571"/>
                  </a:cubicBezTo>
                  <a:cubicBezTo>
                    <a:pt x="41764" y="12012"/>
                    <a:pt x="38421" y="8121"/>
                    <a:pt x="33892" y="7392"/>
                  </a:cubicBezTo>
                  <a:cubicBezTo>
                    <a:pt x="31628" y="2835"/>
                    <a:pt x="27023" y="1"/>
                    <a:pt x="220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>
              <a:extLst>
                <a:ext uri="{FF2B5EF4-FFF2-40B4-BE49-F238E27FC236}">
                  <a16:creationId xmlns:a16="http://schemas.microsoft.com/office/drawing/2014/main" id="{8E20FB3D-283D-727B-975E-CD31CA76739C}"/>
                </a:ext>
              </a:extLst>
            </p:cNvPr>
            <p:cNvSpPr/>
            <p:nvPr/>
          </p:nvSpPr>
          <p:spPr>
            <a:xfrm>
              <a:off x="4244275" y="2587700"/>
              <a:ext cx="1057025" cy="656575"/>
            </a:xfrm>
            <a:custGeom>
              <a:avLst/>
              <a:gdLst/>
              <a:ahLst/>
              <a:cxnLst/>
              <a:rect l="l" t="t" r="r" b="b"/>
              <a:pathLst>
                <a:path w="42281" h="26263" extrusionOk="0">
                  <a:moveTo>
                    <a:pt x="22086" y="396"/>
                  </a:moveTo>
                  <a:cubicBezTo>
                    <a:pt x="22130" y="396"/>
                    <a:pt x="22175" y="396"/>
                    <a:pt x="22219" y="396"/>
                  </a:cubicBezTo>
                  <a:cubicBezTo>
                    <a:pt x="22246" y="396"/>
                    <a:pt x="22272" y="396"/>
                    <a:pt x="22299" y="396"/>
                  </a:cubicBezTo>
                  <a:cubicBezTo>
                    <a:pt x="27253" y="396"/>
                    <a:pt x="31775" y="3216"/>
                    <a:pt x="33983" y="7661"/>
                  </a:cubicBezTo>
                  <a:cubicBezTo>
                    <a:pt x="34013" y="7722"/>
                    <a:pt x="34074" y="7752"/>
                    <a:pt x="34135" y="7752"/>
                  </a:cubicBezTo>
                  <a:cubicBezTo>
                    <a:pt x="38572" y="8451"/>
                    <a:pt x="41855" y="12281"/>
                    <a:pt x="41885" y="16779"/>
                  </a:cubicBezTo>
                  <a:cubicBezTo>
                    <a:pt x="41885" y="21795"/>
                    <a:pt x="37721" y="25898"/>
                    <a:pt x="32554" y="25898"/>
                  </a:cubicBezTo>
                  <a:lnTo>
                    <a:pt x="7842" y="25898"/>
                  </a:lnTo>
                  <a:cubicBezTo>
                    <a:pt x="7812" y="25837"/>
                    <a:pt x="7781" y="25807"/>
                    <a:pt x="7721" y="25807"/>
                  </a:cubicBezTo>
                  <a:cubicBezTo>
                    <a:pt x="3526" y="25321"/>
                    <a:pt x="486" y="21673"/>
                    <a:pt x="760" y="17479"/>
                  </a:cubicBezTo>
                  <a:cubicBezTo>
                    <a:pt x="1031" y="13323"/>
                    <a:pt x="4494" y="10122"/>
                    <a:pt x="8637" y="10122"/>
                  </a:cubicBezTo>
                  <a:cubicBezTo>
                    <a:pt x="8676" y="10122"/>
                    <a:pt x="8715" y="10122"/>
                    <a:pt x="8754" y="10123"/>
                  </a:cubicBezTo>
                  <a:cubicBezTo>
                    <a:pt x="8967" y="10123"/>
                    <a:pt x="9180" y="10153"/>
                    <a:pt x="9392" y="10153"/>
                  </a:cubicBezTo>
                  <a:cubicBezTo>
                    <a:pt x="9409" y="10159"/>
                    <a:pt x="9425" y="10161"/>
                    <a:pt x="9441" y="10161"/>
                  </a:cubicBezTo>
                  <a:cubicBezTo>
                    <a:pt x="9514" y="10161"/>
                    <a:pt x="9580" y="10107"/>
                    <a:pt x="9605" y="10032"/>
                  </a:cubicBezTo>
                  <a:cubicBezTo>
                    <a:pt x="11083" y="4360"/>
                    <a:pt x="16214" y="396"/>
                    <a:pt x="22086" y="396"/>
                  </a:cubicBezTo>
                  <a:close/>
                  <a:moveTo>
                    <a:pt x="22151" y="1"/>
                  </a:moveTo>
                  <a:cubicBezTo>
                    <a:pt x="16161" y="1"/>
                    <a:pt x="10876" y="3975"/>
                    <a:pt x="9271" y="9758"/>
                  </a:cubicBezTo>
                  <a:lnTo>
                    <a:pt x="8785" y="9758"/>
                  </a:lnTo>
                  <a:cubicBezTo>
                    <a:pt x="8707" y="9756"/>
                    <a:pt x="8629" y="9755"/>
                    <a:pt x="8552" y="9755"/>
                  </a:cubicBezTo>
                  <a:cubicBezTo>
                    <a:pt x="4247" y="9755"/>
                    <a:pt x="663" y="13057"/>
                    <a:pt x="335" y="17357"/>
                  </a:cubicBezTo>
                  <a:cubicBezTo>
                    <a:pt x="0" y="21734"/>
                    <a:pt x="3161" y="25625"/>
                    <a:pt x="7538" y="26172"/>
                  </a:cubicBezTo>
                  <a:cubicBezTo>
                    <a:pt x="7569" y="26232"/>
                    <a:pt x="7629" y="26263"/>
                    <a:pt x="7690" y="26263"/>
                  </a:cubicBezTo>
                  <a:lnTo>
                    <a:pt x="32554" y="26263"/>
                  </a:lnTo>
                  <a:cubicBezTo>
                    <a:pt x="37904" y="26263"/>
                    <a:pt x="42281" y="22007"/>
                    <a:pt x="42281" y="16779"/>
                  </a:cubicBezTo>
                  <a:cubicBezTo>
                    <a:pt x="42250" y="12129"/>
                    <a:pt x="38876" y="8147"/>
                    <a:pt x="34287" y="7418"/>
                  </a:cubicBezTo>
                  <a:cubicBezTo>
                    <a:pt x="31976" y="2858"/>
                    <a:pt x="27326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6B02545D-A21E-E8F1-0C2A-86C52041CCB3}"/>
                </a:ext>
              </a:extLst>
            </p:cNvPr>
            <p:cNvSpPr/>
            <p:nvPr/>
          </p:nvSpPr>
          <p:spPr>
            <a:xfrm>
              <a:off x="4220700" y="2558725"/>
              <a:ext cx="1046400" cy="646800"/>
            </a:xfrm>
            <a:custGeom>
              <a:avLst/>
              <a:gdLst/>
              <a:ahLst/>
              <a:cxnLst/>
              <a:rect l="l" t="t" r="r" b="b"/>
              <a:pathLst>
                <a:path w="41856" h="25872" extrusionOk="0">
                  <a:moveTo>
                    <a:pt x="22050" y="0"/>
                  </a:moveTo>
                  <a:cubicBezTo>
                    <a:pt x="21613" y="0"/>
                    <a:pt x="21173" y="22"/>
                    <a:pt x="20731" y="66"/>
                  </a:cubicBezTo>
                  <a:cubicBezTo>
                    <a:pt x="15229" y="583"/>
                    <a:pt x="10639" y="4443"/>
                    <a:pt x="9180" y="9762"/>
                  </a:cubicBezTo>
                  <a:cubicBezTo>
                    <a:pt x="8968" y="9762"/>
                    <a:pt x="8755" y="9732"/>
                    <a:pt x="8542" y="9732"/>
                  </a:cubicBezTo>
                  <a:cubicBezTo>
                    <a:pt x="8465" y="9729"/>
                    <a:pt x="8389" y="9728"/>
                    <a:pt x="8312" y="9728"/>
                  </a:cubicBezTo>
                  <a:cubicBezTo>
                    <a:pt x="4097" y="9728"/>
                    <a:pt x="574" y="13000"/>
                    <a:pt x="305" y="17239"/>
                  </a:cubicBezTo>
                  <a:cubicBezTo>
                    <a:pt x="1" y="21556"/>
                    <a:pt x="3162" y="25325"/>
                    <a:pt x="7478" y="25780"/>
                  </a:cubicBezTo>
                  <a:lnTo>
                    <a:pt x="7478" y="25872"/>
                  </a:lnTo>
                  <a:lnTo>
                    <a:pt x="32312" y="25872"/>
                  </a:lnTo>
                  <a:cubicBezTo>
                    <a:pt x="37570" y="25872"/>
                    <a:pt x="41856" y="21677"/>
                    <a:pt x="41856" y="16540"/>
                  </a:cubicBezTo>
                  <a:cubicBezTo>
                    <a:pt x="41795" y="11951"/>
                    <a:pt x="38451" y="8060"/>
                    <a:pt x="33922" y="7361"/>
                  </a:cubicBezTo>
                  <a:cubicBezTo>
                    <a:pt x="31658" y="2832"/>
                    <a:pt x="27054" y="0"/>
                    <a:pt x="220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>
              <a:extLst>
                <a:ext uri="{FF2B5EF4-FFF2-40B4-BE49-F238E27FC236}">
                  <a16:creationId xmlns:a16="http://schemas.microsoft.com/office/drawing/2014/main" id="{B5EF1B16-7B69-8A37-D331-345E7C8CBA29}"/>
                </a:ext>
              </a:extLst>
            </p:cNvPr>
            <p:cNvSpPr/>
            <p:nvPr/>
          </p:nvSpPr>
          <p:spPr>
            <a:xfrm>
              <a:off x="4215400" y="2552750"/>
              <a:ext cx="1056275" cy="657350"/>
            </a:xfrm>
            <a:custGeom>
              <a:avLst/>
              <a:gdLst/>
              <a:ahLst/>
              <a:cxnLst/>
              <a:rect l="l" t="t" r="r" b="b"/>
              <a:pathLst>
                <a:path w="42251" h="26294" extrusionOk="0">
                  <a:moveTo>
                    <a:pt x="22086" y="426"/>
                  </a:moveTo>
                  <a:cubicBezTo>
                    <a:pt x="22130" y="426"/>
                    <a:pt x="22175" y="426"/>
                    <a:pt x="22219" y="426"/>
                  </a:cubicBezTo>
                  <a:cubicBezTo>
                    <a:pt x="27204" y="426"/>
                    <a:pt x="31733" y="3223"/>
                    <a:pt x="33983" y="7691"/>
                  </a:cubicBezTo>
                  <a:cubicBezTo>
                    <a:pt x="33983" y="7752"/>
                    <a:pt x="34043" y="7782"/>
                    <a:pt x="34104" y="7782"/>
                  </a:cubicBezTo>
                  <a:cubicBezTo>
                    <a:pt x="38542" y="8481"/>
                    <a:pt x="41855" y="12311"/>
                    <a:pt x="41855" y="16779"/>
                  </a:cubicBezTo>
                  <a:cubicBezTo>
                    <a:pt x="41855" y="21825"/>
                    <a:pt x="37691" y="25898"/>
                    <a:pt x="32524" y="25898"/>
                  </a:cubicBezTo>
                  <a:lnTo>
                    <a:pt x="7842" y="25898"/>
                  </a:lnTo>
                  <a:cubicBezTo>
                    <a:pt x="7812" y="25868"/>
                    <a:pt x="7751" y="25837"/>
                    <a:pt x="7721" y="25837"/>
                  </a:cubicBezTo>
                  <a:cubicBezTo>
                    <a:pt x="3587" y="25320"/>
                    <a:pt x="578" y="21673"/>
                    <a:pt x="851" y="17509"/>
                  </a:cubicBezTo>
                  <a:cubicBezTo>
                    <a:pt x="1125" y="13375"/>
                    <a:pt x="4590" y="10153"/>
                    <a:pt x="8754" y="10153"/>
                  </a:cubicBezTo>
                  <a:cubicBezTo>
                    <a:pt x="8967" y="10153"/>
                    <a:pt x="9180" y="10183"/>
                    <a:pt x="9392" y="10183"/>
                  </a:cubicBezTo>
                  <a:cubicBezTo>
                    <a:pt x="9409" y="10189"/>
                    <a:pt x="9424" y="10191"/>
                    <a:pt x="9438" y="10191"/>
                  </a:cubicBezTo>
                  <a:cubicBezTo>
                    <a:pt x="9504" y="10191"/>
                    <a:pt x="9550" y="10137"/>
                    <a:pt x="9575" y="10062"/>
                  </a:cubicBezTo>
                  <a:cubicBezTo>
                    <a:pt x="11083" y="4391"/>
                    <a:pt x="16214" y="426"/>
                    <a:pt x="22086" y="426"/>
                  </a:cubicBezTo>
                  <a:close/>
                  <a:moveTo>
                    <a:pt x="22151" y="1"/>
                  </a:moveTo>
                  <a:cubicBezTo>
                    <a:pt x="16131" y="1"/>
                    <a:pt x="10876" y="4005"/>
                    <a:pt x="9240" y="9788"/>
                  </a:cubicBezTo>
                  <a:lnTo>
                    <a:pt x="8754" y="9788"/>
                  </a:lnTo>
                  <a:cubicBezTo>
                    <a:pt x="8677" y="9786"/>
                    <a:pt x="8600" y="9785"/>
                    <a:pt x="8523" y="9785"/>
                  </a:cubicBezTo>
                  <a:cubicBezTo>
                    <a:pt x="4247" y="9785"/>
                    <a:pt x="663" y="13087"/>
                    <a:pt x="334" y="17387"/>
                  </a:cubicBezTo>
                  <a:cubicBezTo>
                    <a:pt x="0" y="21764"/>
                    <a:pt x="3161" y="25655"/>
                    <a:pt x="7508" y="26202"/>
                  </a:cubicBezTo>
                  <a:cubicBezTo>
                    <a:pt x="7538" y="26263"/>
                    <a:pt x="7599" y="26293"/>
                    <a:pt x="7690" y="26293"/>
                  </a:cubicBezTo>
                  <a:lnTo>
                    <a:pt x="32524" y="26293"/>
                  </a:lnTo>
                  <a:cubicBezTo>
                    <a:pt x="37904" y="26293"/>
                    <a:pt x="42250" y="22038"/>
                    <a:pt x="42250" y="16779"/>
                  </a:cubicBezTo>
                  <a:cubicBezTo>
                    <a:pt x="42220" y="12129"/>
                    <a:pt x="38846" y="8177"/>
                    <a:pt x="34286" y="7417"/>
                  </a:cubicBezTo>
                  <a:cubicBezTo>
                    <a:pt x="31976" y="2858"/>
                    <a:pt x="27295" y="1"/>
                    <a:pt x="22219" y="1"/>
                  </a:cubicBezTo>
                  <a:cubicBezTo>
                    <a:pt x="22197" y="1"/>
                    <a:pt x="22174" y="1"/>
                    <a:pt x="22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>
              <a:extLst>
                <a:ext uri="{FF2B5EF4-FFF2-40B4-BE49-F238E27FC236}">
                  <a16:creationId xmlns:a16="http://schemas.microsoft.com/office/drawing/2014/main" id="{B836FC6A-AD9D-4405-BAC3-37033AD9F383}"/>
                </a:ext>
              </a:extLst>
            </p:cNvPr>
            <p:cNvSpPr/>
            <p:nvPr/>
          </p:nvSpPr>
          <p:spPr>
            <a:xfrm>
              <a:off x="4542150" y="2734375"/>
              <a:ext cx="430875" cy="612500"/>
            </a:xfrm>
            <a:custGeom>
              <a:avLst/>
              <a:gdLst/>
              <a:ahLst/>
              <a:cxnLst/>
              <a:rect l="l" t="t" r="r" b="b"/>
              <a:pathLst>
                <a:path w="17235" h="24500" extrusionOk="0">
                  <a:moveTo>
                    <a:pt x="8602" y="0"/>
                  </a:moveTo>
                  <a:lnTo>
                    <a:pt x="0" y="14955"/>
                  </a:lnTo>
                  <a:lnTo>
                    <a:pt x="2554" y="14955"/>
                  </a:lnTo>
                  <a:lnTo>
                    <a:pt x="2554" y="24499"/>
                  </a:lnTo>
                  <a:lnTo>
                    <a:pt x="14681" y="24499"/>
                  </a:lnTo>
                  <a:lnTo>
                    <a:pt x="14681" y="14955"/>
                  </a:lnTo>
                  <a:lnTo>
                    <a:pt x="17235" y="14955"/>
                  </a:lnTo>
                  <a:lnTo>
                    <a:pt x="86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>
              <a:extLst>
                <a:ext uri="{FF2B5EF4-FFF2-40B4-BE49-F238E27FC236}">
                  <a16:creationId xmlns:a16="http://schemas.microsoft.com/office/drawing/2014/main" id="{35B71708-BA15-C208-A4C2-3122BB8B75E7}"/>
                </a:ext>
              </a:extLst>
            </p:cNvPr>
            <p:cNvSpPr/>
            <p:nvPr/>
          </p:nvSpPr>
          <p:spPr>
            <a:xfrm>
              <a:off x="4536825" y="2729825"/>
              <a:ext cx="442275" cy="621600"/>
            </a:xfrm>
            <a:custGeom>
              <a:avLst/>
              <a:gdLst/>
              <a:ahLst/>
              <a:cxnLst/>
              <a:rect l="l" t="t" r="r" b="b"/>
              <a:pathLst>
                <a:path w="17691" h="24864" extrusionOk="0">
                  <a:moveTo>
                    <a:pt x="8846" y="578"/>
                  </a:moveTo>
                  <a:lnTo>
                    <a:pt x="17144" y="14955"/>
                  </a:lnTo>
                  <a:lnTo>
                    <a:pt x="14894" y="14955"/>
                  </a:lnTo>
                  <a:cubicBezTo>
                    <a:pt x="14803" y="14955"/>
                    <a:pt x="14712" y="15015"/>
                    <a:pt x="14712" y="15137"/>
                  </a:cubicBezTo>
                  <a:lnTo>
                    <a:pt x="14712" y="24468"/>
                  </a:lnTo>
                  <a:lnTo>
                    <a:pt x="2949" y="24468"/>
                  </a:lnTo>
                  <a:lnTo>
                    <a:pt x="2949" y="15137"/>
                  </a:lnTo>
                  <a:cubicBezTo>
                    <a:pt x="2949" y="15015"/>
                    <a:pt x="2888" y="14955"/>
                    <a:pt x="2767" y="14955"/>
                  </a:cubicBezTo>
                  <a:lnTo>
                    <a:pt x="548" y="14955"/>
                  </a:lnTo>
                  <a:lnTo>
                    <a:pt x="8846" y="578"/>
                  </a:lnTo>
                  <a:close/>
                  <a:moveTo>
                    <a:pt x="8815" y="0"/>
                  </a:moveTo>
                  <a:cubicBezTo>
                    <a:pt x="8754" y="0"/>
                    <a:pt x="8694" y="30"/>
                    <a:pt x="8663" y="91"/>
                  </a:cubicBezTo>
                  <a:lnTo>
                    <a:pt x="31" y="15046"/>
                  </a:lnTo>
                  <a:cubicBezTo>
                    <a:pt x="0" y="15107"/>
                    <a:pt x="0" y="15167"/>
                    <a:pt x="31" y="15228"/>
                  </a:cubicBezTo>
                  <a:cubicBezTo>
                    <a:pt x="61" y="15289"/>
                    <a:pt x="122" y="15319"/>
                    <a:pt x="183" y="15319"/>
                  </a:cubicBezTo>
                  <a:lnTo>
                    <a:pt x="2554" y="15319"/>
                  </a:lnTo>
                  <a:lnTo>
                    <a:pt x="2554" y="24681"/>
                  </a:lnTo>
                  <a:cubicBezTo>
                    <a:pt x="2554" y="24772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077" y="24772"/>
                    <a:pt x="15077" y="24681"/>
                  </a:cubicBezTo>
                  <a:lnTo>
                    <a:pt x="15077" y="15319"/>
                  </a:lnTo>
                  <a:lnTo>
                    <a:pt x="17448" y="15319"/>
                  </a:lnTo>
                  <a:cubicBezTo>
                    <a:pt x="17600" y="15319"/>
                    <a:pt x="17691" y="15167"/>
                    <a:pt x="17600" y="15046"/>
                  </a:cubicBezTo>
                  <a:lnTo>
                    <a:pt x="8967" y="91"/>
                  </a:lnTo>
                  <a:cubicBezTo>
                    <a:pt x="8937" y="30"/>
                    <a:pt x="8876" y="0"/>
                    <a:pt x="88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>
              <a:extLst>
                <a:ext uri="{FF2B5EF4-FFF2-40B4-BE49-F238E27FC236}">
                  <a16:creationId xmlns:a16="http://schemas.microsoft.com/office/drawing/2014/main" id="{9E7B89AD-D6DF-29AC-EF44-330004870D9D}"/>
                </a:ext>
              </a:extLst>
            </p:cNvPr>
            <p:cNvSpPr/>
            <p:nvPr/>
          </p:nvSpPr>
          <p:spPr>
            <a:xfrm>
              <a:off x="4522375" y="2715375"/>
              <a:ext cx="430900" cy="611725"/>
            </a:xfrm>
            <a:custGeom>
              <a:avLst/>
              <a:gdLst/>
              <a:ahLst/>
              <a:cxnLst/>
              <a:rect l="l" t="t" r="r" b="b"/>
              <a:pathLst>
                <a:path w="17236" h="24469" extrusionOk="0">
                  <a:moveTo>
                    <a:pt x="8633" y="1"/>
                  </a:moveTo>
                  <a:lnTo>
                    <a:pt x="1" y="14925"/>
                  </a:lnTo>
                  <a:lnTo>
                    <a:pt x="2554" y="14925"/>
                  </a:lnTo>
                  <a:lnTo>
                    <a:pt x="2554" y="24469"/>
                  </a:lnTo>
                  <a:lnTo>
                    <a:pt x="14682" y="24469"/>
                  </a:lnTo>
                  <a:lnTo>
                    <a:pt x="14682" y="14925"/>
                  </a:lnTo>
                  <a:lnTo>
                    <a:pt x="17235" y="14925"/>
                  </a:lnTo>
                  <a:lnTo>
                    <a:pt x="863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>
              <a:extLst>
                <a:ext uri="{FF2B5EF4-FFF2-40B4-BE49-F238E27FC236}">
                  <a16:creationId xmlns:a16="http://schemas.microsoft.com/office/drawing/2014/main" id="{74BF0F42-0AA5-B4A2-4870-4289908EF164}"/>
                </a:ext>
              </a:extLst>
            </p:cNvPr>
            <p:cNvSpPr/>
            <p:nvPr/>
          </p:nvSpPr>
          <p:spPr>
            <a:xfrm>
              <a:off x="4517075" y="2710050"/>
              <a:ext cx="441525" cy="621625"/>
            </a:xfrm>
            <a:custGeom>
              <a:avLst/>
              <a:gdLst/>
              <a:ahLst/>
              <a:cxnLst/>
              <a:rect l="l" t="t" r="r" b="b"/>
              <a:pathLst>
                <a:path w="17661" h="24865" extrusionOk="0">
                  <a:moveTo>
                    <a:pt x="8845" y="578"/>
                  </a:moveTo>
                  <a:lnTo>
                    <a:pt x="17143" y="14955"/>
                  </a:lnTo>
                  <a:lnTo>
                    <a:pt x="14924" y="14955"/>
                  </a:lnTo>
                  <a:cubicBezTo>
                    <a:pt x="14803" y="14955"/>
                    <a:pt x="14712" y="15047"/>
                    <a:pt x="14712" y="15138"/>
                  </a:cubicBezTo>
                  <a:lnTo>
                    <a:pt x="14712" y="24500"/>
                  </a:lnTo>
                  <a:lnTo>
                    <a:pt x="2949" y="24500"/>
                  </a:lnTo>
                  <a:lnTo>
                    <a:pt x="2949" y="15138"/>
                  </a:lnTo>
                  <a:cubicBezTo>
                    <a:pt x="2949" y="15047"/>
                    <a:pt x="2857" y="14955"/>
                    <a:pt x="2766" y="14955"/>
                  </a:cubicBezTo>
                  <a:lnTo>
                    <a:pt x="547" y="14955"/>
                  </a:lnTo>
                  <a:lnTo>
                    <a:pt x="8845" y="578"/>
                  </a:lnTo>
                  <a:close/>
                  <a:moveTo>
                    <a:pt x="8830" y="1"/>
                  </a:moveTo>
                  <a:cubicBezTo>
                    <a:pt x="8769" y="1"/>
                    <a:pt x="8709" y="31"/>
                    <a:pt x="8663" y="92"/>
                  </a:cubicBezTo>
                  <a:lnTo>
                    <a:pt x="31" y="15047"/>
                  </a:lnTo>
                  <a:cubicBezTo>
                    <a:pt x="0" y="15107"/>
                    <a:pt x="0" y="15168"/>
                    <a:pt x="31" y="15229"/>
                  </a:cubicBezTo>
                  <a:cubicBezTo>
                    <a:pt x="61" y="15290"/>
                    <a:pt x="122" y="15320"/>
                    <a:pt x="213" y="15320"/>
                  </a:cubicBezTo>
                  <a:lnTo>
                    <a:pt x="2553" y="15320"/>
                  </a:lnTo>
                  <a:lnTo>
                    <a:pt x="2553" y="24682"/>
                  </a:lnTo>
                  <a:cubicBezTo>
                    <a:pt x="2553" y="24773"/>
                    <a:pt x="2645" y="24864"/>
                    <a:pt x="2736" y="24864"/>
                  </a:cubicBezTo>
                  <a:lnTo>
                    <a:pt x="14894" y="24864"/>
                  </a:lnTo>
                  <a:cubicBezTo>
                    <a:pt x="15016" y="24864"/>
                    <a:pt x="15107" y="24773"/>
                    <a:pt x="15107" y="24682"/>
                  </a:cubicBezTo>
                  <a:lnTo>
                    <a:pt x="15107" y="15320"/>
                  </a:lnTo>
                  <a:lnTo>
                    <a:pt x="17447" y="15320"/>
                  </a:lnTo>
                  <a:cubicBezTo>
                    <a:pt x="17539" y="15320"/>
                    <a:pt x="17599" y="15290"/>
                    <a:pt x="17630" y="15229"/>
                  </a:cubicBezTo>
                  <a:cubicBezTo>
                    <a:pt x="17660" y="15168"/>
                    <a:pt x="17660" y="15107"/>
                    <a:pt x="17630" y="15047"/>
                  </a:cubicBezTo>
                  <a:lnTo>
                    <a:pt x="8997" y="92"/>
                  </a:lnTo>
                  <a:cubicBezTo>
                    <a:pt x="8952" y="31"/>
                    <a:pt x="8891" y="1"/>
                    <a:pt x="88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>
              <a:extLst>
                <a:ext uri="{FF2B5EF4-FFF2-40B4-BE49-F238E27FC236}">
                  <a16:creationId xmlns:a16="http://schemas.microsoft.com/office/drawing/2014/main" id="{2823BD79-2EED-02AF-4DF1-AB20C9839639}"/>
                </a:ext>
              </a:extLst>
            </p:cNvPr>
            <p:cNvSpPr/>
            <p:nvPr/>
          </p:nvSpPr>
          <p:spPr>
            <a:xfrm>
              <a:off x="706200" y="4113375"/>
              <a:ext cx="678625" cy="226675"/>
            </a:xfrm>
            <a:custGeom>
              <a:avLst/>
              <a:gdLst/>
              <a:ahLst/>
              <a:cxnLst/>
              <a:rect l="l" t="t" r="r" b="b"/>
              <a:pathLst>
                <a:path w="27145" h="9067" extrusionOk="0">
                  <a:moveTo>
                    <a:pt x="17956" y="0"/>
                  </a:moveTo>
                  <a:cubicBezTo>
                    <a:pt x="17503" y="0"/>
                    <a:pt x="17051" y="92"/>
                    <a:pt x="16627" y="282"/>
                  </a:cubicBezTo>
                  <a:cubicBezTo>
                    <a:pt x="15837" y="586"/>
                    <a:pt x="15259" y="1194"/>
                    <a:pt x="14925" y="1954"/>
                  </a:cubicBezTo>
                  <a:cubicBezTo>
                    <a:pt x="14682" y="2592"/>
                    <a:pt x="14469" y="3078"/>
                    <a:pt x="14104" y="3200"/>
                  </a:cubicBezTo>
                  <a:cubicBezTo>
                    <a:pt x="14028" y="3228"/>
                    <a:pt x="13944" y="3241"/>
                    <a:pt x="13851" y="3241"/>
                  </a:cubicBezTo>
                  <a:cubicBezTo>
                    <a:pt x="13537" y="3241"/>
                    <a:pt x="13124" y="3086"/>
                    <a:pt x="12585" y="2805"/>
                  </a:cubicBezTo>
                  <a:cubicBezTo>
                    <a:pt x="11736" y="2326"/>
                    <a:pt x="10933" y="2081"/>
                    <a:pt x="10256" y="2081"/>
                  </a:cubicBezTo>
                  <a:cubicBezTo>
                    <a:pt x="9988" y="2081"/>
                    <a:pt x="9739" y="2119"/>
                    <a:pt x="9515" y="2197"/>
                  </a:cubicBezTo>
                  <a:cubicBezTo>
                    <a:pt x="8967" y="2379"/>
                    <a:pt x="8572" y="2774"/>
                    <a:pt x="8360" y="3291"/>
                  </a:cubicBezTo>
                  <a:cubicBezTo>
                    <a:pt x="7873" y="4477"/>
                    <a:pt x="7205" y="5236"/>
                    <a:pt x="6536" y="5388"/>
                  </a:cubicBezTo>
                  <a:cubicBezTo>
                    <a:pt x="6353" y="5419"/>
                    <a:pt x="6110" y="5449"/>
                    <a:pt x="5867" y="5480"/>
                  </a:cubicBezTo>
                  <a:cubicBezTo>
                    <a:pt x="4955" y="5571"/>
                    <a:pt x="3739" y="5692"/>
                    <a:pt x="3466" y="6452"/>
                  </a:cubicBezTo>
                  <a:cubicBezTo>
                    <a:pt x="3283" y="6908"/>
                    <a:pt x="2888" y="7273"/>
                    <a:pt x="2432" y="7425"/>
                  </a:cubicBezTo>
                  <a:cubicBezTo>
                    <a:pt x="1673" y="7486"/>
                    <a:pt x="791" y="7577"/>
                    <a:pt x="700" y="7972"/>
                  </a:cubicBezTo>
                  <a:cubicBezTo>
                    <a:pt x="548" y="8246"/>
                    <a:pt x="366" y="8519"/>
                    <a:pt x="122" y="8732"/>
                  </a:cubicBezTo>
                  <a:cubicBezTo>
                    <a:pt x="1" y="8854"/>
                    <a:pt x="92" y="9066"/>
                    <a:pt x="244" y="9066"/>
                  </a:cubicBezTo>
                  <a:lnTo>
                    <a:pt x="16718" y="9066"/>
                  </a:lnTo>
                  <a:cubicBezTo>
                    <a:pt x="16840" y="9066"/>
                    <a:pt x="16931" y="8975"/>
                    <a:pt x="16931" y="8854"/>
                  </a:cubicBezTo>
                  <a:cubicBezTo>
                    <a:pt x="16931" y="8762"/>
                    <a:pt x="16840" y="8671"/>
                    <a:pt x="16718" y="8671"/>
                  </a:cubicBezTo>
                  <a:lnTo>
                    <a:pt x="669" y="8671"/>
                  </a:lnTo>
                  <a:cubicBezTo>
                    <a:pt x="852" y="8489"/>
                    <a:pt x="973" y="8276"/>
                    <a:pt x="1065" y="8063"/>
                  </a:cubicBezTo>
                  <a:cubicBezTo>
                    <a:pt x="1490" y="7881"/>
                    <a:pt x="1976" y="7790"/>
                    <a:pt x="2463" y="7790"/>
                  </a:cubicBezTo>
                  <a:lnTo>
                    <a:pt x="2524" y="7790"/>
                  </a:lnTo>
                  <a:cubicBezTo>
                    <a:pt x="3101" y="7607"/>
                    <a:pt x="3587" y="7151"/>
                    <a:pt x="3800" y="6543"/>
                  </a:cubicBezTo>
                  <a:cubicBezTo>
                    <a:pt x="4013" y="5996"/>
                    <a:pt x="5077" y="5905"/>
                    <a:pt x="5867" y="5814"/>
                  </a:cubicBezTo>
                  <a:cubicBezTo>
                    <a:pt x="6110" y="5814"/>
                    <a:pt x="6353" y="5753"/>
                    <a:pt x="6597" y="5723"/>
                  </a:cubicBezTo>
                  <a:cubicBezTo>
                    <a:pt x="7174" y="5601"/>
                    <a:pt x="7995" y="5084"/>
                    <a:pt x="8694" y="3413"/>
                  </a:cubicBezTo>
                  <a:cubicBezTo>
                    <a:pt x="8846" y="2987"/>
                    <a:pt x="9180" y="2683"/>
                    <a:pt x="9606" y="2531"/>
                  </a:cubicBezTo>
                  <a:cubicBezTo>
                    <a:pt x="9796" y="2465"/>
                    <a:pt x="10006" y="2433"/>
                    <a:pt x="10233" y="2433"/>
                  </a:cubicBezTo>
                  <a:cubicBezTo>
                    <a:pt x="10842" y="2433"/>
                    <a:pt x="11575" y="2666"/>
                    <a:pt x="12372" y="3109"/>
                  </a:cubicBezTo>
                  <a:cubicBezTo>
                    <a:pt x="12962" y="3427"/>
                    <a:pt x="13434" y="3592"/>
                    <a:pt x="13824" y="3592"/>
                  </a:cubicBezTo>
                  <a:cubicBezTo>
                    <a:pt x="13957" y="3592"/>
                    <a:pt x="14080" y="3573"/>
                    <a:pt x="14196" y="3534"/>
                  </a:cubicBezTo>
                  <a:cubicBezTo>
                    <a:pt x="14743" y="3352"/>
                    <a:pt x="14986" y="2744"/>
                    <a:pt x="15259" y="2075"/>
                  </a:cubicBezTo>
                  <a:cubicBezTo>
                    <a:pt x="15533" y="1407"/>
                    <a:pt x="16080" y="890"/>
                    <a:pt x="16779" y="616"/>
                  </a:cubicBezTo>
                  <a:cubicBezTo>
                    <a:pt x="17149" y="460"/>
                    <a:pt x="17545" y="383"/>
                    <a:pt x="17942" y="383"/>
                  </a:cubicBezTo>
                  <a:cubicBezTo>
                    <a:pt x="18395" y="383"/>
                    <a:pt x="18851" y="483"/>
                    <a:pt x="19272" y="677"/>
                  </a:cubicBezTo>
                  <a:cubicBezTo>
                    <a:pt x="21095" y="1437"/>
                    <a:pt x="21491" y="4385"/>
                    <a:pt x="21521" y="4659"/>
                  </a:cubicBezTo>
                  <a:cubicBezTo>
                    <a:pt x="21430" y="5297"/>
                    <a:pt x="21491" y="5723"/>
                    <a:pt x="21764" y="5966"/>
                  </a:cubicBezTo>
                  <a:cubicBezTo>
                    <a:pt x="21944" y="6146"/>
                    <a:pt x="22193" y="6202"/>
                    <a:pt x="22485" y="6202"/>
                  </a:cubicBezTo>
                  <a:cubicBezTo>
                    <a:pt x="22736" y="6202"/>
                    <a:pt x="23019" y="6160"/>
                    <a:pt x="23314" y="6118"/>
                  </a:cubicBezTo>
                  <a:cubicBezTo>
                    <a:pt x="23614" y="6079"/>
                    <a:pt x="23936" y="6034"/>
                    <a:pt x="24249" y="6034"/>
                  </a:cubicBezTo>
                  <a:cubicBezTo>
                    <a:pt x="24667" y="6034"/>
                    <a:pt x="25069" y="6114"/>
                    <a:pt x="25381" y="6391"/>
                  </a:cubicBezTo>
                  <a:cubicBezTo>
                    <a:pt x="26475" y="7364"/>
                    <a:pt x="26080" y="8367"/>
                    <a:pt x="25928" y="8671"/>
                  </a:cubicBezTo>
                  <a:lnTo>
                    <a:pt x="19059" y="8671"/>
                  </a:lnTo>
                  <a:cubicBezTo>
                    <a:pt x="18937" y="8671"/>
                    <a:pt x="18876" y="8762"/>
                    <a:pt x="18876" y="8854"/>
                  </a:cubicBezTo>
                  <a:cubicBezTo>
                    <a:pt x="18876" y="8975"/>
                    <a:pt x="18937" y="9066"/>
                    <a:pt x="19059" y="9066"/>
                  </a:cubicBezTo>
                  <a:lnTo>
                    <a:pt x="26050" y="9066"/>
                  </a:lnTo>
                  <a:cubicBezTo>
                    <a:pt x="26111" y="9036"/>
                    <a:pt x="26171" y="9005"/>
                    <a:pt x="26202" y="8975"/>
                  </a:cubicBezTo>
                  <a:cubicBezTo>
                    <a:pt x="26202" y="8945"/>
                    <a:pt x="27144" y="7486"/>
                    <a:pt x="25624" y="6118"/>
                  </a:cubicBezTo>
                  <a:cubicBezTo>
                    <a:pt x="25216" y="5763"/>
                    <a:pt x="24734" y="5667"/>
                    <a:pt x="24253" y="5667"/>
                  </a:cubicBezTo>
                  <a:cubicBezTo>
                    <a:pt x="23911" y="5667"/>
                    <a:pt x="23569" y="5715"/>
                    <a:pt x="23253" y="5753"/>
                  </a:cubicBezTo>
                  <a:cubicBezTo>
                    <a:pt x="22980" y="5799"/>
                    <a:pt x="22722" y="5837"/>
                    <a:pt x="22505" y="5837"/>
                  </a:cubicBezTo>
                  <a:cubicBezTo>
                    <a:pt x="22288" y="5837"/>
                    <a:pt x="22114" y="5799"/>
                    <a:pt x="22007" y="5692"/>
                  </a:cubicBezTo>
                  <a:cubicBezTo>
                    <a:pt x="21855" y="5540"/>
                    <a:pt x="21825" y="5206"/>
                    <a:pt x="21886" y="4720"/>
                  </a:cubicBezTo>
                  <a:cubicBezTo>
                    <a:pt x="21886" y="4689"/>
                    <a:pt x="21886" y="4659"/>
                    <a:pt x="21886" y="4659"/>
                  </a:cubicBezTo>
                  <a:cubicBezTo>
                    <a:pt x="21886" y="4507"/>
                    <a:pt x="21551" y="1224"/>
                    <a:pt x="19393" y="312"/>
                  </a:cubicBezTo>
                  <a:cubicBezTo>
                    <a:pt x="18936" y="107"/>
                    <a:pt x="18445" y="0"/>
                    <a:pt x="17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>
              <a:extLst>
                <a:ext uri="{FF2B5EF4-FFF2-40B4-BE49-F238E27FC236}">
                  <a16:creationId xmlns:a16="http://schemas.microsoft.com/office/drawing/2014/main" id="{25E563F2-427F-916C-47D8-B5551BA55048}"/>
                </a:ext>
              </a:extLst>
            </p:cNvPr>
            <p:cNvSpPr/>
            <p:nvPr/>
          </p:nvSpPr>
          <p:spPr>
            <a:xfrm>
              <a:off x="1568675" y="2683250"/>
              <a:ext cx="1139125" cy="375625"/>
            </a:xfrm>
            <a:custGeom>
              <a:avLst/>
              <a:gdLst/>
              <a:ahLst/>
              <a:cxnLst/>
              <a:rect l="l" t="t" r="r" b="b"/>
              <a:pathLst>
                <a:path w="45565" h="15025" extrusionOk="0">
                  <a:moveTo>
                    <a:pt x="30204" y="0"/>
                  </a:moveTo>
                  <a:cubicBezTo>
                    <a:pt x="29455" y="0"/>
                    <a:pt x="28705" y="145"/>
                    <a:pt x="27995" y="434"/>
                  </a:cubicBezTo>
                  <a:cubicBezTo>
                    <a:pt x="26749" y="921"/>
                    <a:pt x="25716" y="1924"/>
                    <a:pt x="25169" y="3170"/>
                  </a:cubicBezTo>
                  <a:cubicBezTo>
                    <a:pt x="24743" y="4264"/>
                    <a:pt x="24378" y="5115"/>
                    <a:pt x="23679" y="5359"/>
                  </a:cubicBezTo>
                  <a:cubicBezTo>
                    <a:pt x="23530" y="5411"/>
                    <a:pt x="23368" y="5437"/>
                    <a:pt x="23190" y="5437"/>
                  </a:cubicBezTo>
                  <a:cubicBezTo>
                    <a:pt x="22644" y="5437"/>
                    <a:pt x="21952" y="5187"/>
                    <a:pt x="21035" y="4659"/>
                  </a:cubicBezTo>
                  <a:cubicBezTo>
                    <a:pt x="19617" y="3874"/>
                    <a:pt x="18277" y="3464"/>
                    <a:pt x="17139" y="3464"/>
                  </a:cubicBezTo>
                  <a:cubicBezTo>
                    <a:pt x="16691" y="3464"/>
                    <a:pt x="16275" y="3528"/>
                    <a:pt x="15898" y="3656"/>
                  </a:cubicBezTo>
                  <a:cubicBezTo>
                    <a:pt x="15077" y="3930"/>
                    <a:pt x="14408" y="4599"/>
                    <a:pt x="14104" y="5419"/>
                  </a:cubicBezTo>
                  <a:cubicBezTo>
                    <a:pt x="13253" y="7486"/>
                    <a:pt x="12098" y="8763"/>
                    <a:pt x="10883" y="9036"/>
                  </a:cubicBezTo>
                  <a:cubicBezTo>
                    <a:pt x="10518" y="9128"/>
                    <a:pt x="10123" y="9158"/>
                    <a:pt x="9758" y="9188"/>
                  </a:cubicBezTo>
                  <a:cubicBezTo>
                    <a:pt x="8269" y="9340"/>
                    <a:pt x="6262" y="9553"/>
                    <a:pt x="5837" y="10769"/>
                  </a:cubicBezTo>
                  <a:cubicBezTo>
                    <a:pt x="5503" y="11590"/>
                    <a:pt x="4803" y="12228"/>
                    <a:pt x="3983" y="12501"/>
                  </a:cubicBezTo>
                  <a:cubicBezTo>
                    <a:pt x="3162" y="12562"/>
                    <a:pt x="1308" y="12714"/>
                    <a:pt x="1156" y="13322"/>
                  </a:cubicBezTo>
                  <a:cubicBezTo>
                    <a:pt x="1065" y="13717"/>
                    <a:pt x="396" y="14447"/>
                    <a:pt x="122" y="14690"/>
                  </a:cubicBezTo>
                  <a:cubicBezTo>
                    <a:pt x="1" y="14812"/>
                    <a:pt x="92" y="15024"/>
                    <a:pt x="274" y="15024"/>
                  </a:cubicBezTo>
                  <a:lnTo>
                    <a:pt x="28117" y="15024"/>
                  </a:lnTo>
                  <a:cubicBezTo>
                    <a:pt x="28238" y="15024"/>
                    <a:pt x="28299" y="14933"/>
                    <a:pt x="28299" y="14842"/>
                  </a:cubicBezTo>
                  <a:cubicBezTo>
                    <a:pt x="28299" y="14720"/>
                    <a:pt x="28238" y="14629"/>
                    <a:pt x="28117" y="14629"/>
                  </a:cubicBezTo>
                  <a:lnTo>
                    <a:pt x="700" y="14629"/>
                  </a:lnTo>
                  <a:cubicBezTo>
                    <a:pt x="1065" y="14295"/>
                    <a:pt x="1338" y="13869"/>
                    <a:pt x="1521" y="13413"/>
                  </a:cubicBezTo>
                  <a:cubicBezTo>
                    <a:pt x="1581" y="13201"/>
                    <a:pt x="2767" y="12957"/>
                    <a:pt x="4013" y="12897"/>
                  </a:cubicBezTo>
                  <a:lnTo>
                    <a:pt x="4044" y="12897"/>
                  </a:lnTo>
                  <a:cubicBezTo>
                    <a:pt x="5016" y="12593"/>
                    <a:pt x="5806" y="11863"/>
                    <a:pt x="6171" y="10891"/>
                  </a:cubicBezTo>
                  <a:cubicBezTo>
                    <a:pt x="6536" y="9918"/>
                    <a:pt x="8420" y="9705"/>
                    <a:pt x="9788" y="9584"/>
                  </a:cubicBezTo>
                  <a:cubicBezTo>
                    <a:pt x="10275" y="9523"/>
                    <a:pt x="10670" y="9492"/>
                    <a:pt x="10974" y="9432"/>
                  </a:cubicBezTo>
                  <a:cubicBezTo>
                    <a:pt x="12311" y="9128"/>
                    <a:pt x="13557" y="7760"/>
                    <a:pt x="14439" y="5571"/>
                  </a:cubicBezTo>
                  <a:cubicBezTo>
                    <a:pt x="14712" y="4842"/>
                    <a:pt x="15290" y="4264"/>
                    <a:pt x="16050" y="4021"/>
                  </a:cubicBezTo>
                  <a:cubicBezTo>
                    <a:pt x="16392" y="3901"/>
                    <a:pt x="16773" y="3842"/>
                    <a:pt x="17186" y="3842"/>
                  </a:cubicBezTo>
                  <a:cubicBezTo>
                    <a:pt x="18239" y="3842"/>
                    <a:pt x="19498" y="4230"/>
                    <a:pt x="20852" y="4994"/>
                  </a:cubicBezTo>
                  <a:cubicBezTo>
                    <a:pt x="21833" y="5541"/>
                    <a:pt x="22608" y="5814"/>
                    <a:pt x="23229" y="5814"/>
                  </a:cubicBezTo>
                  <a:cubicBezTo>
                    <a:pt x="23436" y="5814"/>
                    <a:pt x="23626" y="5784"/>
                    <a:pt x="23801" y="5723"/>
                  </a:cubicBezTo>
                  <a:cubicBezTo>
                    <a:pt x="24682" y="5419"/>
                    <a:pt x="25047" y="4447"/>
                    <a:pt x="25503" y="3292"/>
                  </a:cubicBezTo>
                  <a:cubicBezTo>
                    <a:pt x="26020" y="2167"/>
                    <a:pt x="26962" y="1255"/>
                    <a:pt x="28147" y="799"/>
                  </a:cubicBezTo>
                  <a:cubicBezTo>
                    <a:pt x="28820" y="522"/>
                    <a:pt x="29527" y="384"/>
                    <a:pt x="30232" y="384"/>
                  </a:cubicBezTo>
                  <a:cubicBezTo>
                    <a:pt x="30994" y="384"/>
                    <a:pt x="31753" y="544"/>
                    <a:pt x="32463" y="860"/>
                  </a:cubicBezTo>
                  <a:cubicBezTo>
                    <a:pt x="35685" y="2228"/>
                    <a:pt x="36324" y="7395"/>
                    <a:pt x="36354" y="7760"/>
                  </a:cubicBezTo>
                  <a:cubicBezTo>
                    <a:pt x="36202" y="8793"/>
                    <a:pt x="36324" y="9462"/>
                    <a:pt x="36688" y="9857"/>
                  </a:cubicBezTo>
                  <a:cubicBezTo>
                    <a:pt x="36981" y="10149"/>
                    <a:pt x="37385" y="10242"/>
                    <a:pt x="37861" y="10242"/>
                  </a:cubicBezTo>
                  <a:cubicBezTo>
                    <a:pt x="38276" y="10242"/>
                    <a:pt x="38746" y="10171"/>
                    <a:pt x="39242" y="10100"/>
                  </a:cubicBezTo>
                  <a:cubicBezTo>
                    <a:pt x="39752" y="10024"/>
                    <a:pt x="40295" y="9947"/>
                    <a:pt x="40825" y="9947"/>
                  </a:cubicBezTo>
                  <a:cubicBezTo>
                    <a:pt x="41557" y="9947"/>
                    <a:pt x="42264" y="10093"/>
                    <a:pt x="42828" y="10587"/>
                  </a:cubicBezTo>
                  <a:cubicBezTo>
                    <a:pt x="44835" y="12380"/>
                    <a:pt x="44014" y="14234"/>
                    <a:pt x="43771" y="14660"/>
                  </a:cubicBezTo>
                  <a:lnTo>
                    <a:pt x="32038" y="14660"/>
                  </a:lnTo>
                  <a:cubicBezTo>
                    <a:pt x="31947" y="14660"/>
                    <a:pt x="31856" y="14720"/>
                    <a:pt x="31856" y="14842"/>
                  </a:cubicBezTo>
                  <a:cubicBezTo>
                    <a:pt x="31856" y="14933"/>
                    <a:pt x="31947" y="15024"/>
                    <a:pt x="32038" y="15024"/>
                  </a:cubicBezTo>
                  <a:lnTo>
                    <a:pt x="43892" y="15024"/>
                  </a:lnTo>
                  <a:cubicBezTo>
                    <a:pt x="43953" y="15024"/>
                    <a:pt x="44014" y="14994"/>
                    <a:pt x="44044" y="14933"/>
                  </a:cubicBezTo>
                  <a:cubicBezTo>
                    <a:pt x="44075" y="14903"/>
                    <a:pt x="45564" y="12501"/>
                    <a:pt x="43072" y="10283"/>
                  </a:cubicBezTo>
                  <a:cubicBezTo>
                    <a:pt x="42429" y="9712"/>
                    <a:pt x="41651" y="9549"/>
                    <a:pt x="40853" y="9549"/>
                  </a:cubicBezTo>
                  <a:cubicBezTo>
                    <a:pt x="40292" y="9549"/>
                    <a:pt x="39721" y="9630"/>
                    <a:pt x="39181" y="9705"/>
                  </a:cubicBezTo>
                  <a:cubicBezTo>
                    <a:pt x="38710" y="9781"/>
                    <a:pt x="38261" y="9849"/>
                    <a:pt x="37882" y="9849"/>
                  </a:cubicBezTo>
                  <a:cubicBezTo>
                    <a:pt x="37502" y="9849"/>
                    <a:pt x="37190" y="9781"/>
                    <a:pt x="36992" y="9584"/>
                  </a:cubicBezTo>
                  <a:cubicBezTo>
                    <a:pt x="36688" y="9280"/>
                    <a:pt x="36597" y="8702"/>
                    <a:pt x="36749" y="7790"/>
                  </a:cubicBezTo>
                  <a:lnTo>
                    <a:pt x="36749" y="7729"/>
                  </a:lnTo>
                  <a:cubicBezTo>
                    <a:pt x="36719" y="7517"/>
                    <a:pt x="36141" y="2015"/>
                    <a:pt x="32615" y="526"/>
                  </a:cubicBezTo>
                  <a:cubicBezTo>
                    <a:pt x="31851" y="175"/>
                    <a:pt x="31029" y="0"/>
                    <a:pt x="30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>
              <a:extLst>
                <a:ext uri="{FF2B5EF4-FFF2-40B4-BE49-F238E27FC236}">
                  <a16:creationId xmlns:a16="http://schemas.microsoft.com/office/drawing/2014/main" id="{17C46185-26B3-D7DE-9D74-3C744F06B35E}"/>
                </a:ext>
              </a:extLst>
            </p:cNvPr>
            <p:cNvSpPr/>
            <p:nvPr/>
          </p:nvSpPr>
          <p:spPr>
            <a:xfrm>
              <a:off x="3664475" y="1020825"/>
              <a:ext cx="272050" cy="272075"/>
            </a:xfrm>
            <a:custGeom>
              <a:avLst/>
              <a:gdLst/>
              <a:ahLst/>
              <a:cxnLst/>
              <a:rect l="l" t="t" r="r" b="b"/>
              <a:pathLst>
                <a:path w="10882" h="10883" extrusionOk="0">
                  <a:moveTo>
                    <a:pt x="10487" y="396"/>
                  </a:moveTo>
                  <a:lnTo>
                    <a:pt x="10487" y="10487"/>
                  </a:lnTo>
                  <a:lnTo>
                    <a:pt x="395" y="10487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183"/>
                  </a:cubicBezTo>
                  <a:lnTo>
                    <a:pt x="0" y="10669"/>
                  </a:lnTo>
                  <a:cubicBezTo>
                    <a:pt x="0" y="10791"/>
                    <a:pt x="91" y="10882"/>
                    <a:pt x="183" y="10882"/>
                  </a:cubicBezTo>
                  <a:lnTo>
                    <a:pt x="10669" y="10882"/>
                  </a:lnTo>
                  <a:cubicBezTo>
                    <a:pt x="10791" y="10882"/>
                    <a:pt x="10882" y="10791"/>
                    <a:pt x="10882" y="10669"/>
                  </a:cubicBezTo>
                  <a:lnTo>
                    <a:pt x="10882" y="183"/>
                  </a:lnTo>
                  <a:cubicBezTo>
                    <a:pt x="10882" y="92"/>
                    <a:pt x="10791" y="0"/>
                    <a:pt x="10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>
              <a:extLst>
                <a:ext uri="{FF2B5EF4-FFF2-40B4-BE49-F238E27FC236}">
                  <a16:creationId xmlns:a16="http://schemas.microsoft.com/office/drawing/2014/main" id="{C88DF5D2-C190-92A9-ED78-B79DCC7DBB99}"/>
                </a:ext>
              </a:extLst>
            </p:cNvPr>
            <p:cNvSpPr/>
            <p:nvPr/>
          </p:nvSpPr>
          <p:spPr>
            <a:xfrm>
              <a:off x="4053525" y="1267025"/>
              <a:ext cx="136825" cy="136800"/>
            </a:xfrm>
            <a:custGeom>
              <a:avLst/>
              <a:gdLst/>
              <a:ahLst/>
              <a:cxnLst/>
              <a:rect l="l" t="t" r="r" b="b"/>
              <a:pathLst>
                <a:path w="5473" h="5472" extrusionOk="0">
                  <a:moveTo>
                    <a:pt x="5077" y="396"/>
                  </a:moveTo>
                  <a:lnTo>
                    <a:pt x="5077" y="5077"/>
                  </a:lnTo>
                  <a:lnTo>
                    <a:pt x="396" y="5077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289"/>
                  </a:lnTo>
                  <a:cubicBezTo>
                    <a:pt x="1" y="5381"/>
                    <a:pt x="92" y="5472"/>
                    <a:pt x="214" y="5472"/>
                  </a:cubicBezTo>
                  <a:lnTo>
                    <a:pt x="5290" y="5472"/>
                  </a:lnTo>
                  <a:cubicBezTo>
                    <a:pt x="5381" y="5472"/>
                    <a:pt x="5472" y="5381"/>
                    <a:pt x="5472" y="5289"/>
                  </a:cubicBezTo>
                  <a:lnTo>
                    <a:pt x="5472" y="183"/>
                  </a:lnTo>
                  <a:cubicBezTo>
                    <a:pt x="5472" y="92"/>
                    <a:pt x="5381" y="1"/>
                    <a:pt x="5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>
              <a:extLst>
                <a:ext uri="{FF2B5EF4-FFF2-40B4-BE49-F238E27FC236}">
                  <a16:creationId xmlns:a16="http://schemas.microsoft.com/office/drawing/2014/main" id="{48B85890-30A8-D5CE-B291-A3F6FB91B2B9}"/>
                </a:ext>
              </a:extLst>
            </p:cNvPr>
            <p:cNvSpPr/>
            <p:nvPr/>
          </p:nvSpPr>
          <p:spPr>
            <a:xfrm>
              <a:off x="3847600" y="15367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2" y="396"/>
                  </a:moveTo>
                  <a:lnTo>
                    <a:pt x="3162" y="3193"/>
                  </a:lnTo>
                  <a:lnTo>
                    <a:pt x="365" y="319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214"/>
                  </a:cubicBezTo>
                  <a:lnTo>
                    <a:pt x="1" y="3375"/>
                  </a:lnTo>
                  <a:cubicBezTo>
                    <a:pt x="1" y="349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6" y="3557"/>
                    <a:pt x="3557" y="3496"/>
                    <a:pt x="3557" y="3375"/>
                  </a:cubicBezTo>
                  <a:lnTo>
                    <a:pt x="3557" y="214"/>
                  </a:lnTo>
                  <a:cubicBezTo>
                    <a:pt x="3557" y="92"/>
                    <a:pt x="3466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>
              <a:extLst>
                <a:ext uri="{FF2B5EF4-FFF2-40B4-BE49-F238E27FC236}">
                  <a16:creationId xmlns:a16="http://schemas.microsoft.com/office/drawing/2014/main" id="{75D912B4-2663-114B-60AB-6C595D551975}"/>
                </a:ext>
              </a:extLst>
            </p:cNvPr>
            <p:cNvSpPr/>
            <p:nvPr/>
          </p:nvSpPr>
          <p:spPr>
            <a:xfrm>
              <a:off x="4037575" y="1600625"/>
              <a:ext cx="65375" cy="65375"/>
            </a:xfrm>
            <a:custGeom>
              <a:avLst/>
              <a:gdLst/>
              <a:ahLst/>
              <a:cxnLst/>
              <a:rect l="l" t="t" r="r" b="b"/>
              <a:pathLst>
                <a:path w="2615" h="2615" extrusionOk="0">
                  <a:moveTo>
                    <a:pt x="2250" y="395"/>
                  </a:moveTo>
                  <a:lnTo>
                    <a:pt x="2250" y="2219"/>
                  </a:lnTo>
                  <a:lnTo>
                    <a:pt x="396" y="2219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1" y="91"/>
                    <a:pt x="1" y="183"/>
                  </a:cubicBezTo>
                  <a:lnTo>
                    <a:pt x="1" y="2401"/>
                  </a:lnTo>
                  <a:cubicBezTo>
                    <a:pt x="1" y="2523"/>
                    <a:pt x="92" y="2614"/>
                    <a:pt x="213" y="2614"/>
                  </a:cubicBezTo>
                  <a:lnTo>
                    <a:pt x="2432" y="2614"/>
                  </a:lnTo>
                  <a:cubicBezTo>
                    <a:pt x="2523" y="2614"/>
                    <a:pt x="2615" y="2523"/>
                    <a:pt x="2615" y="2401"/>
                  </a:cubicBezTo>
                  <a:lnTo>
                    <a:pt x="2615" y="183"/>
                  </a:lnTo>
                  <a:cubicBezTo>
                    <a:pt x="2615" y="91"/>
                    <a:pt x="2523" y="0"/>
                    <a:pt x="24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05F8BE5A-870F-3E56-D858-D087E3D577AA}"/>
                </a:ext>
              </a:extLst>
            </p:cNvPr>
            <p:cNvSpPr/>
            <p:nvPr/>
          </p:nvSpPr>
          <p:spPr>
            <a:xfrm>
              <a:off x="4020850" y="3714625"/>
              <a:ext cx="72975" cy="72975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2524" y="365"/>
                  </a:moveTo>
                  <a:lnTo>
                    <a:pt x="2524" y="2524"/>
                  </a:lnTo>
                  <a:lnTo>
                    <a:pt x="366" y="2524"/>
                  </a:lnTo>
                  <a:lnTo>
                    <a:pt x="366" y="365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2736"/>
                  </a:lnTo>
                  <a:cubicBezTo>
                    <a:pt x="1" y="2828"/>
                    <a:pt x="92" y="2919"/>
                    <a:pt x="183" y="2919"/>
                  </a:cubicBezTo>
                  <a:lnTo>
                    <a:pt x="2736" y="2919"/>
                  </a:lnTo>
                  <a:cubicBezTo>
                    <a:pt x="2828" y="2919"/>
                    <a:pt x="2919" y="2828"/>
                    <a:pt x="2919" y="2736"/>
                  </a:cubicBezTo>
                  <a:lnTo>
                    <a:pt x="2919" y="183"/>
                  </a:lnTo>
                  <a:cubicBezTo>
                    <a:pt x="2919" y="92"/>
                    <a:pt x="282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>
              <a:extLst>
                <a:ext uri="{FF2B5EF4-FFF2-40B4-BE49-F238E27FC236}">
                  <a16:creationId xmlns:a16="http://schemas.microsoft.com/office/drawing/2014/main" id="{5CF678C4-141B-C152-933D-F6F801090732}"/>
                </a:ext>
              </a:extLst>
            </p:cNvPr>
            <p:cNvSpPr/>
            <p:nvPr/>
          </p:nvSpPr>
          <p:spPr>
            <a:xfrm>
              <a:off x="4720725" y="2330875"/>
              <a:ext cx="97275" cy="9727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3496" y="396"/>
                  </a:moveTo>
                  <a:lnTo>
                    <a:pt x="3496" y="3496"/>
                  </a:lnTo>
                  <a:lnTo>
                    <a:pt x="395" y="3496"/>
                  </a:lnTo>
                  <a:lnTo>
                    <a:pt x="39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3709"/>
                  </a:lnTo>
                  <a:cubicBezTo>
                    <a:pt x="0" y="3800"/>
                    <a:pt x="91" y="3891"/>
                    <a:pt x="183" y="3891"/>
                  </a:cubicBezTo>
                  <a:lnTo>
                    <a:pt x="3678" y="3891"/>
                  </a:lnTo>
                  <a:cubicBezTo>
                    <a:pt x="3800" y="3891"/>
                    <a:pt x="3891" y="3800"/>
                    <a:pt x="3891" y="3709"/>
                  </a:cubicBezTo>
                  <a:lnTo>
                    <a:pt x="3891" y="213"/>
                  </a:lnTo>
                  <a:cubicBezTo>
                    <a:pt x="3891" y="92"/>
                    <a:pt x="3800" y="0"/>
                    <a:pt x="3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>
              <a:extLst>
                <a:ext uri="{FF2B5EF4-FFF2-40B4-BE49-F238E27FC236}">
                  <a16:creationId xmlns:a16="http://schemas.microsoft.com/office/drawing/2014/main" id="{A0ABD3E6-1E5F-E59B-85E6-E17170B9069D}"/>
                </a:ext>
              </a:extLst>
            </p:cNvPr>
            <p:cNvSpPr/>
            <p:nvPr/>
          </p:nvSpPr>
          <p:spPr>
            <a:xfrm>
              <a:off x="4006425" y="256187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61" y="365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5"/>
                  </a:lnTo>
                  <a:close/>
                  <a:moveTo>
                    <a:pt x="183" y="1"/>
                  </a:moveTo>
                  <a:cubicBezTo>
                    <a:pt x="61" y="1"/>
                    <a:pt x="0" y="61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26" y="3466"/>
                    <a:pt x="3557" y="3375"/>
                  </a:cubicBezTo>
                  <a:lnTo>
                    <a:pt x="3557" y="183"/>
                  </a:lnTo>
                  <a:cubicBezTo>
                    <a:pt x="3557" y="61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54B17F88-ED86-49AE-A5D2-F1CFEDC620AC}"/>
                </a:ext>
              </a:extLst>
            </p:cNvPr>
            <p:cNvSpPr/>
            <p:nvPr/>
          </p:nvSpPr>
          <p:spPr>
            <a:xfrm>
              <a:off x="3737425" y="2824800"/>
              <a:ext cx="183900" cy="184675"/>
            </a:xfrm>
            <a:custGeom>
              <a:avLst/>
              <a:gdLst/>
              <a:ahLst/>
              <a:cxnLst/>
              <a:rect l="l" t="t" r="r" b="b"/>
              <a:pathLst>
                <a:path w="7356" h="7387" extrusionOk="0">
                  <a:moveTo>
                    <a:pt x="6991" y="396"/>
                  </a:moveTo>
                  <a:lnTo>
                    <a:pt x="6991" y="6991"/>
                  </a:lnTo>
                  <a:lnTo>
                    <a:pt x="365" y="6991"/>
                  </a:lnTo>
                  <a:lnTo>
                    <a:pt x="365" y="396"/>
                  </a:lnTo>
                  <a:close/>
                  <a:moveTo>
                    <a:pt x="183" y="0"/>
                  </a:moveTo>
                  <a:cubicBezTo>
                    <a:pt x="91" y="0"/>
                    <a:pt x="0" y="92"/>
                    <a:pt x="0" y="213"/>
                  </a:cubicBezTo>
                  <a:lnTo>
                    <a:pt x="0" y="7204"/>
                  </a:lnTo>
                  <a:cubicBezTo>
                    <a:pt x="0" y="7295"/>
                    <a:pt x="91" y="7387"/>
                    <a:pt x="183" y="7387"/>
                  </a:cubicBezTo>
                  <a:lnTo>
                    <a:pt x="7174" y="7387"/>
                  </a:lnTo>
                  <a:cubicBezTo>
                    <a:pt x="7295" y="7387"/>
                    <a:pt x="7356" y="7295"/>
                    <a:pt x="7356" y="7204"/>
                  </a:cubicBezTo>
                  <a:lnTo>
                    <a:pt x="7356" y="213"/>
                  </a:lnTo>
                  <a:cubicBezTo>
                    <a:pt x="7356" y="92"/>
                    <a:pt x="7295" y="0"/>
                    <a:pt x="7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86791014-E60A-D708-E1A2-9E3E3C42BE22}"/>
                </a:ext>
              </a:extLst>
            </p:cNvPr>
            <p:cNvSpPr/>
            <p:nvPr/>
          </p:nvSpPr>
          <p:spPr>
            <a:xfrm>
              <a:off x="4267825" y="3506425"/>
              <a:ext cx="81325" cy="81325"/>
            </a:xfrm>
            <a:custGeom>
              <a:avLst/>
              <a:gdLst/>
              <a:ahLst/>
              <a:cxnLst/>
              <a:rect l="l" t="t" r="r" b="b"/>
              <a:pathLst>
                <a:path w="3253" h="3253" extrusionOk="0">
                  <a:moveTo>
                    <a:pt x="2888" y="395"/>
                  </a:moveTo>
                  <a:lnTo>
                    <a:pt x="2888" y="2858"/>
                  </a:lnTo>
                  <a:lnTo>
                    <a:pt x="396" y="2858"/>
                  </a:lnTo>
                  <a:lnTo>
                    <a:pt x="396" y="395"/>
                  </a:lnTo>
                  <a:close/>
                  <a:moveTo>
                    <a:pt x="213" y="0"/>
                  </a:moveTo>
                  <a:cubicBezTo>
                    <a:pt x="92" y="0"/>
                    <a:pt x="0" y="92"/>
                    <a:pt x="0" y="183"/>
                  </a:cubicBezTo>
                  <a:lnTo>
                    <a:pt x="0" y="3040"/>
                  </a:lnTo>
                  <a:cubicBezTo>
                    <a:pt x="0" y="3161"/>
                    <a:pt x="92" y="3253"/>
                    <a:pt x="213" y="3253"/>
                  </a:cubicBezTo>
                  <a:lnTo>
                    <a:pt x="3070" y="3253"/>
                  </a:lnTo>
                  <a:cubicBezTo>
                    <a:pt x="3162" y="3253"/>
                    <a:pt x="3253" y="3161"/>
                    <a:pt x="3253" y="3040"/>
                  </a:cubicBezTo>
                  <a:lnTo>
                    <a:pt x="3253" y="183"/>
                  </a:lnTo>
                  <a:cubicBezTo>
                    <a:pt x="3253" y="92"/>
                    <a:pt x="3162" y="0"/>
                    <a:pt x="30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20530A3F-6872-1054-6B94-F352B34DB472}"/>
                </a:ext>
              </a:extLst>
            </p:cNvPr>
            <p:cNvSpPr/>
            <p:nvPr/>
          </p:nvSpPr>
          <p:spPr>
            <a:xfrm>
              <a:off x="3624950" y="4197150"/>
              <a:ext cx="224200" cy="224200"/>
            </a:xfrm>
            <a:custGeom>
              <a:avLst/>
              <a:gdLst/>
              <a:ahLst/>
              <a:cxnLst/>
              <a:rect l="l" t="t" r="r" b="b"/>
              <a:pathLst>
                <a:path w="8968" h="8968" extrusionOk="0">
                  <a:moveTo>
                    <a:pt x="8572" y="396"/>
                  </a:moveTo>
                  <a:lnTo>
                    <a:pt x="8572" y="8603"/>
                  </a:lnTo>
                  <a:lnTo>
                    <a:pt x="365" y="8603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4"/>
                  </a:cubicBezTo>
                  <a:lnTo>
                    <a:pt x="1" y="8785"/>
                  </a:lnTo>
                  <a:cubicBezTo>
                    <a:pt x="1" y="8876"/>
                    <a:pt x="92" y="8968"/>
                    <a:pt x="183" y="8968"/>
                  </a:cubicBezTo>
                  <a:lnTo>
                    <a:pt x="8755" y="8968"/>
                  </a:lnTo>
                  <a:cubicBezTo>
                    <a:pt x="8876" y="8968"/>
                    <a:pt x="8967" y="8876"/>
                    <a:pt x="8967" y="8785"/>
                  </a:cubicBezTo>
                  <a:lnTo>
                    <a:pt x="8967" y="214"/>
                  </a:lnTo>
                  <a:cubicBezTo>
                    <a:pt x="8967" y="92"/>
                    <a:pt x="8876" y="1"/>
                    <a:pt x="8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94404C80-34FC-3C5E-CCC3-578119DA723C}"/>
                </a:ext>
              </a:extLst>
            </p:cNvPr>
            <p:cNvSpPr/>
            <p:nvPr/>
          </p:nvSpPr>
          <p:spPr>
            <a:xfrm>
              <a:off x="4101400" y="4578625"/>
              <a:ext cx="120850" cy="120850"/>
            </a:xfrm>
            <a:custGeom>
              <a:avLst/>
              <a:gdLst/>
              <a:ahLst/>
              <a:cxnLst/>
              <a:rect l="l" t="t" r="r" b="b"/>
              <a:pathLst>
                <a:path w="4834" h="4834" extrusionOk="0">
                  <a:moveTo>
                    <a:pt x="4439" y="365"/>
                  </a:moveTo>
                  <a:lnTo>
                    <a:pt x="4439" y="4438"/>
                  </a:lnTo>
                  <a:lnTo>
                    <a:pt x="366" y="4438"/>
                  </a:lnTo>
                  <a:lnTo>
                    <a:pt x="366" y="365"/>
                  </a:lnTo>
                  <a:close/>
                  <a:moveTo>
                    <a:pt x="183" y="0"/>
                  </a:moveTo>
                  <a:cubicBezTo>
                    <a:pt x="92" y="0"/>
                    <a:pt x="1" y="92"/>
                    <a:pt x="1" y="213"/>
                  </a:cubicBezTo>
                  <a:lnTo>
                    <a:pt x="1" y="4651"/>
                  </a:lnTo>
                  <a:cubicBezTo>
                    <a:pt x="1" y="4742"/>
                    <a:pt x="92" y="4833"/>
                    <a:pt x="183" y="4833"/>
                  </a:cubicBezTo>
                  <a:lnTo>
                    <a:pt x="4651" y="4833"/>
                  </a:lnTo>
                  <a:cubicBezTo>
                    <a:pt x="4742" y="4833"/>
                    <a:pt x="4834" y="4742"/>
                    <a:pt x="4834" y="4651"/>
                  </a:cubicBezTo>
                  <a:lnTo>
                    <a:pt x="4834" y="213"/>
                  </a:lnTo>
                  <a:cubicBezTo>
                    <a:pt x="4834" y="92"/>
                    <a:pt x="4742" y="0"/>
                    <a:pt x="46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00C51350-9A33-A0CC-F403-1C84D3B325B7}"/>
                </a:ext>
              </a:extLst>
            </p:cNvPr>
            <p:cNvSpPr/>
            <p:nvPr/>
          </p:nvSpPr>
          <p:spPr>
            <a:xfrm>
              <a:off x="3751850" y="3879525"/>
              <a:ext cx="168725" cy="168725"/>
            </a:xfrm>
            <a:custGeom>
              <a:avLst/>
              <a:gdLst/>
              <a:ahLst/>
              <a:cxnLst/>
              <a:rect l="l" t="t" r="r" b="b"/>
              <a:pathLst>
                <a:path w="6749" h="6749" extrusionOk="0">
                  <a:moveTo>
                    <a:pt x="6353" y="396"/>
                  </a:moveTo>
                  <a:lnTo>
                    <a:pt x="6353" y="6353"/>
                  </a:lnTo>
                  <a:lnTo>
                    <a:pt x="396" y="6353"/>
                  </a:lnTo>
                  <a:lnTo>
                    <a:pt x="396" y="396"/>
                  </a:lnTo>
                  <a:close/>
                  <a:moveTo>
                    <a:pt x="18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6566"/>
                  </a:lnTo>
                  <a:cubicBezTo>
                    <a:pt x="1" y="6657"/>
                    <a:pt x="92" y="6748"/>
                    <a:pt x="183" y="6748"/>
                  </a:cubicBezTo>
                  <a:lnTo>
                    <a:pt x="6536" y="6748"/>
                  </a:lnTo>
                  <a:cubicBezTo>
                    <a:pt x="6657" y="6748"/>
                    <a:pt x="6749" y="6657"/>
                    <a:pt x="6749" y="6566"/>
                  </a:cubicBezTo>
                  <a:lnTo>
                    <a:pt x="6749" y="213"/>
                  </a:lnTo>
                  <a:cubicBezTo>
                    <a:pt x="6749" y="92"/>
                    <a:pt x="6657" y="1"/>
                    <a:pt x="65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2BC7B15D-56A4-CCBA-6186-F6DC2B015997}"/>
                </a:ext>
              </a:extLst>
            </p:cNvPr>
            <p:cNvSpPr/>
            <p:nvPr/>
          </p:nvSpPr>
          <p:spPr>
            <a:xfrm>
              <a:off x="4037575" y="41660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3192" y="365"/>
                  </a:moveTo>
                  <a:lnTo>
                    <a:pt x="3192" y="3162"/>
                  </a:lnTo>
                  <a:lnTo>
                    <a:pt x="396" y="3162"/>
                  </a:lnTo>
                  <a:lnTo>
                    <a:pt x="396" y="365"/>
                  </a:lnTo>
                  <a:close/>
                  <a:moveTo>
                    <a:pt x="213" y="1"/>
                  </a:moveTo>
                  <a:cubicBezTo>
                    <a:pt x="92" y="1"/>
                    <a:pt x="1" y="61"/>
                    <a:pt x="1" y="183"/>
                  </a:cubicBezTo>
                  <a:lnTo>
                    <a:pt x="1" y="3344"/>
                  </a:lnTo>
                  <a:cubicBezTo>
                    <a:pt x="1" y="3466"/>
                    <a:pt x="92" y="3557"/>
                    <a:pt x="213" y="3557"/>
                  </a:cubicBezTo>
                  <a:lnTo>
                    <a:pt x="3374" y="3557"/>
                  </a:lnTo>
                  <a:cubicBezTo>
                    <a:pt x="3496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1"/>
                    <a:pt x="3496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6381F0F3-94E9-F0D3-4003-8E6210A02AE5}"/>
                </a:ext>
              </a:extLst>
            </p:cNvPr>
            <p:cNvSpPr/>
            <p:nvPr/>
          </p:nvSpPr>
          <p:spPr>
            <a:xfrm>
              <a:off x="3831650" y="459457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61" y="1"/>
                    <a:pt x="0" y="92"/>
                    <a:pt x="0" y="183"/>
                  </a:cubicBezTo>
                  <a:lnTo>
                    <a:pt x="0" y="3375"/>
                  </a:lnTo>
                  <a:cubicBezTo>
                    <a:pt x="0" y="3466"/>
                    <a:pt x="61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5" y="1"/>
                    <a:pt x="3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496C2DFC-9FC0-4EFD-5117-1B21F2E3C68F}"/>
                </a:ext>
              </a:extLst>
            </p:cNvPr>
            <p:cNvSpPr/>
            <p:nvPr/>
          </p:nvSpPr>
          <p:spPr>
            <a:xfrm>
              <a:off x="4252625" y="447527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4134" y="396"/>
                  </a:moveTo>
                  <a:lnTo>
                    <a:pt x="4134" y="4134"/>
                  </a:lnTo>
                  <a:lnTo>
                    <a:pt x="365" y="4134"/>
                  </a:lnTo>
                  <a:lnTo>
                    <a:pt x="365" y="396"/>
                  </a:lnTo>
                  <a:close/>
                  <a:moveTo>
                    <a:pt x="183" y="1"/>
                  </a:moveTo>
                  <a:cubicBezTo>
                    <a:pt x="61" y="1"/>
                    <a:pt x="1" y="92"/>
                    <a:pt x="1" y="183"/>
                  </a:cubicBezTo>
                  <a:lnTo>
                    <a:pt x="1" y="4317"/>
                  </a:lnTo>
                  <a:cubicBezTo>
                    <a:pt x="1" y="4438"/>
                    <a:pt x="61" y="4499"/>
                    <a:pt x="183" y="4499"/>
                  </a:cubicBezTo>
                  <a:lnTo>
                    <a:pt x="4317" y="4499"/>
                  </a:lnTo>
                  <a:cubicBezTo>
                    <a:pt x="4408" y="4499"/>
                    <a:pt x="4499" y="4438"/>
                    <a:pt x="4499" y="4347"/>
                  </a:cubicBezTo>
                  <a:lnTo>
                    <a:pt x="4499" y="183"/>
                  </a:lnTo>
                  <a:cubicBezTo>
                    <a:pt x="4499" y="92"/>
                    <a:pt x="4408" y="1"/>
                    <a:pt x="43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BF5D270B-0F7A-6529-91BA-324457EA3FC3}"/>
                </a:ext>
              </a:extLst>
            </p:cNvPr>
            <p:cNvSpPr/>
            <p:nvPr/>
          </p:nvSpPr>
          <p:spPr>
            <a:xfrm>
              <a:off x="4713125" y="4586975"/>
              <a:ext cx="57000" cy="57025"/>
            </a:xfrm>
            <a:custGeom>
              <a:avLst/>
              <a:gdLst/>
              <a:ahLst/>
              <a:cxnLst/>
              <a:rect l="l" t="t" r="r" b="b"/>
              <a:pathLst>
                <a:path w="2280" h="2281" extrusionOk="0">
                  <a:moveTo>
                    <a:pt x="1885" y="366"/>
                  </a:moveTo>
                  <a:lnTo>
                    <a:pt x="1885" y="1885"/>
                  </a:lnTo>
                  <a:lnTo>
                    <a:pt x="365" y="1885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1" y="1"/>
                    <a:pt x="0" y="62"/>
                    <a:pt x="0" y="183"/>
                  </a:cubicBezTo>
                  <a:lnTo>
                    <a:pt x="0" y="2068"/>
                  </a:lnTo>
                  <a:cubicBezTo>
                    <a:pt x="0" y="2189"/>
                    <a:pt x="91" y="2281"/>
                    <a:pt x="183" y="2281"/>
                  </a:cubicBezTo>
                  <a:lnTo>
                    <a:pt x="2098" y="2281"/>
                  </a:lnTo>
                  <a:cubicBezTo>
                    <a:pt x="2189" y="2281"/>
                    <a:pt x="2280" y="2189"/>
                    <a:pt x="2280" y="2068"/>
                  </a:cubicBezTo>
                  <a:lnTo>
                    <a:pt x="2280" y="183"/>
                  </a:lnTo>
                  <a:cubicBezTo>
                    <a:pt x="2280" y="62"/>
                    <a:pt x="2189" y="1"/>
                    <a:pt x="209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2F0322E2-EA3C-0D00-4B6D-FAB219E0300F}"/>
                </a:ext>
              </a:extLst>
            </p:cNvPr>
            <p:cNvSpPr/>
            <p:nvPr/>
          </p:nvSpPr>
          <p:spPr>
            <a:xfrm>
              <a:off x="4403075" y="4840775"/>
              <a:ext cx="88950" cy="88950"/>
            </a:xfrm>
            <a:custGeom>
              <a:avLst/>
              <a:gdLst/>
              <a:ahLst/>
              <a:cxnLst/>
              <a:rect l="l" t="t" r="r" b="b"/>
              <a:pathLst>
                <a:path w="3558" h="3558" extrusionOk="0">
                  <a:moveTo>
                    <a:pt x="3192" y="366"/>
                  </a:moveTo>
                  <a:lnTo>
                    <a:pt x="3192" y="3162"/>
                  </a:lnTo>
                  <a:lnTo>
                    <a:pt x="366" y="3162"/>
                  </a:lnTo>
                  <a:lnTo>
                    <a:pt x="366" y="36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3375"/>
                  </a:lnTo>
                  <a:cubicBezTo>
                    <a:pt x="1" y="3466"/>
                    <a:pt x="92" y="3557"/>
                    <a:pt x="214" y="3557"/>
                  </a:cubicBezTo>
                  <a:lnTo>
                    <a:pt x="3375" y="3557"/>
                  </a:lnTo>
                  <a:cubicBezTo>
                    <a:pt x="3466" y="3557"/>
                    <a:pt x="3557" y="3466"/>
                    <a:pt x="3557" y="3375"/>
                  </a:cubicBezTo>
                  <a:lnTo>
                    <a:pt x="3557" y="183"/>
                  </a:lnTo>
                  <a:cubicBezTo>
                    <a:pt x="3557" y="92"/>
                    <a:pt x="3466" y="1"/>
                    <a:pt x="33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>
              <a:extLst>
                <a:ext uri="{FF2B5EF4-FFF2-40B4-BE49-F238E27FC236}">
                  <a16:creationId xmlns:a16="http://schemas.microsoft.com/office/drawing/2014/main" id="{A5E3B2C4-7390-9CB0-1AA1-91F1F9510267}"/>
                </a:ext>
              </a:extLst>
            </p:cNvPr>
            <p:cNvSpPr/>
            <p:nvPr/>
          </p:nvSpPr>
          <p:spPr>
            <a:xfrm>
              <a:off x="4744275" y="3704750"/>
              <a:ext cx="73725" cy="73725"/>
            </a:xfrm>
            <a:custGeom>
              <a:avLst/>
              <a:gdLst/>
              <a:ahLst/>
              <a:cxnLst/>
              <a:rect l="l" t="t" r="r" b="b"/>
              <a:pathLst>
                <a:path w="2949" h="2949" extrusionOk="0">
                  <a:moveTo>
                    <a:pt x="2554" y="396"/>
                  </a:moveTo>
                  <a:lnTo>
                    <a:pt x="2554" y="2554"/>
                  </a:lnTo>
                  <a:lnTo>
                    <a:pt x="396" y="2554"/>
                  </a:lnTo>
                  <a:lnTo>
                    <a:pt x="396" y="396"/>
                  </a:lnTo>
                  <a:close/>
                  <a:moveTo>
                    <a:pt x="213" y="1"/>
                  </a:moveTo>
                  <a:cubicBezTo>
                    <a:pt x="92" y="1"/>
                    <a:pt x="1" y="92"/>
                    <a:pt x="1" y="213"/>
                  </a:cubicBezTo>
                  <a:lnTo>
                    <a:pt x="1" y="2736"/>
                  </a:lnTo>
                  <a:cubicBezTo>
                    <a:pt x="1" y="2858"/>
                    <a:pt x="92" y="2919"/>
                    <a:pt x="213" y="2949"/>
                  </a:cubicBezTo>
                  <a:lnTo>
                    <a:pt x="2736" y="2949"/>
                  </a:lnTo>
                  <a:cubicBezTo>
                    <a:pt x="2858" y="2949"/>
                    <a:pt x="2949" y="2858"/>
                    <a:pt x="2949" y="2736"/>
                  </a:cubicBezTo>
                  <a:lnTo>
                    <a:pt x="2949" y="213"/>
                  </a:lnTo>
                  <a:cubicBezTo>
                    <a:pt x="2949" y="92"/>
                    <a:pt x="2858" y="1"/>
                    <a:pt x="27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7244D486-7DC7-9641-771C-8BC5A392C2A3}"/>
                </a:ext>
              </a:extLst>
            </p:cNvPr>
            <p:cNvSpPr/>
            <p:nvPr/>
          </p:nvSpPr>
          <p:spPr>
            <a:xfrm>
              <a:off x="4355975" y="925825"/>
              <a:ext cx="88925" cy="88950"/>
            </a:xfrm>
            <a:custGeom>
              <a:avLst/>
              <a:gdLst/>
              <a:ahLst/>
              <a:cxnLst/>
              <a:rect l="l" t="t" r="r" b="b"/>
              <a:pathLst>
                <a:path w="3557" h="3558" extrusionOk="0">
                  <a:moveTo>
                    <a:pt x="3161" y="366"/>
                  </a:moveTo>
                  <a:lnTo>
                    <a:pt x="3161" y="3162"/>
                  </a:lnTo>
                  <a:lnTo>
                    <a:pt x="365" y="3162"/>
                  </a:lnTo>
                  <a:lnTo>
                    <a:pt x="365" y="366"/>
                  </a:lnTo>
                  <a:close/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0" y="3344"/>
                  </a:lnTo>
                  <a:cubicBezTo>
                    <a:pt x="0" y="3466"/>
                    <a:pt x="92" y="3557"/>
                    <a:pt x="183" y="3557"/>
                  </a:cubicBezTo>
                  <a:lnTo>
                    <a:pt x="3344" y="3557"/>
                  </a:lnTo>
                  <a:cubicBezTo>
                    <a:pt x="3465" y="3557"/>
                    <a:pt x="3557" y="3466"/>
                    <a:pt x="3557" y="3344"/>
                  </a:cubicBezTo>
                  <a:lnTo>
                    <a:pt x="3557" y="183"/>
                  </a:lnTo>
                  <a:cubicBezTo>
                    <a:pt x="3557" y="62"/>
                    <a:pt x="3465" y="1"/>
                    <a:pt x="33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7E62F1B6-7F7F-5AC8-B05C-B6466F48788B}"/>
                </a:ext>
              </a:extLst>
            </p:cNvPr>
            <p:cNvSpPr/>
            <p:nvPr/>
          </p:nvSpPr>
          <p:spPr>
            <a:xfrm>
              <a:off x="3878750" y="782975"/>
              <a:ext cx="152775" cy="152000"/>
            </a:xfrm>
            <a:custGeom>
              <a:avLst/>
              <a:gdLst/>
              <a:ahLst/>
              <a:cxnLst/>
              <a:rect l="l" t="t" r="r" b="b"/>
              <a:pathLst>
                <a:path w="6111" h="6080" extrusionOk="0">
                  <a:moveTo>
                    <a:pt x="5715" y="396"/>
                  </a:moveTo>
                  <a:lnTo>
                    <a:pt x="5715" y="5715"/>
                  </a:lnTo>
                  <a:lnTo>
                    <a:pt x="396" y="5715"/>
                  </a:lnTo>
                  <a:lnTo>
                    <a:pt x="396" y="396"/>
                  </a:lnTo>
                  <a:close/>
                  <a:moveTo>
                    <a:pt x="214" y="1"/>
                  </a:moveTo>
                  <a:cubicBezTo>
                    <a:pt x="92" y="1"/>
                    <a:pt x="1" y="92"/>
                    <a:pt x="1" y="183"/>
                  </a:cubicBezTo>
                  <a:lnTo>
                    <a:pt x="1" y="5897"/>
                  </a:lnTo>
                  <a:cubicBezTo>
                    <a:pt x="1" y="5989"/>
                    <a:pt x="92" y="6080"/>
                    <a:pt x="214" y="6080"/>
                  </a:cubicBezTo>
                  <a:lnTo>
                    <a:pt x="5928" y="6080"/>
                  </a:lnTo>
                  <a:cubicBezTo>
                    <a:pt x="6019" y="6080"/>
                    <a:pt x="6110" y="5989"/>
                    <a:pt x="6110" y="5897"/>
                  </a:cubicBezTo>
                  <a:lnTo>
                    <a:pt x="6110" y="183"/>
                  </a:lnTo>
                  <a:cubicBezTo>
                    <a:pt x="6110" y="92"/>
                    <a:pt x="6019" y="1"/>
                    <a:pt x="59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9EF8AF37-5045-4822-70B7-7F674DE836C3}"/>
                </a:ext>
              </a:extLst>
            </p:cNvPr>
            <p:cNvSpPr/>
            <p:nvPr/>
          </p:nvSpPr>
          <p:spPr>
            <a:xfrm>
              <a:off x="3497300" y="719900"/>
              <a:ext cx="275100" cy="4383825"/>
            </a:xfrm>
            <a:custGeom>
              <a:avLst/>
              <a:gdLst/>
              <a:ahLst/>
              <a:cxnLst/>
              <a:rect l="l" t="t" r="r" b="b"/>
              <a:pathLst>
                <a:path w="11004" h="175353" extrusionOk="0">
                  <a:moveTo>
                    <a:pt x="1338" y="1"/>
                  </a:moveTo>
                  <a:cubicBezTo>
                    <a:pt x="1246" y="1"/>
                    <a:pt x="1155" y="62"/>
                    <a:pt x="1155" y="183"/>
                  </a:cubicBezTo>
                  <a:lnTo>
                    <a:pt x="1155" y="16688"/>
                  </a:lnTo>
                  <a:cubicBezTo>
                    <a:pt x="1155" y="16779"/>
                    <a:pt x="1246" y="16870"/>
                    <a:pt x="1338" y="16870"/>
                  </a:cubicBezTo>
                  <a:lnTo>
                    <a:pt x="4651" y="16870"/>
                  </a:lnTo>
                  <a:lnTo>
                    <a:pt x="4651" y="23162"/>
                  </a:lnTo>
                  <a:lnTo>
                    <a:pt x="304" y="23162"/>
                  </a:lnTo>
                  <a:cubicBezTo>
                    <a:pt x="213" y="23162"/>
                    <a:pt x="122" y="23223"/>
                    <a:pt x="122" y="23345"/>
                  </a:cubicBezTo>
                  <a:lnTo>
                    <a:pt x="122" y="34226"/>
                  </a:lnTo>
                  <a:cubicBezTo>
                    <a:pt x="122" y="34317"/>
                    <a:pt x="213" y="34409"/>
                    <a:pt x="304" y="34409"/>
                  </a:cubicBezTo>
                  <a:lnTo>
                    <a:pt x="8511" y="34409"/>
                  </a:lnTo>
                  <a:lnTo>
                    <a:pt x="8511" y="42433"/>
                  </a:lnTo>
                  <a:lnTo>
                    <a:pt x="4863" y="42433"/>
                  </a:lnTo>
                  <a:cubicBezTo>
                    <a:pt x="4742" y="42463"/>
                    <a:pt x="4651" y="42524"/>
                    <a:pt x="4651" y="42646"/>
                  </a:cubicBezTo>
                  <a:lnTo>
                    <a:pt x="4651" y="45959"/>
                  </a:lnTo>
                  <a:lnTo>
                    <a:pt x="821" y="45959"/>
                  </a:lnTo>
                  <a:cubicBezTo>
                    <a:pt x="699" y="45959"/>
                    <a:pt x="638" y="46050"/>
                    <a:pt x="638" y="46141"/>
                  </a:cubicBezTo>
                  <a:lnTo>
                    <a:pt x="638" y="77722"/>
                  </a:lnTo>
                  <a:cubicBezTo>
                    <a:pt x="638" y="77844"/>
                    <a:pt x="699" y="77935"/>
                    <a:pt x="821" y="77935"/>
                  </a:cubicBezTo>
                  <a:lnTo>
                    <a:pt x="10639" y="77935"/>
                  </a:lnTo>
                  <a:lnTo>
                    <a:pt x="10639" y="81066"/>
                  </a:lnTo>
                  <a:lnTo>
                    <a:pt x="5471" y="81066"/>
                  </a:lnTo>
                  <a:cubicBezTo>
                    <a:pt x="5350" y="81066"/>
                    <a:pt x="5289" y="81127"/>
                    <a:pt x="5289" y="81248"/>
                  </a:cubicBezTo>
                  <a:lnTo>
                    <a:pt x="5289" y="95443"/>
                  </a:lnTo>
                  <a:lnTo>
                    <a:pt x="1003" y="95443"/>
                  </a:lnTo>
                  <a:cubicBezTo>
                    <a:pt x="882" y="95443"/>
                    <a:pt x="790" y="95534"/>
                    <a:pt x="790" y="95625"/>
                  </a:cubicBezTo>
                  <a:lnTo>
                    <a:pt x="790" y="101583"/>
                  </a:lnTo>
                  <a:cubicBezTo>
                    <a:pt x="790" y="101704"/>
                    <a:pt x="882" y="101796"/>
                    <a:pt x="1003" y="101796"/>
                  </a:cubicBezTo>
                  <a:lnTo>
                    <a:pt x="5015" y="101796"/>
                  </a:lnTo>
                  <a:lnTo>
                    <a:pt x="5015" y="123863"/>
                  </a:lnTo>
                  <a:lnTo>
                    <a:pt x="638" y="123863"/>
                  </a:lnTo>
                  <a:cubicBezTo>
                    <a:pt x="547" y="123863"/>
                    <a:pt x="456" y="123954"/>
                    <a:pt x="456" y="124045"/>
                  </a:cubicBezTo>
                  <a:lnTo>
                    <a:pt x="456" y="132130"/>
                  </a:lnTo>
                  <a:cubicBezTo>
                    <a:pt x="456" y="132222"/>
                    <a:pt x="547" y="132313"/>
                    <a:pt x="638" y="132313"/>
                  </a:cubicBezTo>
                  <a:lnTo>
                    <a:pt x="4316" y="132313"/>
                  </a:lnTo>
                  <a:lnTo>
                    <a:pt x="4316" y="136507"/>
                  </a:lnTo>
                  <a:lnTo>
                    <a:pt x="1003" y="136507"/>
                  </a:lnTo>
                  <a:cubicBezTo>
                    <a:pt x="882" y="136507"/>
                    <a:pt x="790" y="136598"/>
                    <a:pt x="790" y="136690"/>
                  </a:cubicBezTo>
                  <a:lnTo>
                    <a:pt x="790" y="145444"/>
                  </a:lnTo>
                  <a:cubicBezTo>
                    <a:pt x="790" y="145565"/>
                    <a:pt x="882" y="145656"/>
                    <a:pt x="1003" y="145656"/>
                  </a:cubicBezTo>
                  <a:lnTo>
                    <a:pt x="3617" y="145656"/>
                  </a:lnTo>
                  <a:lnTo>
                    <a:pt x="3617" y="155930"/>
                  </a:lnTo>
                  <a:cubicBezTo>
                    <a:pt x="3617" y="156021"/>
                    <a:pt x="3708" y="156112"/>
                    <a:pt x="3800" y="156112"/>
                  </a:cubicBezTo>
                  <a:lnTo>
                    <a:pt x="7690" y="156112"/>
                  </a:lnTo>
                  <a:lnTo>
                    <a:pt x="7690" y="164441"/>
                  </a:lnTo>
                  <a:lnTo>
                    <a:pt x="183" y="164441"/>
                  </a:lnTo>
                  <a:cubicBezTo>
                    <a:pt x="91" y="164441"/>
                    <a:pt x="0" y="164502"/>
                    <a:pt x="0" y="164623"/>
                  </a:cubicBezTo>
                  <a:lnTo>
                    <a:pt x="0" y="170307"/>
                  </a:lnTo>
                  <a:cubicBezTo>
                    <a:pt x="0" y="170429"/>
                    <a:pt x="91" y="170520"/>
                    <a:pt x="183" y="170520"/>
                  </a:cubicBezTo>
                  <a:lnTo>
                    <a:pt x="3982" y="170520"/>
                  </a:lnTo>
                  <a:lnTo>
                    <a:pt x="3982" y="175170"/>
                  </a:lnTo>
                  <a:cubicBezTo>
                    <a:pt x="3982" y="175262"/>
                    <a:pt x="4073" y="175353"/>
                    <a:pt x="4164" y="175353"/>
                  </a:cubicBezTo>
                  <a:cubicBezTo>
                    <a:pt x="4286" y="175353"/>
                    <a:pt x="4377" y="175262"/>
                    <a:pt x="4377" y="175170"/>
                  </a:cubicBezTo>
                  <a:lnTo>
                    <a:pt x="4377" y="170307"/>
                  </a:lnTo>
                  <a:cubicBezTo>
                    <a:pt x="4377" y="170216"/>
                    <a:pt x="4286" y="170125"/>
                    <a:pt x="4195" y="170125"/>
                  </a:cubicBezTo>
                  <a:lnTo>
                    <a:pt x="395" y="170125"/>
                  </a:lnTo>
                  <a:lnTo>
                    <a:pt x="395" y="164806"/>
                  </a:lnTo>
                  <a:lnTo>
                    <a:pt x="7903" y="164806"/>
                  </a:lnTo>
                  <a:cubicBezTo>
                    <a:pt x="8025" y="164806"/>
                    <a:pt x="8116" y="164714"/>
                    <a:pt x="8116" y="164623"/>
                  </a:cubicBezTo>
                  <a:lnTo>
                    <a:pt x="8116" y="155930"/>
                  </a:lnTo>
                  <a:cubicBezTo>
                    <a:pt x="8116" y="155808"/>
                    <a:pt x="8025" y="155748"/>
                    <a:pt x="7903" y="155748"/>
                  </a:cubicBezTo>
                  <a:lnTo>
                    <a:pt x="4012" y="155748"/>
                  </a:lnTo>
                  <a:lnTo>
                    <a:pt x="4012" y="145444"/>
                  </a:lnTo>
                  <a:cubicBezTo>
                    <a:pt x="4012" y="145352"/>
                    <a:pt x="3921" y="145261"/>
                    <a:pt x="3830" y="145261"/>
                  </a:cubicBezTo>
                  <a:lnTo>
                    <a:pt x="1186" y="145261"/>
                  </a:lnTo>
                  <a:lnTo>
                    <a:pt x="1186" y="136872"/>
                  </a:lnTo>
                  <a:lnTo>
                    <a:pt x="4529" y="136872"/>
                  </a:lnTo>
                  <a:cubicBezTo>
                    <a:pt x="4620" y="136872"/>
                    <a:pt x="4712" y="136781"/>
                    <a:pt x="4712" y="136690"/>
                  </a:cubicBezTo>
                  <a:lnTo>
                    <a:pt x="4712" y="132130"/>
                  </a:lnTo>
                  <a:cubicBezTo>
                    <a:pt x="4712" y="132009"/>
                    <a:pt x="4620" y="131918"/>
                    <a:pt x="4529" y="131918"/>
                  </a:cubicBezTo>
                  <a:lnTo>
                    <a:pt x="821" y="131918"/>
                  </a:lnTo>
                  <a:lnTo>
                    <a:pt x="821" y="124227"/>
                  </a:lnTo>
                  <a:lnTo>
                    <a:pt x="5198" y="124227"/>
                  </a:lnTo>
                  <a:cubicBezTo>
                    <a:pt x="5319" y="124227"/>
                    <a:pt x="5380" y="124167"/>
                    <a:pt x="5380" y="124045"/>
                  </a:cubicBezTo>
                  <a:lnTo>
                    <a:pt x="5380" y="101583"/>
                  </a:lnTo>
                  <a:cubicBezTo>
                    <a:pt x="5380" y="101492"/>
                    <a:pt x="5319" y="101400"/>
                    <a:pt x="5198" y="101400"/>
                  </a:cubicBezTo>
                  <a:lnTo>
                    <a:pt x="1186" y="101400"/>
                  </a:lnTo>
                  <a:lnTo>
                    <a:pt x="1186" y="95808"/>
                  </a:lnTo>
                  <a:lnTo>
                    <a:pt x="5471" y="95808"/>
                  </a:lnTo>
                  <a:cubicBezTo>
                    <a:pt x="5563" y="95808"/>
                    <a:pt x="5654" y="95716"/>
                    <a:pt x="5654" y="95625"/>
                  </a:cubicBezTo>
                  <a:lnTo>
                    <a:pt x="5654" y="81430"/>
                  </a:lnTo>
                  <a:lnTo>
                    <a:pt x="10821" y="81430"/>
                  </a:lnTo>
                  <a:cubicBezTo>
                    <a:pt x="10912" y="81430"/>
                    <a:pt x="11003" y="81339"/>
                    <a:pt x="11003" y="81248"/>
                  </a:cubicBezTo>
                  <a:lnTo>
                    <a:pt x="11003" y="77722"/>
                  </a:lnTo>
                  <a:cubicBezTo>
                    <a:pt x="11003" y="77631"/>
                    <a:pt x="10912" y="77540"/>
                    <a:pt x="10821" y="77540"/>
                  </a:cubicBezTo>
                  <a:lnTo>
                    <a:pt x="1003" y="77540"/>
                  </a:lnTo>
                  <a:lnTo>
                    <a:pt x="1003" y="46354"/>
                  </a:lnTo>
                  <a:lnTo>
                    <a:pt x="4833" y="46354"/>
                  </a:lnTo>
                  <a:cubicBezTo>
                    <a:pt x="4924" y="46354"/>
                    <a:pt x="5015" y="46263"/>
                    <a:pt x="5015" y="46141"/>
                  </a:cubicBezTo>
                  <a:lnTo>
                    <a:pt x="5015" y="42828"/>
                  </a:lnTo>
                  <a:lnTo>
                    <a:pt x="8693" y="42828"/>
                  </a:lnTo>
                  <a:cubicBezTo>
                    <a:pt x="8785" y="42828"/>
                    <a:pt x="8876" y="42737"/>
                    <a:pt x="8876" y="42646"/>
                  </a:cubicBezTo>
                  <a:lnTo>
                    <a:pt x="8876" y="34226"/>
                  </a:lnTo>
                  <a:cubicBezTo>
                    <a:pt x="8876" y="34105"/>
                    <a:pt x="8785" y="34044"/>
                    <a:pt x="8693" y="34044"/>
                  </a:cubicBezTo>
                  <a:lnTo>
                    <a:pt x="487" y="34044"/>
                  </a:lnTo>
                  <a:lnTo>
                    <a:pt x="487" y="23527"/>
                  </a:lnTo>
                  <a:lnTo>
                    <a:pt x="4863" y="23527"/>
                  </a:lnTo>
                  <a:cubicBezTo>
                    <a:pt x="4955" y="23527"/>
                    <a:pt x="5046" y="23436"/>
                    <a:pt x="5046" y="23345"/>
                  </a:cubicBezTo>
                  <a:lnTo>
                    <a:pt x="5046" y="16688"/>
                  </a:lnTo>
                  <a:cubicBezTo>
                    <a:pt x="5046" y="16566"/>
                    <a:pt x="4955" y="16475"/>
                    <a:pt x="4863" y="16475"/>
                  </a:cubicBezTo>
                  <a:lnTo>
                    <a:pt x="1520" y="16475"/>
                  </a:lnTo>
                  <a:lnTo>
                    <a:pt x="1520" y="183"/>
                  </a:lnTo>
                  <a:cubicBezTo>
                    <a:pt x="1520" y="62"/>
                    <a:pt x="1459" y="1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3B80D8AD-8D6B-F215-E7C1-E46C6C6C68A4}"/>
                </a:ext>
              </a:extLst>
            </p:cNvPr>
            <p:cNvSpPr/>
            <p:nvPr/>
          </p:nvSpPr>
          <p:spPr>
            <a:xfrm>
              <a:off x="1827225" y="3372350"/>
              <a:ext cx="383600" cy="326225"/>
            </a:xfrm>
            <a:custGeom>
              <a:avLst/>
              <a:gdLst/>
              <a:ahLst/>
              <a:cxnLst/>
              <a:rect l="l" t="t" r="r" b="b"/>
              <a:pathLst>
                <a:path w="15344" h="13049" extrusionOk="0">
                  <a:moveTo>
                    <a:pt x="8143" y="0"/>
                  </a:moveTo>
                  <a:cubicBezTo>
                    <a:pt x="8109" y="0"/>
                    <a:pt x="8077" y="5"/>
                    <a:pt x="8048" y="14"/>
                  </a:cubicBezTo>
                  <a:cubicBezTo>
                    <a:pt x="7197" y="257"/>
                    <a:pt x="6073" y="2141"/>
                    <a:pt x="5130" y="3783"/>
                  </a:cubicBezTo>
                  <a:cubicBezTo>
                    <a:pt x="4188" y="5424"/>
                    <a:pt x="1270" y="8859"/>
                    <a:pt x="510" y="11169"/>
                  </a:cubicBezTo>
                  <a:cubicBezTo>
                    <a:pt x="1" y="12658"/>
                    <a:pt x="287" y="13048"/>
                    <a:pt x="668" y="13048"/>
                  </a:cubicBezTo>
                  <a:cubicBezTo>
                    <a:pt x="879" y="13048"/>
                    <a:pt x="1119" y="12929"/>
                    <a:pt x="1270" y="12810"/>
                  </a:cubicBezTo>
                  <a:cubicBezTo>
                    <a:pt x="3215" y="11503"/>
                    <a:pt x="5252" y="10318"/>
                    <a:pt x="7349" y="9284"/>
                  </a:cubicBezTo>
                  <a:cubicBezTo>
                    <a:pt x="8231" y="8859"/>
                    <a:pt x="9143" y="8494"/>
                    <a:pt x="10085" y="8160"/>
                  </a:cubicBezTo>
                  <a:lnTo>
                    <a:pt x="13428" y="9619"/>
                  </a:lnTo>
                  <a:lnTo>
                    <a:pt x="15343" y="5850"/>
                  </a:lnTo>
                  <a:cubicBezTo>
                    <a:pt x="15343" y="5850"/>
                    <a:pt x="13276" y="4634"/>
                    <a:pt x="12851" y="4208"/>
                  </a:cubicBezTo>
                  <a:cubicBezTo>
                    <a:pt x="12439" y="3797"/>
                    <a:pt x="9155" y="0"/>
                    <a:pt x="8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DA7D8C4F-C20F-1884-19A1-EE17CB9DABAF}"/>
                </a:ext>
              </a:extLst>
            </p:cNvPr>
            <p:cNvSpPr/>
            <p:nvPr/>
          </p:nvSpPr>
          <p:spPr>
            <a:xfrm>
              <a:off x="1826300" y="3367650"/>
              <a:ext cx="390600" cy="335600"/>
            </a:xfrm>
            <a:custGeom>
              <a:avLst/>
              <a:gdLst/>
              <a:ahLst/>
              <a:cxnLst/>
              <a:rect l="l" t="t" r="r" b="b"/>
              <a:pathLst>
                <a:path w="15624" h="13424" extrusionOk="0">
                  <a:moveTo>
                    <a:pt x="8207" y="384"/>
                  </a:moveTo>
                  <a:cubicBezTo>
                    <a:pt x="8541" y="384"/>
                    <a:pt x="9575" y="1053"/>
                    <a:pt x="12371" y="4092"/>
                  </a:cubicBezTo>
                  <a:cubicBezTo>
                    <a:pt x="12553" y="4305"/>
                    <a:pt x="12705" y="4457"/>
                    <a:pt x="12766" y="4518"/>
                  </a:cubicBezTo>
                  <a:cubicBezTo>
                    <a:pt x="13526" y="5095"/>
                    <a:pt x="14316" y="5612"/>
                    <a:pt x="15137" y="6098"/>
                  </a:cubicBezTo>
                  <a:lnTo>
                    <a:pt x="13405" y="9533"/>
                  </a:lnTo>
                  <a:lnTo>
                    <a:pt x="10243" y="8165"/>
                  </a:lnTo>
                  <a:cubicBezTo>
                    <a:pt x="10213" y="8150"/>
                    <a:pt x="10190" y="8143"/>
                    <a:pt x="10167" y="8143"/>
                  </a:cubicBezTo>
                  <a:cubicBezTo>
                    <a:pt x="10145" y="8143"/>
                    <a:pt x="10122" y="8150"/>
                    <a:pt x="10091" y="8165"/>
                  </a:cubicBezTo>
                  <a:cubicBezTo>
                    <a:pt x="9149" y="8469"/>
                    <a:pt x="8237" y="8864"/>
                    <a:pt x="7325" y="9290"/>
                  </a:cubicBezTo>
                  <a:cubicBezTo>
                    <a:pt x="5198" y="10354"/>
                    <a:pt x="3161" y="11539"/>
                    <a:pt x="1185" y="12846"/>
                  </a:cubicBezTo>
                  <a:cubicBezTo>
                    <a:pt x="1042" y="12966"/>
                    <a:pt x="823" y="13048"/>
                    <a:pt x="678" y="13048"/>
                  </a:cubicBezTo>
                  <a:cubicBezTo>
                    <a:pt x="638" y="13048"/>
                    <a:pt x="604" y="13042"/>
                    <a:pt x="578" y="13029"/>
                  </a:cubicBezTo>
                  <a:cubicBezTo>
                    <a:pt x="517" y="12968"/>
                    <a:pt x="274" y="12725"/>
                    <a:pt x="730" y="11418"/>
                  </a:cubicBezTo>
                  <a:cubicBezTo>
                    <a:pt x="1216" y="9898"/>
                    <a:pt x="2705" y="7861"/>
                    <a:pt x="3860" y="6220"/>
                  </a:cubicBezTo>
                  <a:cubicBezTo>
                    <a:pt x="4499" y="5369"/>
                    <a:pt x="5015" y="4639"/>
                    <a:pt x="5350" y="4062"/>
                  </a:cubicBezTo>
                  <a:cubicBezTo>
                    <a:pt x="6140" y="2694"/>
                    <a:pt x="7325" y="627"/>
                    <a:pt x="8146" y="384"/>
                  </a:cubicBezTo>
                  <a:close/>
                  <a:moveTo>
                    <a:pt x="8191" y="0"/>
                  </a:moveTo>
                  <a:cubicBezTo>
                    <a:pt x="8142" y="0"/>
                    <a:pt x="8097" y="7"/>
                    <a:pt x="8055" y="19"/>
                  </a:cubicBezTo>
                  <a:cubicBezTo>
                    <a:pt x="7143" y="293"/>
                    <a:pt x="6140" y="1934"/>
                    <a:pt x="5015" y="3880"/>
                  </a:cubicBezTo>
                  <a:cubicBezTo>
                    <a:pt x="4711" y="4427"/>
                    <a:pt x="4164" y="5156"/>
                    <a:pt x="3556" y="6007"/>
                  </a:cubicBezTo>
                  <a:cubicBezTo>
                    <a:pt x="2371" y="7679"/>
                    <a:pt x="881" y="9716"/>
                    <a:pt x="365" y="11296"/>
                  </a:cubicBezTo>
                  <a:cubicBezTo>
                    <a:pt x="0" y="12390"/>
                    <a:pt x="0" y="13059"/>
                    <a:pt x="365" y="13333"/>
                  </a:cubicBezTo>
                  <a:cubicBezTo>
                    <a:pt x="456" y="13393"/>
                    <a:pt x="578" y="13424"/>
                    <a:pt x="699" y="13424"/>
                  </a:cubicBezTo>
                  <a:cubicBezTo>
                    <a:pt x="973" y="13393"/>
                    <a:pt x="1246" y="13302"/>
                    <a:pt x="1459" y="13120"/>
                  </a:cubicBezTo>
                  <a:cubicBezTo>
                    <a:pt x="3374" y="11843"/>
                    <a:pt x="5410" y="10688"/>
                    <a:pt x="7477" y="9655"/>
                  </a:cubicBezTo>
                  <a:cubicBezTo>
                    <a:pt x="8359" y="9229"/>
                    <a:pt x="9240" y="8864"/>
                    <a:pt x="10152" y="8560"/>
                  </a:cubicBezTo>
                  <a:lnTo>
                    <a:pt x="13435" y="9989"/>
                  </a:lnTo>
                  <a:cubicBezTo>
                    <a:pt x="13458" y="9997"/>
                    <a:pt x="13481" y="10000"/>
                    <a:pt x="13503" y="10000"/>
                  </a:cubicBezTo>
                  <a:cubicBezTo>
                    <a:pt x="13570" y="10000"/>
                    <a:pt x="13632" y="9966"/>
                    <a:pt x="13678" y="9898"/>
                  </a:cubicBezTo>
                  <a:lnTo>
                    <a:pt x="15563" y="6129"/>
                  </a:lnTo>
                  <a:cubicBezTo>
                    <a:pt x="15623" y="6038"/>
                    <a:pt x="15593" y="5916"/>
                    <a:pt x="15502" y="5886"/>
                  </a:cubicBezTo>
                  <a:cubicBezTo>
                    <a:pt x="14651" y="5399"/>
                    <a:pt x="13830" y="4852"/>
                    <a:pt x="13040" y="4275"/>
                  </a:cubicBezTo>
                  <a:cubicBezTo>
                    <a:pt x="12979" y="4214"/>
                    <a:pt x="12857" y="4062"/>
                    <a:pt x="12675" y="3880"/>
                  </a:cubicBezTo>
                  <a:cubicBezTo>
                    <a:pt x="10184" y="1163"/>
                    <a:pt x="8853" y="0"/>
                    <a:pt x="81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62FB4A4B-1E91-6724-1D96-CE6BAE42556C}"/>
                </a:ext>
              </a:extLst>
            </p:cNvPr>
            <p:cNvSpPr/>
            <p:nvPr/>
          </p:nvSpPr>
          <p:spPr>
            <a:xfrm>
              <a:off x="1827225" y="3372375"/>
              <a:ext cx="295450" cy="326200"/>
            </a:xfrm>
            <a:custGeom>
              <a:avLst/>
              <a:gdLst/>
              <a:ahLst/>
              <a:cxnLst/>
              <a:rect l="l" t="t" r="r" b="b"/>
              <a:pathLst>
                <a:path w="11818" h="13048" extrusionOk="0">
                  <a:moveTo>
                    <a:pt x="8136" y="1"/>
                  </a:moveTo>
                  <a:cubicBezTo>
                    <a:pt x="8105" y="1"/>
                    <a:pt x="8075" y="5"/>
                    <a:pt x="8048" y="13"/>
                  </a:cubicBezTo>
                  <a:cubicBezTo>
                    <a:pt x="7197" y="256"/>
                    <a:pt x="6073" y="2140"/>
                    <a:pt x="5130" y="3782"/>
                  </a:cubicBezTo>
                  <a:cubicBezTo>
                    <a:pt x="4188" y="5423"/>
                    <a:pt x="1270" y="8858"/>
                    <a:pt x="510" y="11168"/>
                  </a:cubicBezTo>
                  <a:cubicBezTo>
                    <a:pt x="1" y="12657"/>
                    <a:pt x="287" y="13047"/>
                    <a:pt x="668" y="13047"/>
                  </a:cubicBezTo>
                  <a:cubicBezTo>
                    <a:pt x="879" y="13047"/>
                    <a:pt x="1119" y="12928"/>
                    <a:pt x="1270" y="12809"/>
                  </a:cubicBezTo>
                  <a:cubicBezTo>
                    <a:pt x="3215" y="11502"/>
                    <a:pt x="5252" y="10317"/>
                    <a:pt x="7349" y="9283"/>
                  </a:cubicBezTo>
                  <a:cubicBezTo>
                    <a:pt x="8139" y="8888"/>
                    <a:pt x="8778" y="8645"/>
                    <a:pt x="9203" y="8493"/>
                  </a:cubicBezTo>
                  <a:lnTo>
                    <a:pt x="7592" y="6882"/>
                  </a:lnTo>
                  <a:cubicBezTo>
                    <a:pt x="7592" y="6882"/>
                    <a:pt x="10024" y="4268"/>
                    <a:pt x="11817" y="3113"/>
                  </a:cubicBezTo>
                  <a:cubicBezTo>
                    <a:pt x="10655" y="1835"/>
                    <a:pt x="8826" y="1"/>
                    <a:pt x="8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297AB097-6520-6CE0-2B47-A8D0769261B5}"/>
                </a:ext>
              </a:extLst>
            </p:cNvPr>
            <p:cNvSpPr/>
            <p:nvPr/>
          </p:nvSpPr>
          <p:spPr>
            <a:xfrm>
              <a:off x="1826300" y="3367550"/>
              <a:ext cx="301700" cy="335700"/>
            </a:xfrm>
            <a:custGeom>
              <a:avLst/>
              <a:gdLst/>
              <a:ahLst/>
              <a:cxnLst/>
              <a:rect l="l" t="t" r="r" b="b"/>
              <a:pathLst>
                <a:path w="12068" h="13428" extrusionOk="0">
                  <a:moveTo>
                    <a:pt x="8176" y="388"/>
                  </a:moveTo>
                  <a:cubicBezTo>
                    <a:pt x="8389" y="388"/>
                    <a:pt x="9119" y="662"/>
                    <a:pt x="11581" y="3276"/>
                  </a:cubicBezTo>
                  <a:cubicBezTo>
                    <a:pt x="9818" y="4461"/>
                    <a:pt x="7629" y="6832"/>
                    <a:pt x="7538" y="6954"/>
                  </a:cubicBezTo>
                  <a:cubicBezTo>
                    <a:pt x="7447" y="7014"/>
                    <a:pt x="7447" y="7136"/>
                    <a:pt x="7538" y="7197"/>
                  </a:cubicBezTo>
                  <a:lnTo>
                    <a:pt x="8936" y="8595"/>
                  </a:lnTo>
                  <a:cubicBezTo>
                    <a:pt x="8450" y="8808"/>
                    <a:pt x="7903" y="9051"/>
                    <a:pt x="7325" y="9294"/>
                  </a:cubicBezTo>
                  <a:cubicBezTo>
                    <a:pt x="5198" y="10358"/>
                    <a:pt x="3161" y="11543"/>
                    <a:pt x="1185" y="12850"/>
                  </a:cubicBezTo>
                  <a:cubicBezTo>
                    <a:pt x="1042" y="12970"/>
                    <a:pt x="823" y="13052"/>
                    <a:pt x="678" y="13052"/>
                  </a:cubicBezTo>
                  <a:cubicBezTo>
                    <a:pt x="638" y="13052"/>
                    <a:pt x="604" y="13046"/>
                    <a:pt x="578" y="13033"/>
                  </a:cubicBezTo>
                  <a:cubicBezTo>
                    <a:pt x="517" y="12972"/>
                    <a:pt x="274" y="12729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close/>
                  <a:moveTo>
                    <a:pt x="8199" y="1"/>
                  </a:moveTo>
                  <a:cubicBezTo>
                    <a:pt x="8144" y="1"/>
                    <a:pt x="8097" y="9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83"/>
                    <a:pt x="881" y="9720"/>
                    <a:pt x="365" y="11300"/>
                  </a:cubicBezTo>
                  <a:cubicBezTo>
                    <a:pt x="0" y="12394"/>
                    <a:pt x="0" y="13063"/>
                    <a:pt x="365" y="13337"/>
                  </a:cubicBezTo>
                  <a:cubicBezTo>
                    <a:pt x="456" y="13397"/>
                    <a:pt x="578" y="13428"/>
                    <a:pt x="699" y="13428"/>
                  </a:cubicBezTo>
                  <a:cubicBezTo>
                    <a:pt x="973" y="13397"/>
                    <a:pt x="1246" y="13306"/>
                    <a:pt x="1459" y="13124"/>
                  </a:cubicBezTo>
                  <a:cubicBezTo>
                    <a:pt x="3374" y="11847"/>
                    <a:pt x="5410" y="10692"/>
                    <a:pt x="7508" y="9628"/>
                  </a:cubicBezTo>
                  <a:cubicBezTo>
                    <a:pt x="8176" y="9324"/>
                    <a:pt x="8815" y="9081"/>
                    <a:pt x="9362" y="8838"/>
                  </a:cubicBezTo>
                  <a:cubicBezTo>
                    <a:pt x="9423" y="8838"/>
                    <a:pt x="9453" y="8777"/>
                    <a:pt x="9483" y="8716"/>
                  </a:cubicBezTo>
                  <a:cubicBezTo>
                    <a:pt x="9483" y="8656"/>
                    <a:pt x="9453" y="8595"/>
                    <a:pt x="9423" y="8534"/>
                  </a:cubicBezTo>
                  <a:lnTo>
                    <a:pt x="7933" y="7075"/>
                  </a:lnTo>
                  <a:cubicBezTo>
                    <a:pt x="8450" y="6528"/>
                    <a:pt x="10456" y="4431"/>
                    <a:pt x="11976" y="3458"/>
                  </a:cubicBezTo>
                  <a:cubicBezTo>
                    <a:pt x="12037" y="3428"/>
                    <a:pt x="12067" y="3367"/>
                    <a:pt x="12067" y="3306"/>
                  </a:cubicBezTo>
                  <a:cubicBezTo>
                    <a:pt x="12067" y="3276"/>
                    <a:pt x="12067" y="3215"/>
                    <a:pt x="12006" y="3154"/>
                  </a:cubicBezTo>
                  <a:cubicBezTo>
                    <a:pt x="9505" y="518"/>
                    <a:pt x="8622" y="1"/>
                    <a:pt x="81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367F450E-52E4-915F-A784-3471F72D5D42}"/>
                </a:ext>
              </a:extLst>
            </p:cNvPr>
            <p:cNvSpPr/>
            <p:nvPr/>
          </p:nvSpPr>
          <p:spPr>
            <a:xfrm>
              <a:off x="1831600" y="3372875"/>
              <a:ext cx="223450" cy="322025"/>
            </a:xfrm>
            <a:custGeom>
              <a:avLst/>
              <a:gdLst/>
              <a:ahLst/>
              <a:cxnLst/>
              <a:rect l="l" t="t" r="r" b="b"/>
              <a:pathLst>
                <a:path w="8938" h="12881" extrusionOk="0">
                  <a:moveTo>
                    <a:pt x="7934" y="0"/>
                  </a:moveTo>
                  <a:cubicBezTo>
                    <a:pt x="7911" y="0"/>
                    <a:pt x="7888" y="8"/>
                    <a:pt x="7873" y="23"/>
                  </a:cubicBezTo>
                  <a:cubicBezTo>
                    <a:pt x="7022" y="266"/>
                    <a:pt x="5898" y="2151"/>
                    <a:pt x="4955" y="3792"/>
                  </a:cubicBezTo>
                  <a:cubicBezTo>
                    <a:pt x="4013" y="5434"/>
                    <a:pt x="1095" y="8838"/>
                    <a:pt x="335" y="11178"/>
                  </a:cubicBezTo>
                  <a:cubicBezTo>
                    <a:pt x="1" y="12181"/>
                    <a:pt x="1" y="12668"/>
                    <a:pt x="183" y="12880"/>
                  </a:cubicBezTo>
                  <a:cubicBezTo>
                    <a:pt x="943" y="10570"/>
                    <a:pt x="3557" y="7136"/>
                    <a:pt x="5806" y="4400"/>
                  </a:cubicBezTo>
                  <a:cubicBezTo>
                    <a:pt x="7448" y="2364"/>
                    <a:pt x="8420" y="1148"/>
                    <a:pt x="8937" y="479"/>
                  </a:cubicBezTo>
                  <a:lnTo>
                    <a:pt x="8785" y="388"/>
                  </a:lnTo>
                  <a:lnTo>
                    <a:pt x="8572" y="236"/>
                  </a:lnTo>
                  <a:lnTo>
                    <a:pt x="8512" y="205"/>
                  </a:lnTo>
                  <a:lnTo>
                    <a:pt x="8390" y="145"/>
                  </a:lnTo>
                  <a:lnTo>
                    <a:pt x="8329" y="114"/>
                  </a:lnTo>
                  <a:lnTo>
                    <a:pt x="8177" y="53"/>
                  </a:lnTo>
                  <a:lnTo>
                    <a:pt x="8147" y="53"/>
                  </a:lnTo>
                  <a:cubicBezTo>
                    <a:pt x="8116" y="23"/>
                    <a:pt x="8056" y="23"/>
                    <a:pt x="8025" y="23"/>
                  </a:cubicBezTo>
                  <a:lnTo>
                    <a:pt x="7995" y="23"/>
                  </a:lnTo>
                  <a:cubicBezTo>
                    <a:pt x="7980" y="8"/>
                    <a:pt x="7957" y="0"/>
                    <a:pt x="7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E708C3FF-E77E-C8FF-F5BF-654950475E71}"/>
                </a:ext>
              </a:extLst>
            </p:cNvPr>
            <p:cNvSpPr/>
            <p:nvPr/>
          </p:nvSpPr>
          <p:spPr>
            <a:xfrm>
              <a:off x="1826300" y="3367550"/>
              <a:ext cx="233300" cy="331900"/>
            </a:xfrm>
            <a:custGeom>
              <a:avLst/>
              <a:gdLst/>
              <a:ahLst/>
              <a:cxnLst/>
              <a:rect l="l" t="t" r="r" b="b"/>
              <a:pathLst>
                <a:path w="9332" h="13276" extrusionOk="0">
                  <a:moveTo>
                    <a:pt x="8541" y="297"/>
                  </a:moveTo>
                  <a:lnTo>
                    <a:pt x="8511" y="510"/>
                  </a:lnTo>
                  <a:cubicBezTo>
                    <a:pt x="8541" y="510"/>
                    <a:pt x="8602" y="540"/>
                    <a:pt x="8632" y="570"/>
                  </a:cubicBezTo>
                  <a:lnTo>
                    <a:pt x="8693" y="601"/>
                  </a:lnTo>
                  <a:cubicBezTo>
                    <a:pt x="8754" y="631"/>
                    <a:pt x="8784" y="662"/>
                    <a:pt x="8876" y="722"/>
                  </a:cubicBezTo>
                  <a:cubicBezTo>
                    <a:pt x="8328" y="1422"/>
                    <a:pt x="7417" y="2637"/>
                    <a:pt x="5897" y="4461"/>
                  </a:cubicBezTo>
                  <a:cubicBezTo>
                    <a:pt x="3860" y="6923"/>
                    <a:pt x="1520" y="9932"/>
                    <a:pt x="486" y="12273"/>
                  </a:cubicBezTo>
                  <a:cubicBezTo>
                    <a:pt x="547" y="11969"/>
                    <a:pt x="638" y="11695"/>
                    <a:pt x="730" y="11422"/>
                  </a:cubicBezTo>
                  <a:cubicBezTo>
                    <a:pt x="1216" y="9902"/>
                    <a:pt x="2705" y="7865"/>
                    <a:pt x="3860" y="6224"/>
                  </a:cubicBezTo>
                  <a:cubicBezTo>
                    <a:pt x="4499" y="5373"/>
                    <a:pt x="5015" y="4643"/>
                    <a:pt x="5350" y="4066"/>
                  </a:cubicBezTo>
                  <a:cubicBezTo>
                    <a:pt x="6140" y="2698"/>
                    <a:pt x="7325" y="631"/>
                    <a:pt x="8146" y="388"/>
                  </a:cubicBezTo>
                  <a:lnTo>
                    <a:pt x="8207" y="388"/>
                  </a:lnTo>
                  <a:lnTo>
                    <a:pt x="8328" y="418"/>
                  </a:lnTo>
                  <a:lnTo>
                    <a:pt x="8450" y="479"/>
                  </a:lnTo>
                  <a:lnTo>
                    <a:pt x="8541" y="297"/>
                  </a:lnTo>
                  <a:close/>
                  <a:moveTo>
                    <a:pt x="8146" y="1"/>
                  </a:moveTo>
                  <a:cubicBezTo>
                    <a:pt x="8116" y="1"/>
                    <a:pt x="8085" y="8"/>
                    <a:pt x="8055" y="23"/>
                  </a:cubicBezTo>
                  <a:cubicBezTo>
                    <a:pt x="7143" y="297"/>
                    <a:pt x="6140" y="1938"/>
                    <a:pt x="5015" y="3884"/>
                  </a:cubicBezTo>
                  <a:cubicBezTo>
                    <a:pt x="4711" y="4431"/>
                    <a:pt x="4164" y="5160"/>
                    <a:pt x="3556" y="6011"/>
                  </a:cubicBezTo>
                  <a:cubicBezTo>
                    <a:pt x="2371" y="7653"/>
                    <a:pt x="881" y="9720"/>
                    <a:pt x="365" y="11300"/>
                  </a:cubicBezTo>
                  <a:cubicBezTo>
                    <a:pt x="30" y="12242"/>
                    <a:pt x="0" y="12881"/>
                    <a:pt x="243" y="13185"/>
                  </a:cubicBezTo>
                  <a:cubicBezTo>
                    <a:pt x="274" y="13245"/>
                    <a:pt x="334" y="13276"/>
                    <a:pt x="395" y="13276"/>
                  </a:cubicBezTo>
                  <a:lnTo>
                    <a:pt x="426" y="13276"/>
                  </a:lnTo>
                  <a:cubicBezTo>
                    <a:pt x="486" y="13276"/>
                    <a:pt x="547" y="13215"/>
                    <a:pt x="578" y="13154"/>
                  </a:cubicBezTo>
                  <a:cubicBezTo>
                    <a:pt x="1337" y="10783"/>
                    <a:pt x="4134" y="7197"/>
                    <a:pt x="6201" y="4704"/>
                  </a:cubicBezTo>
                  <a:cubicBezTo>
                    <a:pt x="7812" y="2729"/>
                    <a:pt x="8784" y="1482"/>
                    <a:pt x="9301" y="814"/>
                  </a:cubicBezTo>
                  <a:cubicBezTo>
                    <a:pt x="9332" y="783"/>
                    <a:pt x="9332" y="722"/>
                    <a:pt x="9332" y="662"/>
                  </a:cubicBezTo>
                  <a:cubicBezTo>
                    <a:pt x="9332" y="601"/>
                    <a:pt x="9301" y="570"/>
                    <a:pt x="9240" y="540"/>
                  </a:cubicBezTo>
                  <a:lnTo>
                    <a:pt x="9119" y="418"/>
                  </a:lnTo>
                  <a:lnTo>
                    <a:pt x="8906" y="297"/>
                  </a:lnTo>
                  <a:lnTo>
                    <a:pt x="8845" y="266"/>
                  </a:lnTo>
                  <a:lnTo>
                    <a:pt x="8693" y="175"/>
                  </a:lnTo>
                  <a:lnTo>
                    <a:pt x="8632" y="145"/>
                  </a:lnTo>
                  <a:cubicBezTo>
                    <a:pt x="8572" y="115"/>
                    <a:pt x="8511" y="84"/>
                    <a:pt x="8420" y="54"/>
                  </a:cubicBezTo>
                  <a:lnTo>
                    <a:pt x="8298" y="23"/>
                  </a:lnTo>
                  <a:lnTo>
                    <a:pt x="8237" y="23"/>
                  </a:lnTo>
                  <a:cubicBezTo>
                    <a:pt x="8207" y="8"/>
                    <a:pt x="8176" y="1"/>
                    <a:pt x="8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>
              <a:extLst>
                <a:ext uri="{FF2B5EF4-FFF2-40B4-BE49-F238E27FC236}">
                  <a16:creationId xmlns:a16="http://schemas.microsoft.com/office/drawing/2014/main" id="{256B84A8-B220-CFB5-729C-B4ED9B78AA80}"/>
                </a:ext>
              </a:extLst>
            </p:cNvPr>
            <p:cNvSpPr/>
            <p:nvPr/>
          </p:nvSpPr>
          <p:spPr>
            <a:xfrm>
              <a:off x="4450950" y="3558425"/>
              <a:ext cx="292600" cy="347000"/>
            </a:xfrm>
            <a:custGeom>
              <a:avLst/>
              <a:gdLst/>
              <a:ahLst/>
              <a:cxnLst/>
              <a:rect l="l" t="t" r="r" b="b"/>
              <a:pathLst>
                <a:path w="11704" h="13880" extrusionOk="0">
                  <a:moveTo>
                    <a:pt x="10948" y="1"/>
                  </a:moveTo>
                  <a:cubicBezTo>
                    <a:pt x="10352" y="1"/>
                    <a:pt x="9287" y="781"/>
                    <a:pt x="8420" y="1507"/>
                  </a:cubicBezTo>
                  <a:cubicBezTo>
                    <a:pt x="7326" y="2449"/>
                    <a:pt x="2949" y="5306"/>
                    <a:pt x="2949" y="5306"/>
                  </a:cubicBezTo>
                  <a:lnTo>
                    <a:pt x="1" y="10869"/>
                  </a:lnTo>
                  <a:cubicBezTo>
                    <a:pt x="1" y="10869"/>
                    <a:pt x="2510" y="13880"/>
                    <a:pt x="3805" y="13880"/>
                  </a:cubicBezTo>
                  <a:cubicBezTo>
                    <a:pt x="3824" y="13880"/>
                    <a:pt x="3843" y="13879"/>
                    <a:pt x="3861" y="13878"/>
                  </a:cubicBezTo>
                  <a:cubicBezTo>
                    <a:pt x="5168" y="13787"/>
                    <a:pt x="5411" y="12753"/>
                    <a:pt x="5685" y="12419"/>
                  </a:cubicBezTo>
                  <a:cubicBezTo>
                    <a:pt x="5958" y="12085"/>
                    <a:pt x="9028" y="8285"/>
                    <a:pt x="10244" y="5641"/>
                  </a:cubicBezTo>
                  <a:cubicBezTo>
                    <a:pt x="11430" y="2966"/>
                    <a:pt x="11703" y="929"/>
                    <a:pt x="11338" y="230"/>
                  </a:cubicBezTo>
                  <a:cubicBezTo>
                    <a:pt x="11262" y="70"/>
                    <a:pt x="11126" y="1"/>
                    <a:pt x="109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78A10435-AB7B-6157-FDE1-6FF9E62720FB}"/>
                </a:ext>
              </a:extLst>
            </p:cNvPr>
            <p:cNvSpPr/>
            <p:nvPr/>
          </p:nvSpPr>
          <p:spPr>
            <a:xfrm>
              <a:off x="4446400" y="3553575"/>
              <a:ext cx="301700" cy="356375"/>
            </a:xfrm>
            <a:custGeom>
              <a:avLst/>
              <a:gdLst/>
              <a:ahLst/>
              <a:cxnLst/>
              <a:rect l="l" t="t" r="r" b="b"/>
              <a:pathLst>
                <a:path w="12068" h="14255" extrusionOk="0">
                  <a:moveTo>
                    <a:pt x="11149" y="389"/>
                  </a:moveTo>
                  <a:cubicBezTo>
                    <a:pt x="11176" y="389"/>
                    <a:pt x="11198" y="391"/>
                    <a:pt x="11216" y="394"/>
                  </a:cubicBezTo>
                  <a:cubicBezTo>
                    <a:pt x="11277" y="394"/>
                    <a:pt x="11338" y="455"/>
                    <a:pt x="11368" y="516"/>
                  </a:cubicBezTo>
                  <a:cubicBezTo>
                    <a:pt x="11672" y="1123"/>
                    <a:pt x="11399" y="3190"/>
                    <a:pt x="10244" y="5744"/>
                  </a:cubicBezTo>
                  <a:cubicBezTo>
                    <a:pt x="9545" y="7324"/>
                    <a:pt x="8086" y="9482"/>
                    <a:pt x="5897" y="12248"/>
                  </a:cubicBezTo>
                  <a:lnTo>
                    <a:pt x="5715" y="12491"/>
                  </a:lnTo>
                  <a:cubicBezTo>
                    <a:pt x="5654" y="12583"/>
                    <a:pt x="5593" y="12674"/>
                    <a:pt x="5532" y="12765"/>
                  </a:cubicBezTo>
                  <a:cubicBezTo>
                    <a:pt x="5289" y="13403"/>
                    <a:pt x="4712" y="13829"/>
                    <a:pt x="4043" y="13859"/>
                  </a:cubicBezTo>
                  <a:cubicBezTo>
                    <a:pt x="4022" y="13861"/>
                    <a:pt x="4001" y="13862"/>
                    <a:pt x="3979" y="13862"/>
                  </a:cubicBezTo>
                  <a:cubicBezTo>
                    <a:pt x="3017" y="13862"/>
                    <a:pt x="1169" y="11924"/>
                    <a:pt x="426" y="11032"/>
                  </a:cubicBezTo>
                  <a:lnTo>
                    <a:pt x="3283" y="5622"/>
                  </a:lnTo>
                  <a:cubicBezTo>
                    <a:pt x="3739" y="5288"/>
                    <a:pt x="7660" y="2734"/>
                    <a:pt x="8754" y="1853"/>
                  </a:cubicBezTo>
                  <a:cubicBezTo>
                    <a:pt x="10261" y="565"/>
                    <a:pt x="10904" y="389"/>
                    <a:pt x="11149" y="389"/>
                  </a:cubicBezTo>
                  <a:close/>
                  <a:moveTo>
                    <a:pt x="11109" y="0"/>
                  </a:moveTo>
                  <a:cubicBezTo>
                    <a:pt x="10780" y="0"/>
                    <a:pt x="10080" y="212"/>
                    <a:pt x="8481" y="1549"/>
                  </a:cubicBezTo>
                  <a:cubicBezTo>
                    <a:pt x="7387" y="2491"/>
                    <a:pt x="3070" y="5288"/>
                    <a:pt x="3010" y="5318"/>
                  </a:cubicBezTo>
                  <a:cubicBezTo>
                    <a:pt x="2979" y="5348"/>
                    <a:pt x="2979" y="5348"/>
                    <a:pt x="2949" y="5379"/>
                  </a:cubicBezTo>
                  <a:lnTo>
                    <a:pt x="31" y="10972"/>
                  </a:lnTo>
                  <a:cubicBezTo>
                    <a:pt x="0" y="11032"/>
                    <a:pt x="0" y="11124"/>
                    <a:pt x="61" y="11184"/>
                  </a:cubicBezTo>
                  <a:cubicBezTo>
                    <a:pt x="335" y="11488"/>
                    <a:pt x="2675" y="14254"/>
                    <a:pt x="4013" y="14254"/>
                  </a:cubicBezTo>
                  <a:lnTo>
                    <a:pt x="4073" y="14254"/>
                  </a:lnTo>
                  <a:cubicBezTo>
                    <a:pt x="4894" y="14194"/>
                    <a:pt x="5593" y="13707"/>
                    <a:pt x="5867" y="12947"/>
                  </a:cubicBezTo>
                  <a:cubicBezTo>
                    <a:pt x="5928" y="12887"/>
                    <a:pt x="5958" y="12795"/>
                    <a:pt x="6019" y="12704"/>
                  </a:cubicBezTo>
                  <a:lnTo>
                    <a:pt x="6201" y="12491"/>
                  </a:lnTo>
                  <a:cubicBezTo>
                    <a:pt x="8390" y="9695"/>
                    <a:pt x="9879" y="7476"/>
                    <a:pt x="10578" y="5896"/>
                  </a:cubicBezTo>
                  <a:cubicBezTo>
                    <a:pt x="11855" y="3099"/>
                    <a:pt x="12068" y="1032"/>
                    <a:pt x="11703" y="333"/>
                  </a:cubicBezTo>
                  <a:cubicBezTo>
                    <a:pt x="11612" y="151"/>
                    <a:pt x="11460" y="60"/>
                    <a:pt x="11308" y="29"/>
                  </a:cubicBezTo>
                  <a:cubicBezTo>
                    <a:pt x="11262" y="16"/>
                    <a:pt x="11199" y="0"/>
                    <a:pt x="111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3B32E30C-D7C6-6D3C-7282-E617E43A9F6C}"/>
                </a:ext>
              </a:extLst>
            </p:cNvPr>
            <p:cNvSpPr/>
            <p:nvPr/>
          </p:nvSpPr>
          <p:spPr>
            <a:xfrm>
              <a:off x="4539100" y="3558850"/>
              <a:ext cx="204450" cy="346525"/>
            </a:xfrm>
            <a:custGeom>
              <a:avLst/>
              <a:gdLst/>
              <a:ahLst/>
              <a:cxnLst/>
              <a:rect l="l" t="t" r="r" b="b"/>
              <a:pathLst>
                <a:path w="8178" h="13861" extrusionOk="0">
                  <a:moveTo>
                    <a:pt x="7508" y="1"/>
                  </a:moveTo>
                  <a:cubicBezTo>
                    <a:pt x="7296" y="1551"/>
                    <a:pt x="6901" y="3071"/>
                    <a:pt x="6293" y="4530"/>
                  </a:cubicBezTo>
                  <a:cubicBezTo>
                    <a:pt x="5381" y="6718"/>
                    <a:pt x="2007" y="11217"/>
                    <a:pt x="1" y="13831"/>
                  </a:cubicBezTo>
                  <a:cubicBezTo>
                    <a:pt x="122" y="13861"/>
                    <a:pt x="244" y="13861"/>
                    <a:pt x="365" y="13861"/>
                  </a:cubicBezTo>
                  <a:cubicBezTo>
                    <a:pt x="1642" y="13770"/>
                    <a:pt x="1916" y="12736"/>
                    <a:pt x="2159" y="12402"/>
                  </a:cubicBezTo>
                  <a:cubicBezTo>
                    <a:pt x="2432" y="12037"/>
                    <a:pt x="5502" y="8268"/>
                    <a:pt x="6718" y="5624"/>
                  </a:cubicBezTo>
                  <a:cubicBezTo>
                    <a:pt x="7934" y="2949"/>
                    <a:pt x="8177" y="882"/>
                    <a:pt x="7843" y="213"/>
                  </a:cubicBezTo>
                  <a:cubicBezTo>
                    <a:pt x="7782" y="92"/>
                    <a:pt x="7660" y="1"/>
                    <a:pt x="7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42161E3E-66D2-5C7B-BB4B-0D435AEDEBC4}"/>
                </a:ext>
              </a:extLst>
            </p:cNvPr>
            <p:cNvSpPr/>
            <p:nvPr/>
          </p:nvSpPr>
          <p:spPr>
            <a:xfrm>
              <a:off x="4533775" y="3553525"/>
              <a:ext cx="214325" cy="356425"/>
            </a:xfrm>
            <a:custGeom>
              <a:avLst/>
              <a:gdLst/>
              <a:ahLst/>
              <a:cxnLst/>
              <a:rect l="l" t="t" r="r" b="b"/>
              <a:pathLst>
                <a:path w="8573" h="14257" extrusionOk="0">
                  <a:moveTo>
                    <a:pt x="7904" y="518"/>
                  </a:moveTo>
                  <a:lnTo>
                    <a:pt x="7904" y="518"/>
                  </a:lnTo>
                  <a:cubicBezTo>
                    <a:pt x="8177" y="1156"/>
                    <a:pt x="7904" y="3223"/>
                    <a:pt x="6779" y="5746"/>
                  </a:cubicBezTo>
                  <a:cubicBezTo>
                    <a:pt x="6050" y="7326"/>
                    <a:pt x="4591" y="9484"/>
                    <a:pt x="2433" y="12250"/>
                  </a:cubicBezTo>
                  <a:cubicBezTo>
                    <a:pt x="2341" y="12372"/>
                    <a:pt x="2281" y="12463"/>
                    <a:pt x="2250" y="12493"/>
                  </a:cubicBezTo>
                  <a:cubicBezTo>
                    <a:pt x="2159" y="12585"/>
                    <a:pt x="2129" y="12676"/>
                    <a:pt x="2068" y="12767"/>
                  </a:cubicBezTo>
                  <a:cubicBezTo>
                    <a:pt x="1825" y="13405"/>
                    <a:pt x="1247" y="13831"/>
                    <a:pt x="578" y="13861"/>
                  </a:cubicBezTo>
                  <a:cubicBezTo>
                    <a:pt x="2585" y="11308"/>
                    <a:pt x="5806" y="6931"/>
                    <a:pt x="6688" y="4773"/>
                  </a:cubicBezTo>
                  <a:cubicBezTo>
                    <a:pt x="7265" y="3405"/>
                    <a:pt x="7661" y="1977"/>
                    <a:pt x="7904" y="518"/>
                  </a:cubicBezTo>
                  <a:close/>
                  <a:moveTo>
                    <a:pt x="7752" y="1"/>
                  </a:moveTo>
                  <a:cubicBezTo>
                    <a:pt x="7691" y="1"/>
                    <a:pt x="7661" y="1"/>
                    <a:pt x="7600" y="31"/>
                  </a:cubicBezTo>
                  <a:cubicBezTo>
                    <a:pt x="7569" y="62"/>
                    <a:pt x="7539" y="122"/>
                    <a:pt x="7539" y="183"/>
                  </a:cubicBezTo>
                  <a:cubicBezTo>
                    <a:pt x="7326" y="1703"/>
                    <a:pt x="6901" y="3192"/>
                    <a:pt x="6293" y="4651"/>
                  </a:cubicBezTo>
                  <a:cubicBezTo>
                    <a:pt x="5411" y="6809"/>
                    <a:pt x="2007" y="11369"/>
                    <a:pt x="31" y="13892"/>
                  </a:cubicBezTo>
                  <a:cubicBezTo>
                    <a:pt x="1" y="13952"/>
                    <a:pt x="1" y="14013"/>
                    <a:pt x="31" y="14074"/>
                  </a:cubicBezTo>
                  <a:cubicBezTo>
                    <a:pt x="31" y="14135"/>
                    <a:pt x="92" y="14165"/>
                    <a:pt x="153" y="14196"/>
                  </a:cubicBezTo>
                  <a:cubicBezTo>
                    <a:pt x="274" y="14226"/>
                    <a:pt x="396" y="14256"/>
                    <a:pt x="518" y="14256"/>
                  </a:cubicBezTo>
                  <a:lnTo>
                    <a:pt x="578" y="14256"/>
                  </a:lnTo>
                  <a:cubicBezTo>
                    <a:pt x="1399" y="14196"/>
                    <a:pt x="2098" y="13679"/>
                    <a:pt x="2372" y="12949"/>
                  </a:cubicBezTo>
                  <a:cubicBezTo>
                    <a:pt x="2433" y="12858"/>
                    <a:pt x="2463" y="12797"/>
                    <a:pt x="2524" y="12706"/>
                  </a:cubicBezTo>
                  <a:cubicBezTo>
                    <a:pt x="2554" y="12676"/>
                    <a:pt x="2615" y="12585"/>
                    <a:pt x="2706" y="12493"/>
                  </a:cubicBezTo>
                  <a:cubicBezTo>
                    <a:pt x="4895" y="9697"/>
                    <a:pt x="6384" y="7478"/>
                    <a:pt x="7083" y="5898"/>
                  </a:cubicBezTo>
                  <a:cubicBezTo>
                    <a:pt x="8360" y="3071"/>
                    <a:pt x="8573" y="1034"/>
                    <a:pt x="8208" y="335"/>
                  </a:cubicBezTo>
                  <a:cubicBezTo>
                    <a:pt x="8117" y="153"/>
                    <a:pt x="7934" y="31"/>
                    <a:pt x="77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39A1EA70-8FFE-48EB-DBF9-8951F38FC0C4}"/>
                </a:ext>
              </a:extLst>
            </p:cNvPr>
            <p:cNvSpPr/>
            <p:nvPr/>
          </p:nvSpPr>
          <p:spPr>
            <a:xfrm>
              <a:off x="2680400" y="2393175"/>
              <a:ext cx="991700" cy="743200"/>
            </a:xfrm>
            <a:custGeom>
              <a:avLst/>
              <a:gdLst/>
              <a:ahLst/>
              <a:cxnLst/>
              <a:rect l="l" t="t" r="r" b="b"/>
              <a:pathLst>
                <a:path w="39668" h="29728" extrusionOk="0">
                  <a:moveTo>
                    <a:pt x="33710" y="1"/>
                  </a:moveTo>
                  <a:lnTo>
                    <a:pt x="12341" y="2919"/>
                  </a:lnTo>
                  <a:cubicBezTo>
                    <a:pt x="12341" y="2919"/>
                    <a:pt x="12797" y="6080"/>
                    <a:pt x="9697" y="9606"/>
                  </a:cubicBezTo>
                  <a:cubicBezTo>
                    <a:pt x="6566" y="13162"/>
                    <a:pt x="1399" y="17843"/>
                    <a:pt x="1399" y="17843"/>
                  </a:cubicBezTo>
                  <a:cubicBezTo>
                    <a:pt x="457" y="19089"/>
                    <a:pt x="1" y="20670"/>
                    <a:pt x="122" y="22250"/>
                  </a:cubicBezTo>
                  <a:cubicBezTo>
                    <a:pt x="305" y="24834"/>
                    <a:pt x="5806" y="29728"/>
                    <a:pt x="5806" y="29728"/>
                  </a:cubicBezTo>
                  <a:cubicBezTo>
                    <a:pt x="5806" y="29728"/>
                    <a:pt x="7995" y="26384"/>
                    <a:pt x="10153" y="24652"/>
                  </a:cubicBezTo>
                  <a:cubicBezTo>
                    <a:pt x="12281" y="22919"/>
                    <a:pt x="15685" y="21582"/>
                    <a:pt x="15685" y="21582"/>
                  </a:cubicBezTo>
                  <a:lnTo>
                    <a:pt x="31308" y="26719"/>
                  </a:lnTo>
                  <a:cubicBezTo>
                    <a:pt x="31308" y="26719"/>
                    <a:pt x="37539" y="22767"/>
                    <a:pt x="38603" y="18846"/>
                  </a:cubicBezTo>
                  <a:cubicBezTo>
                    <a:pt x="39667" y="14895"/>
                    <a:pt x="37114" y="6019"/>
                    <a:pt x="35777" y="3922"/>
                  </a:cubicBezTo>
                  <a:cubicBezTo>
                    <a:pt x="34986" y="2676"/>
                    <a:pt x="34287" y="1369"/>
                    <a:pt x="337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>
              <a:extLst>
                <a:ext uri="{FF2B5EF4-FFF2-40B4-BE49-F238E27FC236}">
                  <a16:creationId xmlns:a16="http://schemas.microsoft.com/office/drawing/2014/main" id="{9F6F9CB5-3C24-1636-3ECE-6314AA1BA70E}"/>
                </a:ext>
              </a:extLst>
            </p:cNvPr>
            <p:cNvSpPr/>
            <p:nvPr/>
          </p:nvSpPr>
          <p:spPr>
            <a:xfrm>
              <a:off x="2675100" y="2388425"/>
              <a:ext cx="1000800" cy="752525"/>
            </a:xfrm>
            <a:custGeom>
              <a:avLst/>
              <a:gdLst/>
              <a:ahLst/>
              <a:cxnLst/>
              <a:rect l="l" t="t" r="r" b="b"/>
              <a:pathLst>
                <a:path w="40032" h="30101" extrusionOk="0">
                  <a:moveTo>
                    <a:pt x="33800" y="404"/>
                  </a:moveTo>
                  <a:cubicBezTo>
                    <a:pt x="34378" y="1741"/>
                    <a:pt x="35046" y="3018"/>
                    <a:pt x="35837" y="4233"/>
                  </a:cubicBezTo>
                  <a:cubicBezTo>
                    <a:pt x="37174" y="6300"/>
                    <a:pt x="39666" y="15145"/>
                    <a:pt x="38633" y="18975"/>
                  </a:cubicBezTo>
                  <a:cubicBezTo>
                    <a:pt x="37660" y="22562"/>
                    <a:pt x="32189" y="26240"/>
                    <a:pt x="31490" y="26696"/>
                  </a:cubicBezTo>
                  <a:lnTo>
                    <a:pt x="15958" y="21589"/>
                  </a:lnTo>
                  <a:lnTo>
                    <a:pt x="15836" y="21589"/>
                  </a:lnTo>
                  <a:cubicBezTo>
                    <a:pt x="15775" y="21589"/>
                    <a:pt x="12371" y="22957"/>
                    <a:pt x="10243" y="24690"/>
                  </a:cubicBezTo>
                  <a:cubicBezTo>
                    <a:pt x="8359" y="26209"/>
                    <a:pt x="6474" y="28915"/>
                    <a:pt x="5988" y="29644"/>
                  </a:cubicBezTo>
                  <a:cubicBezTo>
                    <a:pt x="5076" y="28793"/>
                    <a:pt x="699" y="24659"/>
                    <a:pt x="517" y="22410"/>
                  </a:cubicBezTo>
                  <a:cubicBezTo>
                    <a:pt x="426" y="20890"/>
                    <a:pt x="851" y="19370"/>
                    <a:pt x="1733" y="18155"/>
                  </a:cubicBezTo>
                  <a:cubicBezTo>
                    <a:pt x="2006" y="17911"/>
                    <a:pt x="6991" y="13352"/>
                    <a:pt x="10031" y="9948"/>
                  </a:cubicBezTo>
                  <a:cubicBezTo>
                    <a:pt x="12797" y="6817"/>
                    <a:pt x="12827" y="4051"/>
                    <a:pt x="12766" y="3291"/>
                  </a:cubicBezTo>
                  <a:lnTo>
                    <a:pt x="33800" y="404"/>
                  </a:lnTo>
                  <a:close/>
                  <a:moveTo>
                    <a:pt x="33937" y="1"/>
                  </a:moveTo>
                  <a:cubicBezTo>
                    <a:pt x="33923" y="1"/>
                    <a:pt x="33907" y="3"/>
                    <a:pt x="33891" y="8"/>
                  </a:cubicBezTo>
                  <a:lnTo>
                    <a:pt x="12523" y="2926"/>
                  </a:lnTo>
                  <a:cubicBezTo>
                    <a:pt x="12462" y="2957"/>
                    <a:pt x="12432" y="2957"/>
                    <a:pt x="12401" y="3018"/>
                  </a:cubicBezTo>
                  <a:cubicBezTo>
                    <a:pt x="12341" y="3048"/>
                    <a:pt x="12341" y="3109"/>
                    <a:pt x="12341" y="3139"/>
                  </a:cubicBezTo>
                  <a:cubicBezTo>
                    <a:pt x="12341" y="3170"/>
                    <a:pt x="12766" y="6270"/>
                    <a:pt x="9727" y="9674"/>
                  </a:cubicBezTo>
                  <a:cubicBezTo>
                    <a:pt x="6626" y="13170"/>
                    <a:pt x="1489" y="17851"/>
                    <a:pt x="1459" y="17881"/>
                  </a:cubicBezTo>
                  <a:lnTo>
                    <a:pt x="1429" y="17911"/>
                  </a:lnTo>
                  <a:cubicBezTo>
                    <a:pt x="456" y="19218"/>
                    <a:pt x="0" y="20829"/>
                    <a:pt x="122" y="22471"/>
                  </a:cubicBezTo>
                  <a:cubicBezTo>
                    <a:pt x="334" y="25085"/>
                    <a:pt x="5623" y="29857"/>
                    <a:pt x="5866" y="30070"/>
                  </a:cubicBezTo>
                  <a:cubicBezTo>
                    <a:pt x="5892" y="30095"/>
                    <a:pt x="5938" y="30099"/>
                    <a:pt x="5988" y="30100"/>
                  </a:cubicBezTo>
                  <a:lnTo>
                    <a:pt x="5988" y="30100"/>
                  </a:lnTo>
                  <a:cubicBezTo>
                    <a:pt x="6049" y="30070"/>
                    <a:pt x="6110" y="30039"/>
                    <a:pt x="6140" y="30009"/>
                  </a:cubicBezTo>
                  <a:cubicBezTo>
                    <a:pt x="6170" y="29978"/>
                    <a:pt x="8359" y="26665"/>
                    <a:pt x="10426" y="24963"/>
                  </a:cubicBezTo>
                  <a:cubicBezTo>
                    <a:pt x="12371" y="23383"/>
                    <a:pt x="15411" y="22136"/>
                    <a:pt x="15867" y="21954"/>
                  </a:cubicBezTo>
                  <a:lnTo>
                    <a:pt x="31460" y="27060"/>
                  </a:lnTo>
                  <a:cubicBezTo>
                    <a:pt x="31475" y="27076"/>
                    <a:pt x="31498" y="27083"/>
                    <a:pt x="31524" y="27083"/>
                  </a:cubicBezTo>
                  <a:cubicBezTo>
                    <a:pt x="31551" y="27083"/>
                    <a:pt x="31581" y="27076"/>
                    <a:pt x="31612" y="27060"/>
                  </a:cubicBezTo>
                  <a:cubicBezTo>
                    <a:pt x="31855" y="26909"/>
                    <a:pt x="37903" y="23018"/>
                    <a:pt x="38967" y="19066"/>
                  </a:cubicBezTo>
                  <a:cubicBezTo>
                    <a:pt x="40031" y="15145"/>
                    <a:pt x="37508" y="6148"/>
                    <a:pt x="36141" y="4021"/>
                  </a:cubicBezTo>
                  <a:cubicBezTo>
                    <a:pt x="35350" y="2774"/>
                    <a:pt x="34651" y="1467"/>
                    <a:pt x="34104" y="130"/>
                  </a:cubicBezTo>
                  <a:cubicBezTo>
                    <a:pt x="34054" y="55"/>
                    <a:pt x="34004" y="1"/>
                    <a:pt x="33937" y="1"/>
                  </a:cubicBezTo>
                  <a:close/>
                  <a:moveTo>
                    <a:pt x="5988" y="30100"/>
                  </a:moveTo>
                  <a:lnTo>
                    <a:pt x="5988" y="30100"/>
                  </a:lnTo>
                  <a:cubicBezTo>
                    <a:pt x="5988" y="30100"/>
                    <a:pt x="5988" y="30100"/>
                    <a:pt x="5988" y="30100"/>
                  </a:cubicBezTo>
                  <a:lnTo>
                    <a:pt x="6018" y="30100"/>
                  </a:lnTo>
                  <a:cubicBezTo>
                    <a:pt x="6008" y="30100"/>
                    <a:pt x="5998" y="30100"/>
                    <a:pt x="5988" y="3010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5589C26B-0A70-F987-70A7-752FC76E48C3}"/>
                </a:ext>
              </a:extLst>
            </p:cNvPr>
            <p:cNvSpPr/>
            <p:nvPr/>
          </p:nvSpPr>
          <p:spPr>
            <a:xfrm>
              <a:off x="2146200" y="2931950"/>
              <a:ext cx="2378500" cy="955875"/>
            </a:xfrm>
            <a:custGeom>
              <a:avLst/>
              <a:gdLst/>
              <a:ahLst/>
              <a:cxnLst/>
              <a:rect l="l" t="t" r="r" b="b"/>
              <a:pathLst>
                <a:path w="95140" h="38235" extrusionOk="0">
                  <a:moveTo>
                    <a:pt x="34257" y="0"/>
                  </a:moveTo>
                  <a:cubicBezTo>
                    <a:pt x="34257" y="0"/>
                    <a:pt x="32554" y="6687"/>
                    <a:pt x="32980" y="9332"/>
                  </a:cubicBezTo>
                  <a:cubicBezTo>
                    <a:pt x="33223" y="10943"/>
                    <a:pt x="33770" y="12493"/>
                    <a:pt x="34591" y="13891"/>
                  </a:cubicBezTo>
                  <a:lnTo>
                    <a:pt x="30852" y="28694"/>
                  </a:lnTo>
                  <a:lnTo>
                    <a:pt x="1916" y="22706"/>
                  </a:lnTo>
                  <a:lnTo>
                    <a:pt x="1" y="28177"/>
                  </a:lnTo>
                  <a:cubicBezTo>
                    <a:pt x="1" y="28177"/>
                    <a:pt x="18299" y="32706"/>
                    <a:pt x="25168" y="34864"/>
                  </a:cubicBezTo>
                  <a:cubicBezTo>
                    <a:pt x="31527" y="36862"/>
                    <a:pt x="35230" y="38234"/>
                    <a:pt x="36299" y="38234"/>
                  </a:cubicBezTo>
                  <a:cubicBezTo>
                    <a:pt x="36385" y="38234"/>
                    <a:pt x="36454" y="38226"/>
                    <a:pt x="36506" y="38208"/>
                  </a:cubicBezTo>
                  <a:cubicBezTo>
                    <a:pt x="37023" y="37964"/>
                    <a:pt x="37509" y="37630"/>
                    <a:pt x="37904" y="37204"/>
                  </a:cubicBezTo>
                  <a:lnTo>
                    <a:pt x="46354" y="16687"/>
                  </a:lnTo>
                  <a:lnTo>
                    <a:pt x="66415" y="18086"/>
                  </a:lnTo>
                  <a:cubicBezTo>
                    <a:pt x="66415" y="18086"/>
                    <a:pt x="72494" y="23314"/>
                    <a:pt x="77236" y="26809"/>
                  </a:cubicBezTo>
                  <a:cubicBezTo>
                    <a:pt x="81978" y="30335"/>
                    <a:pt x="92312" y="36961"/>
                    <a:pt x="92312" y="36961"/>
                  </a:cubicBezTo>
                  <a:cubicBezTo>
                    <a:pt x="93255" y="36445"/>
                    <a:pt x="93984" y="35533"/>
                    <a:pt x="94288" y="34499"/>
                  </a:cubicBezTo>
                  <a:cubicBezTo>
                    <a:pt x="94622" y="33131"/>
                    <a:pt x="94926" y="31733"/>
                    <a:pt x="95139" y="30365"/>
                  </a:cubicBezTo>
                  <a:cubicBezTo>
                    <a:pt x="94653" y="29849"/>
                    <a:pt x="94106" y="29423"/>
                    <a:pt x="93498" y="29058"/>
                  </a:cubicBezTo>
                  <a:cubicBezTo>
                    <a:pt x="93163" y="28891"/>
                    <a:pt x="92753" y="28868"/>
                    <a:pt x="92354" y="28868"/>
                  </a:cubicBezTo>
                  <a:cubicBezTo>
                    <a:pt x="92205" y="28868"/>
                    <a:pt x="92057" y="28872"/>
                    <a:pt x="91915" y="28872"/>
                  </a:cubicBezTo>
                  <a:cubicBezTo>
                    <a:pt x="91678" y="28872"/>
                    <a:pt x="91459" y="28863"/>
                    <a:pt x="91279" y="28815"/>
                  </a:cubicBezTo>
                  <a:cubicBezTo>
                    <a:pt x="90671" y="28633"/>
                    <a:pt x="77145" y="15563"/>
                    <a:pt x="75625" y="14104"/>
                  </a:cubicBezTo>
                  <a:cubicBezTo>
                    <a:pt x="74075" y="12645"/>
                    <a:pt x="72099" y="9210"/>
                    <a:pt x="69850" y="8359"/>
                  </a:cubicBezTo>
                  <a:cubicBezTo>
                    <a:pt x="67631" y="7478"/>
                    <a:pt x="52464" y="3800"/>
                    <a:pt x="52464" y="3800"/>
                  </a:cubicBezTo>
                  <a:lnTo>
                    <a:pt x="52190" y="1550"/>
                  </a:lnTo>
                  <a:lnTo>
                    <a:pt x="34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DE34D0DA-6C3B-D1FD-4601-C7EE1A82BA89}"/>
                </a:ext>
              </a:extLst>
            </p:cNvPr>
            <p:cNvSpPr/>
            <p:nvPr/>
          </p:nvSpPr>
          <p:spPr>
            <a:xfrm>
              <a:off x="2141650" y="2926625"/>
              <a:ext cx="2387600" cy="965850"/>
            </a:xfrm>
            <a:custGeom>
              <a:avLst/>
              <a:gdLst/>
              <a:ahLst/>
              <a:cxnLst/>
              <a:rect l="l" t="t" r="r" b="b"/>
              <a:pathLst>
                <a:path w="95504" h="38634" extrusionOk="0">
                  <a:moveTo>
                    <a:pt x="34591" y="396"/>
                  </a:moveTo>
                  <a:lnTo>
                    <a:pt x="52190" y="1915"/>
                  </a:lnTo>
                  <a:lnTo>
                    <a:pt x="52433" y="4013"/>
                  </a:lnTo>
                  <a:cubicBezTo>
                    <a:pt x="52433" y="4074"/>
                    <a:pt x="52494" y="4134"/>
                    <a:pt x="52585" y="4165"/>
                  </a:cubicBezTo>
                  <a:cubicBezTo>
                    <a:pt x="52737" y="4195"/>
                    <a:pt x="67783" y="7873"/>
                    <a:pt x="69971" y="8724"/>
                  </a:cubicBezTo>
                  <a:cubicBezTo>
                    <a:pt x="71400" y="9271"/>
                    <a:pt x="72768" y="10973"/>
                    <a:pt x="73953" y="12493"/>
                  </a:cubicBezTo>
                  <a:cubicBezTo>
                    <a:pt x="74500" y="13162"/>
                    <a:pt x="75047" y="13830"/>
                    <a:pt x="75655" y="14438"/>
                  </a:cubicBezTo>
                  <a:cubicBezTo>
                    <a:pt x="75959" y="14742"/>
                    <a:pt x="76749" y="15472"/>
                    <a:pt x="77783" y="16475"/>
                  </a:cubicBezTo>
                  <a:cubicBezTo>
                    <a:pt x="87327" y="25624"/>
                    <a:pt x="91005" y="29089"/>
                    <a:pt x="91400" y="29180"/>
                  </a:cubicBezTo>
                  <a:cubicBezTo>
                    <a:pt x="91704" y="29271"/>
                    <a:pt x="92008" y="29271"/>
                    <a:pt x="92342" y="29271"/>
                  </a:cubicBezTo>
                  <a:cubicBezTo>
                    <a:pt x="92452" y="29256"/>
                    <a:pt x="92562" y="29248"/>
                    <a:pt x="92672" y="29248"/>
                  </a:cubicBezTo>
                  <a:cubicBezTo>
                    <a:pt x="92986" y="29248"/>
                    <a:pt x="93296" y="29311"/>
                    <a:pt x="93589" y="29423"/>
                  </a:cubicBezTo>
                  <a:cubicBezTo>
                    <a:pt x="94136" y="29758"/>
                    <a:pt x="94652" y="30153"/>
                    <a:pt x="95108" y="30609"/>
                  </a:cubicBezTo>
                  <a:cubicBezTo>
                    <a:pt x="94896" y="31977"/>
                    <a:pt x="94622" y="33314"/>
                    <a:pt x="94288" y="34621"/>
                  </a:cubicBezTo>
                  <a:cubicBezTo>
                    <a:pt x="93984" y="35594"/>
                    <a:pt x="93345" y="36414"/>
                    <a:pt x="92494" y="36931"/>
                  </a:cubicBezTo>
                  <a:cubicBezTo>
                    <a:pt x="91431" y="36262"/>
                    <a:pt x="81947" y="30153"/>
                    <a:pt x="77540" y="26840"/>
                  </a:cubicBezTo>
                  <a:cubicBezTo>
                    <a:pt x="72889" y="23375"/>
                    <a:pt x="66810" y="18177"/>
                    <a:pt x="66749" y="18116"/>
                  </a:cubicBezTo>
                  <a:cubicBezTo>
                    <a:pt x="66688" y="18086"/>
                    <a:pt x="66658" y="18055"/>
                    <a:pt x="66628" y="18055"/>
                  </a:cubicBezTo>
                  <a:lnTo>
                    <a:pt x="46566" y="16657"/>
                  </a:lnTo>
                  <a:cubicBezTo>
                    <a:pt x="46475" y="16657"/>
                    <a:pt x="46384" y="16688"/>
                    <a:pt x="46354" y="16779"/>
                  </a:cubicBezTo>
                  <a:lnTo>
                    <a:pt x="37904" y="37265"/>
                  </a:lnTo>
                  <a:cubicBezTo>
                    <a:pt x="37539" y="37691"/>
                    <a:pt x="37113" y="37995"/>
                    <a:pt x="36627" y="38238"/>
                  </a:cubicBezTo>
                  <a:cubicBezTo>
                    <a:pt x="36592" y="38252"/>
                    <a:pt x="36542" y="38258"/>
                    <a:pt x="36479" y="38258"/>
                  </a:cubicBezTo>
                  <a:cubicBezTo>
                    <a:pt x="35835" y="38258"/>
                    <a:pt x="33773" y="37574"/>
                    <a:pt x="31004" y="36688"/>
                  </a:cubicBezTo>
                  <a:cubicBezTo>
                    <a:pt x="29484" y="36171"/>
                    <a:pt x="27600" y="35563"/>
                    <a:pt x="25441" y="34895"/>
                  </a:cubicBezTo>
                  <a:cubicBezTo>
                    <a:pt x="19028" y="32889"/>
                    <a:pt x="2462" y="28755"/>
                    <a:pt x="456" y="28268"/>
                  </a:cubicBezTo>
                  <a:lnTo>
                    <a:pt x="2219" y="23132"/>
                  </a:lnTo>
                  <a:lnTo>
                    <a:pt x="30973" y="29089"/>
                  </a:lnTo>
                  <a:cubicBezTo>
                    <a:pt x="31095" y="29089"/>
                    <a:pt x="31186" y="29028"/>
                    <a:pt x="31217" y="28937"/>
                  </a:cubicBezTo>
                  <a:lnTo>
                    <a:pt x="34955" y="14165"/>
                  </a:lnTo>
                  <a:cubicBezTo>
                    <a:pt x="34986" y="14104"/>
                    <a:pt x="34955" y="14043"/>
                    <a:pt x="34955" y="14013"/>
                  </a:cubicBezTo>
                  <a:cubicBezTo>
                    <a:pt x="34135" y="12615"/>
                    <a:pt x="33587" y="11095"/>
                    <a:pt x="33344" y="9514"/>
                  </a:cubicBezTo>
                  <a:cubicBezTo>
                    <a:pt x="32949" y="7174"/>
                    <a:pt x="34317" y="1429"/>
                    <a:pt x="34591" y="396"/>
                  </a:cubicBezTo>
                  <a:close/>
                  <a:moveTo>
                    <a:pt x="34469" y="1"/>
                  </a:moveTo>
                  <a:cubicBezTo>
                    <a:pt x="34378" y="1"/>
                    <a:pt x="34287" y="61"/>
                    <a:pt x="34256" y="152"/>
                  </a:cubicBezTo>
                  <a:cubicBezTo>
                    <a:pt x="34195" y="426"/>
                    <a:pt x="32524" y="6931"/>
                    <a:pt x="32980" y="9575"/>
                  </a:cubicBezTo>
                  <a:cubicBezTo>
                    <a:pt x="33223" y="11186"/>
                    <a:pt x="33770" y="12736"/>
                    <a:pt x="34591" y="14134"/>
                  </a:cubicBezTo>
                  <a:lnTo>
                    <a:pt x="30882" y="28664"/>
                  </a:lnTo>
                  <a:lnTo>
                    <a:pt x="2158" y="22706"/>
                  </a:lnTo>
                  <a:cubicBezTo>
                    <a:pt x="2067" y="22706"/>
                    <a:pt x="1976" y="22736"/>
                    <a:pt x="1946" y="22828"/>
                  </a:cubicBezTo>
                  <a:lnTo>
                    <a:pt x="31" y="28329"/>
                  </a:lnTo>
                  <a:cubicBezTo>
                    <a:pt x="0" y="28390"/>
                    <a:pt x="0" y="28451"/>
                    <a:pt x="31" y="28481"/>
                  </a:cubicBezTo>
                  <a:cubicBezTo>
                    <a:pt x="61" y="28542"/>
                    <a:pt x="91" y="28572"/>
                    <a:pt x="152" y="28572"/>
                  </a:cubicBezTo>
                  <a:cubicBezTo>
                    <a:pt x="335" y="28633"/>
                    <a:pt x="18542" y="33132"/>
                    <a:pt x="25320" y="35259"/>
                  </a:cubicBezTo>
                  <a:cubicBezTo>
                    <a:pt x="27478" y="35928"/>
                    <a:pt x="29362" y="36536"/>
                    <a:pt x="30882" y="37053"/>
                  </a:cubicBezTo>
                  <a:cubicBezTo>
                    <a:pt x="34165" y="38117"/>
                    <a:pt x="35776" y="38633"/>
                    <a:pt x="36475" y="38633"/>
                  </a:cubicBezTo>
                  <a:cubicBezTo>
                    <a:pt x="36566" y="38633"/>
                    <a:pt x="36688" y="38633"/>
                    <a:pt x="36749" y="38603"/>
                  </a:cubicBezTo>
                  <a:cubicBezTo>
                    <a:pt x="37326" y="38360"/>
                    <a:pt x="37812" y="37995"/>
                    <a:pt x="38208" y="37539"/>
                  </a:cubicBezTo>
                  <a:cubicBezTo>
                    <a:pt x="38238" y="37509"/>
                    <a:pt x="38238" y="37509"/>
                    <a:pt x="38238" y="37478"/>
                  </a:cubicBezTo>
                  <a:lnTo>
                    <a:pt x="46658" y="17083"/>
                  </a:lnTo>
                  <a:lnTo>
                    <a:pt x="66536" y="18451"/>
                  </a:lnTo>
                  <a:cubicBezTo>
                    <a:pt x="67114" y="18967"/>
                    <a:pt x="72859" y="23861"/>
                    <a:pt x="77297" y="27174"/>
                  </a:cubicBezTo>
                  <a:cubicBezTo>
                    <a:pt x="81977" y="30670"/>
                    <a:pt x="92282" y="37296"/>
                    <a:pt x="92373" y="37357"/>
                  </a:cubicBezTo>
                  <a:cubicBezTo>
                    <a:pt x="92403" y="37372"/>
                    <a:pt x="92434" y="37379"/>
                    <a:pt x="92464" y="37379"/>
                  </a:cubicBezTo>
                  <a:cubicBezTo>
                    <a:pt x="92494" y="37379"/>
                    <a:pt x="92525" y="37372"/>
                    <a:pt x="92555" y="37357"/>
                  </a:cubicBezTo>
                  <a:cubicBezTo>
                    <a:pt x="93589" y="36810"/>
                    <a:pt x="94318" y="35867"/>
                    <a:pt x="94652" y="34743"/>
                  </a:cubicBezTo>
                  <a:cubicBezTo>
                    <a:pt x="94987" y="33375"/>
                    <a:pt x="95291" y="31977"/>
                    <a:pt x="95504" y="30578"/>
                  </a:cubicBezTo>
                  <a:cubicBezTo>
                    <a:pt x="95504" y="30518"/>
                    <a:pt x="95504" y="30457"/>
                    <a:pt x="95443" y="30396"/>
                  </a:cubicBezTo>
                  <a:cubicBezTo>
                    <a:pt x="94956" y="29910"/>
                    <a:pt x="94379" y="29454"/>
                    <a:pt x="93771" y="29089"/>
                  </a:cubicBezTo>
                  <a:cubicBezTo>
                    <a:pt x="93410" y="28945"/>
                    <a:pt x="93030" y="28858"/>
                    <a:pt x="92647" y="28858"/>
                  </a:cubicBezTo>
                  <a:cubicBezTo>
                    <a:pt x="92545" y="28858"/>
                    <a:pt x="92444" y="28864"/>
                    <a:pt x="92342" y="28876"/>
                  </a:cubicBezTo>
                  <a:cubicBezTo>
                    <a:pt x="92069" y="28876"/>
                    <a:pt x="91795" y="28876"/>
                    <a:pt x="91522" y="28816"/>
                  </a:cubicBezTo>
                  <a:cubicBezTo>
                    <a:pt x="90914" y="28542"/>
                    <a:pt x="81917" y="19879"/>
                    <a:pt x="78056" y="16201"/>
                  </a:cubicBezTo>
                  <a:lnTo>
                    <a:pt x="75929" y="14134"/>
                  </a:lnTo>
                  <a:cubicBezTo>
                    <a:pt x="75321" y="13557"/>
                    <a:pt x="74774" y="12919"/>
                    <a:pt x="74257" y="12250"/>
                  </a:cubicBezTo>
                  <a:cubicBezTo>
                    <a:pt x="73041" y="10700"/>
                    <a:pt x="71643" y="8967"/>
                    <a:pt x="70123" y="8390"/>
                  </a:cubicBezTo>
                  <a:cubicBezTo>
                    <a:pt x="67965" y="7539"/>
                    <a:pt x="54378" y="4195"/>
                    <a:pt x="52798" y="3830"/>
                  </a:cubicBezTo>
                  <a:lnTo>
                    <a:pt x="52554" y="1733"/>
                  </a:lnTo>
                  <a:cubicBezTo>
                    <a:pt x="52554" y="1642"/>
                    <a:pt x="52494" y="1551"/>
                    <a:pt x="52402" y="1551"/>
                  </a:cubicBezTo>
                  <a:lnTo>
                    <a:pt x="34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>
              <a:extLst>
                <a:ext uri="{FF2B5EF4-FFF2-40B4-BE49-F238E27FC236}">
                  <a16:creationId xmlns:a16="http://schemas.microsoft.com/office/drawing/2014/main" id="{30931F04-8ADC-5DCD-C070-0D7483EF2A3A}"/>
                </a:ext>
              </a:extLst>
            </p:cNvPr>
            <p:cNvSpPr/>
            <p:nvPr/>
          </p:nvSpPr>
          <p:spPr>
            <a:xfrm>
              <a:off x="2991975" y="2153050"/>
              <a:ext cx="579050" cy="835425"/>
            </a:xfrm>
            <a:custGeom>
              <a:avLst/>
              <a:gdLst/>
              <a:ahLst/>
              <a:cxnLst/>
              <a:rect l="l" t="t" r="r" b="b"/>
              <a:pathLst>
                <a:path w="23162" h="33417" extrusionOk="0">
                  <a:moveTo>
                    <a:pt x="21885" y="1"/>
                  </a:moveTo>
                  <a:lnTo>
                    <a:pt x="1368" y="1642"/>
                  </a:lnTo>
                  <a:lnTo>
                    <a:pt x="517" y="18269"/>
                  </a:lnTo>
                  <a:cubicBezTo>
                    <a:pt x="517" y="18269"/>
                    <a:pt x="851" y="27022"/>
                    <a:pt x="760" y="27296"/>
                  </a:cubicBezTo>
                  <a:cubicBezTo>
                    <a:pt x="699" y="27570"/>
                    <a:pt x="0" y="30792"/>
                    <a:pt x="426" y="31156"/>
                  </a:cubicBezTo>
                  <a:cubicBezTo>
                    <a:pt x="851" y="31491"/>
                    <a:pt x="16231" y="33406"/>
                    <a:pt x="16991" y="33406"/>
                  </a:cubicBezTo>
                  <a:cubicBezTo>
                    <a:pt x="17191" y="33406"/>
                    <a:pt x="17374" y="33416"/>
                    <a:pt x="17537" y="33416"/>
                  </a:cubicBezTo>
                  <a:cubicBezTo>
                    <a:pt x="17994" y="33416"/>
                    <a:pt x="18292" y="33334"/>
                    <a:pt x="18359" y="32706"/>
                  </a:cubicBezTo>
                  <a:cubicBezTo>
                    <a:pt x="18450" y="31855"/>
                    <a:pt x="18541" y="30974"/>
                    <a:pt x="18541" y="30974"/>
                  </a:cubicBezTo>
                  <a:lnTo>
                    <a:pt x="23162" y="12980"/>
                  </a:lnTo>
                  <a:lnTo>
                    <a:pt x="2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A3EFC8E0-F3E2-3E3B-0E6F-6039853C7865}"/>
                </a:ext>
              </a:extLst>
            </p:cNvPr>
            <p:cNvSpPr/>
            <p:nvPr/>
          </p:nvSpPr>
          <p:spPr>
            <a:xfrm>
              <a:off x="2985875" y="2148350"/>
              <a:ext cx="589700" cy="844400"/>
            </a:xfrm>
            <a:custGeom>
              <a:avLst/>
              <a:gdLst/>
              <a:ahLst/>
              <a:cxnLst/>
              <a:rect l="l" t="t" r="r" b="b"/>
              <a:pathLst>
                <a:path w="23588" h="33776" extrusionOk="0">
                  <a:moveTo>
                    <a:pt x="21947" y="371"/>
                  </a:moveTo>
                  <a:lnTo>
                    <a:pt x="23223" y="13107"/>
                  </a:lnTo>
                  <a:lnTo>
                    <a:pt x="18603" y="31132"/>
                  </a:lnTo>
                  <a:lnTo>
                    <a:pt x="18421" y="32864"/>
                  </a:lnTo>
                  <a:cubicBezTo>
                    <a:pt x="18371" y="33307"/>
                    <a:pt x="18243" y="33391"/>
                    <a:pt x="17873" y="33391"/>
                  </a:cubicBezTo>
                  <a:cubicBezTo>
                    <a:pt x="17786" y="33391"/>
                    <a:pt x="17686" y="33387"/>
                    <a:pt x="17570" y="33381"/>
                  </a:cubicBezTo>
                  <a:lnTo>
                    <a:pt x="17235" y="33381"/>
                  </a:lnTo>
                  <a:cubicBezTo>
                    <a:pt x="16384" y="33381"/>
                    <a:pt x="1399" y="31496"/>
                    <a:pt x="791" y="31192"/>
                  </a:cubicBezTo>
                  <a:cubicBezTo>
                    <a:pt x="518" y="30888"/>
                    <a:pt x="1065" y="27970"/>
                    <a:pt x="1186" y="27545"/>
                  </a:cubicBezTo>
                  <a:cubicBezTo>
                    <a:pt x="1277" y="27271"/>
                    <a:pt x="1065" y="21131"/>
                    <a:pt x="943" y="18457"/>
                  </a:cubicBezTo>
                  <a:lnTo>
                    <a:pt x="1794" y="1982"/>
                  </a:lnTo>
                  <a:lnTo>
                    <a:pt x="21947" y="371"/>
                  </a:lnTo>
                  <a:close/>
                  <a:moveTo>
                    <a:pt x="22146" y="0"/>
                  </a:moveTo>
                  <a:cubicBezTo>
                    <a:pt x="22131" y="0"/>
                    <a:pt x="22115" y="2"/>
                    <a:pt x="22099" y="6"/>
                  </a:cubicBezTo>
                  <a:lnTo>
                    <a:pt x="1581" y="1617"/>
                  </a:lnTo>
                  <a:cubicBezTo>
                    <a:pt x="1490" y="1617"/>
                    <a:pt x="1429" y="1709"/>
                    <a:pt x="1429" y="1800"/>
                  </a:cubicBezTo>
                  <a:lnTo>
                    <a:pt x="578" y="18457"/>
                  </a:lnTo>
                  <a:lnTo>
                    <a:pt x="578" y="18487"/>
                  </a:lnTo>
                  <a:cubicBezTo>
                    <a:pt x="700" y="21891"/>
                    <a:pt x="882" y="27119"/>
                    <a:pt x="852" y="27423"/>
                  </a:cubicBezTo>
                  <a:cubicBezTo>
                    <a:pt x="822" y="27454"/>
                    <a:pt x="1" y="31040"/>
                    <a:pt x="548" y="31496"/>
                  </a:cubicBezTo>
                  <a:cubicBezTo>
                    <a:pt x="1126" y="31952"/>
                    <a:pt x="17114" y="33776"/>
                    <a:pt x="17235" y="33776"/>
                  </a:cubicBezTo>
                  <a:lnTo>
                    <a:pt x="17813" y="33776"/>
                  </a:lnTo>
                  <a:cubicBezTo>
                    <a:pt x="18299" y="33776"/>
                    <a:pt x="18725" y="33685"/>
                    <a:pt x="18785" y="32894"/>
                  </a:cubicBezTo>
                  <a:lnTo>
                    <a:pt x="18968" y="31223"/>
                  </a:lnTo>
                  <a:lnTo>
                    <a:pt x="23588" y="13198"/>
                  </a:lnTo>
                  <a:cubicBezTo>
                    <a:pt x="23588" y="13168"/>
                    <a:pt x="23588" y="13137"/>
                    <a:pt x="23588" y="13137"/>
                  </a:cubicBezTo>
                  <a:lnTo>
                    <a:pt x="22311" y="158"/>
                  </a:lnTo>
                  <a:cubicBezTo>
                    <a:pt x="22311" y="79"/>
                    <a:pt x="22243" y="0"/>
                    <a:pt x="22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CDF231FD-607B-6357-68E4-9414698649DF}"/>
                </a:ext>
              </a:extLst>
            </p:cNvPr>
            <p:cNvSpPr/>
            <p:nvPr/>
          </p:nvSpPr>
          <p:spPr>
            <a:xfrm>
              <a:off x="3306550" y="2637375"/>
              <a:ext cx="38375" cy="29400"/>
            </a:xfrm>
            <a:custGeom>
              <a:avLst/>
              <a:gdLst/>
              <a:ahLst/>
              <a:cxnLst/>
              <a:rect l="l" t="t" r="r" b="b"/>
              <a:pathLst>
                <a:path w="1535" h="1176" extrusionOk="0">
                  <a:moveTo>
                    <a:pt x="1249" y="0"/>
                  </a:moveTo>
                  <a:cubicBezTo>
                    <a:pt x="1209" y="0"/>
                    <a:pt x="1167" y="15"/>
                    <a:pt x="1125" y="51"/>
                  </a:cubicBezTo>
                  <a:lnTo>
                    <a:pt x="122" y="810"/>
                  </a:lnTo>
                  <a:cubicBezTo>
                    <a:pt x="31" y="871"/>
                    <a:pt x="1" y="993"/>
                    <a:pt x="92" y="1084"/>
                  </a:cubicBezTo>
                  <a:cubicBezTo>
                    <a:pt x="122" y="1145"/>
                    <a:pt x="183" y="1175"/>
                    <a:pt x="244" y="1175"/>
                  </a:cubicBezTo>
                  <a:cubicBezTo>
                    <a:pt x="274" y="1175"/>
                    <a:pt x="305" y="1145"/>
                    <a:pt x="335" y="1114"/>
                  </a:cubicBezTo>
                  <a:lnTo>
                    <a:pt x="1338" y="355"/>
                  </a:lnTo>
                  <a:cubicBezTo>
                    <a:pt x="1534" y="257"/>
                    <a:pt x="1414" y="0"/>
                    <a:pt x="124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5">
              <a:extLst>
                <a:ext uri="{FF2B5EF4-FFF2-40B4-BE49-F238E27FC236}">
                  <a16:creationId xmlns:a16="http://schemas.microsoft.com/office/drawing/2014/main" id="{8557F678-1525-2259-811B-FBB98A655CDB}"/>
                </a:ext>
              </a:extLst>
            </p:cNvPr>
            <p:cNvSpPr/>
            <p:nvPr/>
          </p:nvSpPr>
          <p:spPr>
            <a:xfrm>
              <a:off x="3010200" y="2675000"/>
              <a:ext cx="285775" cy="209850"/>
            </a:xfrm>
            <a:custGeom>
              <a:avLst/>
              <a:gdLst/>
              <a:ahLst/>
              <a:cxnLst/>
              <a:rect l="l" t="t" r="r" b="b"/>
              <a:pathLst>
                <a:path w="11431" h="8394" extrusionOk="0">
                  <a:moveTo>
                    <a:pt x="11144" y="0"/>
                  </a:moveTo>
                  <a:cubicBezTo>
                    <a:pt x="11099" y="0"/>
                    <a:pt x="11050" y="19"/>
                    <a:pt x="11004" y="65"/>
                  </a:cubicBezTo>
                  <a:cubicBezTo>
                    <a:pt x="8633" y="1828"/>
                    <a:pt x="4499" y="4837"/>
                    <a:pt x="3648" y="5354"/>
                  </a:cubicBezTo>
                  <a:cubicBezTo>
                    <a:pt x="2402" y="6175"/>
                    <a:pt x="1216" y="7087"/>
                    <a:pt x="92" y="8059"/>
                  </a:cubicBezTo>
                  <a:cubicBezTo>
                    <a:pt x="1" y="8120"/>
                    <a:pt x="1" y="8242"/>
                    <a:pt x="61" y="8333"/>
                  </a:cubicBezTo>
                  <a:cubicBezTo>
                    <a:pt x="92" y="8363"/>
                    <a:pt x="153" y="8394"/>
                    <a:pt x="183" y="8394"/>
                  </a:cubicBezTo>
                  <a:cubicBezTo>
                    <a:pt x="244" y="8394"/>
                    <a:pt x="274" y="8394"/>
                    <a:pt x="335" y="8363"/>
                  </a:cubicBezTo>
                  <a:cubicBezTo>
                    <a:pt x="1429" y="7391"/>
                    <a:pt x="2615" y="6509"/>
                    <a:pt x="3830" y="5689"/>
                  </a:cubicBezTo>
                  <a:cubicBezTo>
                    <a:pt x="4651" y="5202"/>
                    <a:pt x="8299" y="2527"/>
                    <a:pt x="11217" y="369"/>
                  </a:cubicBezTo>
                  <a:cubicBezTo>
                    <a:pt x="11431" y="250"/>
                    <a:pt x="11309" y="0"/>
                    <a:pt x="11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0C14F926-E2B0-F0AE-F705-72953EA2D183}"/>
                </a:ext>
              </a:extLst>
            </p:cNvPr>
            <p:cNvSpPr/>
            <p:nvPr/>
          </p:nvSpPr>
          <p:spPr>
            <a:xfrm>
              <a:off x="3118875" y="2554625"/>
              <a:ext cx="223025" cy="217775"/>
            </a:xfrm>
            <a:custGeom>
              <a:avLst/>
              <a:gdLst/>
              <a:ahLst/>
              <a:cxnLst/>
              <a:rect l="l" t="t" r="r" b="b"/>
              <a:pathLst>
                <a:path w="8921" h="8711" extrusionOk="0">
                  <a:moveTo>
                    <a:pt x="8646" y="1"/>
                  </a:moveTo>
                  <a:cubicBezTo>
                    <a:pt x="8598" y="1"/>
                    <a:pt x="8550" y="24"/>
                    <a:pt x="8511" y="78"/>
                  </a:cubicBezTo>
                  <a:cubicBezTo>
                    <a:pt x="8450" y="139"/>
                    <a:pt x="2857" y="6035"/>
                    <a:pt x="91" y="8376"/>
                  </a:cubicBezTo>
                  <a:cubicBezTo>
                    <a:pt x="0" y="8467"/>
                    <a:pt x="0" y="8589"/>
                    <a:pt x="61" y="8649"/>
                  </a:cubicBezTo>
                  <a:cubicBezTo>
                    <a:pt x="91" y="8710"/>
                    <a:pt x="152" y="8710"/>
                    <a:pt x="213" y="8710"/>
                  </a:cubicBezTo>
                  <a:cubicBezTo>
                    <a:pt x="243" y="8710"/>
                    <a:pt x="304" y="8710"/>
                    <a:pt x="334" y="8680"/>
                  </a:cubicBezTo>
                  <a:cubicBezTo>
                    <a:pt x="3131" y="6309"/>
                    <a:pt x="8724" y="412"/>
                    <a:pt x="8784" y="351"/>
                  </a:cubicBezTo>
                  <a:cubicBezTo>
                    <a:pt x="8920" y="193"/>
                    <a:pt x="8786" y="1"/>
                    <a:pt x="86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B64FA9FF-6C0E-CAD8-3CBA-F8FC7D56CF9C}"/>
                </a:ext>
              </a:extLst>
            </p:cNvPr>
            <p:cNvSpPr/>
            <p:nvPr/>
          </p:nvSpPr>
          <p:spPr>
            <a:xfrm>
              <a:off x="3139375" y="2874000"/>
              <a:ext cx="168725" cy="52650"/>
            </a:xfrm>
            <a:custGeom>
              <a:avLst/>
              <a:gdLst/>
              <a:ahLst/>
              <a:cxnLst/>
              <a:rect l="l" t="t" r="r" b="b"/>
              <a:pathLst>
                <a:path w="6749" h="2106" extrusionOk="0">
                  <a:moveTo>
                    <a:pt x="6554" y="0"/>
                  </a:moveTo>
                  <a:cubicBezTo>
                    <a:pt x="6538" y="0"/>
                    <a:pt x="6522" y="3"/>
                    <a:pt x="6505" y="8"/>
                  </a:cubicBezTo>
                  <a:cubicBezTo>
                    <a:pt x="4651" y="495"/>
                    <a:pt x="2068" y="1224"/>
                    <a:pt x="153" y="1710"/>
                  </a:cubicBezTo>
                  <a:cubicBezTo>
                    <a:pt x="62" y="1741"/>
                    <a:pt x="1" y="1832"/>
                    <a:pt x="31" y="1954"/>
                  </a:cubicBezTo>
                  <a:cubicBezTo>
                    <a:pt x="62" y="2045"/>
                    <a:pt x="122" y="2075"/>
                    <a:pt x="214" y="2106"/>
                  </a:cubicBezTo>
                  <a:lnTo>
                    <a:pt x="274" y="2075"/>
                  </a:lnTo>
                  <a:cubicBezTo>
                    <a:pt x="2189" y="1589"/>
                    <a:pt x="4773" y="859"/>
                    <a:pt x="6597" y="373"/>
                  </a:cubicBezTo>
                  <a:cubicBezTo>
                    <a:pt x="6688" y="343"/>
                    <a:pt x="6749" y="251"/>
                    <a:pt x="6718" y="130"/>
                  </a:cubicBezTo>
                  <a:cubicBezTo>
                    <a:pt x="6693" y="55"/>
                    <a:pt x="6627" y="0"/>
                    <a:pt x="6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5">
              <a:extLst>
                <a:ext uri="{FF2B5EF4-FFF2-40B4-BE49-F238E27FC236}">
                  <a16:creationId xmlns:a16="http://schemas.microsoft.com/office/drawing/2014/main" id="{58D181A0-EBFF-7EAE-8B89-58A1D513F4E4}"/>
                </a:ext>
              </a:extLst>
            </p:cNvPr>
            <p:cNvSpPr/>
            <p:nvPr/>
          </p:nvSpPr>
          <p:spPr>
            <a:xfrm>
              <a:off x="3327825" y="2851950"/>
              <a:ext cx="61575" cy="23025"/>
            </a:xfrm>
            <a:custGeom>
              <a:avLst/>
              <a:gdLst/>
              <a:ahLst/>
              <a:cxnLst/>
              <a:rect l="l" t="t" r="r" b="b"/>
              <a:pathLst>
                <a:path w="2463" h="921" extrusionOk="0">
                  <a:moveTo>
                    <a:pt x="2268" y="1"/>
                  </a:moveTo>
                  <a:cubicBezTo>
                    <a:pt x="2252" y="1"/>
                    <a:pt x="2236" y="3"/>
                    <a:pt x="2220" y="9"/>
                  </a:cubicBezTo>
                  <a:lnTo>
                    <a:pt x="183" y="556"/>
                  </a:lnTo>
                  <a:cubicBezTo>
                    <a:pt x="62" y="586"/>
                    <a:pt x="1" y="677"/>
                    <a:pt x="31" y="799"/>
                  </a:cubicBezTo>
                  <a:cubicBezTo>
                    <a:pt x="62" y="860"/>
                    <a:pt x="153" y="921"/>
                    <a:pt x="244" y="921"/>
                  </a:cubicBezTo>
                  <a:lnTo>
                    <a:pt x="274" y="921"/>
                  </a:lnTo>
                  <a:lnTo>
                    <a:pt x="2311" y="373"/>
                  </a:lnTo>
                  <a:cubicBezTo>
                    <a:pt x="2402" y="343"/>
                    <a:pt x="2463" y="222"/>
                    <a:pt x="2433" y="130"/>
                  </a:cubicBezTo>
                  <a:cubicBezTo>
                    <a:pt x="2408" y="55"/>
                    <a:pt x="2341" y="1"/>
                    <a:pt x="2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5">
              <a:extLst>
                <a:ext uri="{FF2B5EF4-FFF2-40B4-BE49-F238E27FC236}">
                  <a16:creationId xmlns:a16="http://schemas.microsoft.com/office/drawing/2014/main" id="{9DDBEB95-07C6-63DF-4C07-532D7012C2B5}"/>
                </a:ext>
              </a:extLst>
            </p:cNvPr>
            <p:cNvSpPr/>
            <p:nvPr/>
          </p:nvSpPr>
          <p:spPr>
            <a:xfrm>
              <a:off x="4309625" y="1319800"/>
              <a:ext cx="250775" cy="280850"/>
            </a:xfrm>
            <a:custGeom>
              <a:avLst/>
              <a:gdLst/>
              <a:ahLst/>
              <a:cxnLst/>
              <a:rect l="l" t="t" r="r" b="b"/>
              <a:pathLst>
                <a:path w="10031" h="11234" extrusionOk="0">
                  <a:moveTo>
                    <a:pt x="5842" y="0"/>
                  </a:moveTo>
                  <a:cubicBezTo>
                    <a:pt x="5507" y="0"/>
                    <a:pt x="4012" y="2570"/>
                    <a:pt x="4012" y="2570"/>
                  </a:cubicBezTo>
                  <a:lnTo>
                    <a:pt x="0" y="9197"/>
                  </a:lnTo>
                  <a:lnTo>
                    <a:pt x="2097" y="11233"/>
                  </a:lnTo>
                  <a:cubicBezTo>
                    <a:pt x="3131" y="10868"/>
                    <a:pt x="4073" y="10382"/>
                    <a:pt x="4955" y="9713"/>
                  </a:cubicBezTo>
                  <a:cubicBezTo>
                    <a:pt x="6566" y="8589"/>
                    <a:pt x="6961" y="7738"/>
                    <a:pt x="6961" y="7738"/>
                  </a:cubicBezTo>
                  <a:cubicBezTo>
                    <a:pt x="6961" y="7738"/>
                    <a:pt x="9909" y="7464"/>
                    <a:pt x="9970" y="7069"/>
                  </a:cubicBezTo>
                  <a:cubicBezTo>
                    <a:pt x="10031" y="6643"/>
                    <a:pt x="6566" y="6522"/>
                    <a:pt x="6566" y="6522"/>
                  </a:cubicBezTo>
                  <a:cubicBezTo>
                    <a:pt x="6566" y="6522"/>
                    <a:pt x="9970" y="4333"/>
                    <a:pt x="9818" y="3908"/>
                  </a:cubicBezTo>
                  <a:cubicBezTo>
                    <a:pt x="9803" y="3859"/>
                    <a:pt x="9737" y="3838"/>
                    <a:pt x="9632" y="3838"/>
                  </a:cubicBezTo>
                  <a:cubicBezTo>
                    <a:pt x="8892" y="3838"/>
                    <a:pt x="6231" y="4911"/>
                    <a:pt x="6231" y="4911"/>
                  </a:cubicBezTo>
                  <a:cubicBezTo>
                    <a:pt x="6231" y="4911"/>
                    <a:pt x="8146" y="2388"/>
                    <a:pt x="8298" y="1780"/>
                  </a:cubicBezTo>
                  <a:cubicBezTo>
                    <a:pt x="8345" y="1546"/>
                    <a:pt x="8248" y="1474"/>
                    <a:pt x="8111" y="1474"/>
                  </a:cubicBezTo>
                  <a:cubicBezTo>
                    <a:pt x="7891" y="1474"/>
                    <a:pt x="7569" y="1659"/>
                    <a:pt x="7569" y="1659"/>
                  </a:cubicBezTo>
                  <a:lnTo>
                    <a:pt x="4620" y="4637"/>
                  </a:lnTo>
                  <a:cubicBezTo>
                    <a:pt x="4620" y="4637"/>
                    <a:pt x="5563" y="1659"/>
                    <a:pt x="5806" y="1111"/>
                  </a:cubicBezTo>
                  <a:cubicBezTo>
                    <a:pt x="6049" y="808"/>
                    <a:pt x="6049" y="382"/>
                    <a:pt x="5897" y="48"/>
                  </a:cubicBezTo>
                  <a:cubicBezTo>
                    <a:pt x="5886" y="15"/>
                    <a:pt x="5867" y="0"/>
                    <a:pt x="5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>
              <a:extLst>
                <a:ext uri="{FF2B5EF4-FFF2-40B4-BE49-F238E27FC236}">
                  <a16:creationId xmlns:a16="http://schemas.microsoft.com/office/drawing/2014/main" id="{B289C279-162B-C32F-4C8C-7778F6C07BC7}"/>
                </a:ext>
              </a:extLst>
            </p:cNvPr>
            <p:cNvSpPr/>
            <p:nvPr/>
          </p:nvSpPr>
          <p:spPr>
            <a:xfrm>
              <a:off x="4304300" y="1315500"/>
              <a:ext cx="259900" cy="291225"/>
            </a:xfrm>
            <a:custGeom>
              <a:avLst/>
              <a:gdLst/>
              <a:ahLst/>
              <a:cxnLst/>
              <a:rect l="l" t="t" r="r" b="b"/>
              <a:pathLst>
                <a:path w="10396" h="11649" extrusionOk="0">
                  <a:moveTo>
                    <a:pt x="5958" y="432"/>
                  </a:moveTo>
                  <a:lnTo>
                    <a:pt x="5958" y="432"/>
                  </a:lnTo>
                  <a:cubicBezTo>
                    <a:pt x="6049" y="736"/>
                    <a:pt x="6049" y="828"/>
                    <a:pt x="5867" y="1192"/>
                  </a:cubicBezTo>
                  <a:cubicBezTo>
                    <a:pt x="5593" y="1739"/>
                    <a:pt x="4681" y="4657"/>
                    <a:pt x="4651" y="4779"/>
                  </a:cubicBezTo>
                  <a:cubicBezTo>
                    <a:pt x="4608" y="4909"/>
                    <a:pt x="4719" y="5024"/>
                    <a:pt x="4830" y="5024"/>
                  </a:cubicBezTo>
                  <a:cubicBezTo>
                    <a:pt x="4875" y="5024"/>
                    <a:pt x="4920" y="5005"/>
                    <a:pt x="4955" y="4961"/>
                  </a:cubicBezTo>
                  <a:lnTo>
                    <a:pt x="7873" y="2013"/>
                  </a:lnTo>
                  <a:cubicBezTo>
                    <a:pt x="8025" y="1922"/>
                    <a:pt x="8177" y="1891"/>
                    <a:pt x="8329" y="1861"/>
                  </a:cubicBezTo>
                  <a:cubicBezTo>
                    <a:pt x="8329" y="1891"/>
                    <a:pt x="8329" y="1922"/>
                    <a:pt x="8329" y="1952"/>
                  </a:cubicBezTo>
                  <a:cubicBezTo>
                    <a:pt x="8238" y="2347"/>
                    <a:pt x="7052" y="3989"/>
                    <a:pt x="6292" y="4992"/>
                  </a:cubicBezTo>
                  <a:cubicBezTo>
                    <a:pt x="6232" y="5083"/>
                    <a:pt x="6232" y="5174"/>
                    <a:pt x="6292" y="5235"/>
                  </a:cubicBezTo>
                  <a:cubicBezTo>
                    <a:pt x="6315" y="5279"/>
                    <a:pt x="6369" y="5308"/>
                    <a:pt x="6433" y="5308"/>
                  </a:cubicBezTo>
                  <a:cubicBezTo>
                    <a:pt x="6456" y="5308"/>
                    <a:pt x="6481" y="5304"/>
                    <a:pt x="6505" y="5296"/>
                  </a:cubicBezTo>
                  <a:cubicBezTo>
                    <a:pt x="7782" y="4779"/>
                    <a:pt x="9301" y="4262"/>
                    <a:pt x="9788" y="4232"/>
                  </a:cubicBezTo>
                  <a:lnTo>
                    <a:pt x="9788" y="4232"/>
                  </a:lnTo>
                  <a:cubicBezTo>
                    <a:pt x="9453" y="4657"/>
                    <a:pt x="7994" y="5721"/>
                    <a:pt x="6657" y="6572"/>
                  </a:cubicBezTo>
                  <a:cubicBezTo>
                    <a:pt x="6596" y="6603"/>
                    <a:pt x="6566" y="6694"/>
                    <a:pt x="6596" y="6785"/>
                  </a:cubicBezTo>
                  <a:cubicBezTo>
                    <a:pt x="6596" y="6846"/>
                    <a:pt x="6687" y="6907"/>
                    <a:pt x="6748" y="6907"/>
                  </a:cubicBezTo>
                  <a:cubicBezTo>
                    <a:pt x="7812" y="6937"/>
                    <a:pt x="8876" y="7059"/>
                    <a:pt x="9909" y="7271"/>
                  </a:cubicBezTo>
                  <a:cubicBezTo>
                    <a:pt x="8998" y="7515"/>
                    <a:pt x="8086" y="7667"/>
                    <a:pt x="7143" y="7727"/>
                  </a:cubicBezTo>
                  <a:cubicBezTo>
                    <a:pt x="7083" y="7758"/>
                    <a:pt x="7022" y="7788"/>
                    <a:pt x="6991" y="7849"/>
                  </a:cubicBezTo>
                  <a:cubicBezTo>
                    <a:pt x="6991" y="7849"/>
                    <a:pt x="6566" y="8700"/>
                    <a:pt x="5046" y="9794"/>
                  </a:cubicBezTo>
                  <a:cubicBezTo>
                    <a:pt x="4225" y="10372"/>
                    <a:pt x="3314" y="10888"/>
                    <a:pt x="2341" y="11253"/>
                  </a:cubicBezTo>
                  <a:lnTo>
                    <a:pt x="456" y="9338"/>
                  </a:lnTo>
                  <a:lnTo>
                    <a:pt x="4408" y="2834"/>
                  </a:lnTo>
                  <a:cubicBezTo>
                    <a:pt x="4864" y="2013"/>
                    <a:pt x="5380" y="1192"/>
                    <a:pt x="5958" y="432"/>
                  </a:cubicBezTo>
                  <a:close/>
                  <a:moveTo>
                    <a:pt x="6034" y="1"/>
                  </a:moveTo>
                  <a:cubicBezTo>
                    <a:pt x="5880" y="1"/>
                    <a:pt x="5488" y="233"/>
                    <a:pt x="4073" y="2682"/>
                  </a:cubicBezTo>
                  <a:lnTo>
                    <a:pt x="61" y="9278"/>
                  </a:lnTo>
                  <a:cubicBezTo>
                    <a:pt x="0" y="9369"/>
                    <a:pt x="31" y="9460"/>
                    <a:pt x="92" y="9521"/>
                  </a:cubicBezTo>
                  <a:lnTo>
                    <a:pt x="2159" y="11588"/>
                  </a:lnTo>
                  <a:cubicBezTo>
                    <a:pt x="2189" y="11618"/>
                    <a:pt x="2250" y="11618"/>
                    <a:pt x="2280" y="11618"/>
                  </a:cubicBezTo>
                  <a:cubicBezTo>
                    <a:pt x="2310" y="11648"/>
                    <a:pt x="2341" y="11648"/>
                    <a:pt x="2341" y="11648"/>
                  </a:cubicBezTo>
                  <a:cubicBezTo>
                    <a:pt x="3405" y="11253"/>
                    <a:pt x="4377" y="10737"/>
                    <a:pt x="5289" y="10068"/>
                  </a:cubicBezTo>
                  <a:cubicBezTo>
                    <a:pt x="6080" y="9551"/>
                    <a:pt x="6748" y="8882"/>
                    <a:pt x="7295" y="8092"/>
                  </a:cubicBezTo>
                  <a:cubicBezTo>
                    <a:pt x="10274" y="7819"/>
                    <a:pt x="10335" y="7423"/>
                    <a:pt x="10365" y="7271"/>
                  </a:cubicBezTo>
                  <a:cubicBezTo>
                    <a:pt x="10365" y="7211"/>
                    <a:pt x="10335" y="7119"/>
                    <a:pt x="10305" y="7059"/>
                  </a:cubicBezTo>
                  <a:cubicBezTo>
                    <a:pt x="10061" y="6755"/>
                    <a:pt x="8450" y="6603"/>
                    <a:pt x="7356" y="6542"/>
                  </a:cubicBezTo>
                  <a:cubicBezTo>
                    <a:pt x="10396" y="4536"/>
                    <a:pt x="10274" y="4171"/>
                    <a:pt x="10213" y="4049"/>
                  </a:cubicBezTo>
                  <a:cubicBezTo>
                    <a:pt x="10183" y="3989"/>
                    <a:pt x="10153" y="3928"/>
                    <a:pt x="10061" y="3898"/>
                  </a:cubicBezTo>
                  <a:cubicBezTo>
                    <a:pt x="10012" y="3873"/>
                    <a:pt x="9939" y="3861"/>
                    <a:pt x="9848" y="3861"/>
                  </a:cubicBezTo>
                  <a:cubicBezTo>
                    <a:pt x="9269" y="3861"/>
                    <a:pt x="7937" y="4320"/>
                    <a:pt x="6991" y="4688"/>
                  </a:cubicBezTo>
                  <a:cubicBezTo>
                    <a:pt x="7569" y="3928"/>
                    <a:pt x="8572" y="2499"/>
                    <a:pt x="8694" y="2013"/>
                  </a:cubicBezTo>
                  <a:cubicBezTo>
                    <a:pt x="8754" y="1861"/>
                    <a:pt x="8694" y="1679"/>
                    <a:pt x="8572" y="1557"/>
                  </a:cubicBezTo>
                  <a:cubicBezTo>
                    <a:pt x="8503" y="1505"/>
                    <a:pt x="8417" y="1485"/>
                    <a:pt x="8325" y="1485"/>
                  </a:cubicBezTo>
                  <a:cubicBezTo>
                    <a:pt x="8093" y="1485"/>
                    <a:pt x="7821" y="1613"/>
                    <a:pt x="7691" y="1679"/>
                  </a:cubicBezTo>
                  <a:lnTo>
                    <a:pt x="7630" y="1709"/>
                  </a:lnTo>
                  <a:lnTo>
                    <a:pt x="5259" y="4171"/>
                  </a:lnTo>
                  <a:cubicBezTo>
                    <a:pt x="5532" y="3229"/>
                    <a:pt x="6019" y="1770"/>
                    <a:pt x="6201" y="1405"/>
                  </a:cubicBezTo>
                  <a:cubicBezTo>
                    <a:pt x="6414" y="1101"/>
                    <a:pt x="6475" y="676"/>
                    <a:pt x="6323" y="341"/>
                  </a:cubicBezTo>
                  <a:lnTo>
                    <a:pt x="6292" y="189"/>
                  </a:lnTo>
                  <a:cubicBezTo>
                    <a:pt x="6262" y="98"/>
                    <a:pt x="6171" y="37"/>
                    <a:pt x="6080" y="7"/>
                  </a:cubicBezTo>
                  <a:cubicBezTo>
                    <a:pt x="6067" y="4"/>
                    <a:pt x="6052" y="1"/>
                    <a:pt x="60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>
              <a:extLst>
                <a:ext uri="{FF2B5EF4-FFF2-40B4-BE49-F238E27FC236}">
                  <a16:creationId xmlns:a16="http://schemas.microsoft.com/office/drawing/2014/main" id="{243BE523-4CCF-25B9-BB46-AE27D3E7B45C}"/>
                </a:ext>
              </a:extLst>
            </p:cNvPr>
            <p:cNvSpPr/>
            <p:nvPr/>
          </p:nvSpPr>
          <p:spPr>
            <a:xfrm>
              <a:off x="4355200" y="1441225"/>
              <a:ext cx="146700" cy="141950"/>
            </a:xfrm>
            <a:custGeom>
              <a:avLst/>
              <a:gdLst/>
              <a:ahLst/>
              <a:cxnLst/>
              <a:rect l="l" t="t" r="r" b="b"/>
              <a:pathLst>
                <a:path w="5868" h="5678" extrusionOk="0">
                  <a:moveTo>
                    <a:pt x="5715" y="0"/>
                  </a:moveTo>
                  <a:cubicBezTo>
                    <a:pt x="5337" y="0"/>
                    <a:pt x="4303" y="667"/>
                    <a:pt x="3192" y="1391"/>
                  </a:cubicBezTo>
                  <a:cubicBezTo>
                    <a:pt x="2220" y="1999"/>
                    <a:pt x="1126" y="2425"/>
                    <a:pt x="1" y="2668"/>
                  </a:cubicBezTo>
                  <a:lnTo>
                    <a:pt x="366" y="5677"/>
                  </a:lnTo>
                  <a:cubicBezTo>
                    <a:pt x="366" y="5677"/>
                    <a:pt x="2189" y="4948"/>
                    <a:pt x="2858" y="4066"/>
                  </a:cubicBezTo>
                  <a:cubicBezTo>
                    <a:pt x="3527" y="3215"/>
                    <a:pt x="3861" y="2212"/>
                    <a:pt x="4044" y="2060"/>
                  </a:cubicBezTo>
                  <a:cubicBezTo>
                    <a:pt x="4256" y="1938"/>
                    <a:pt x="5867" y="601"/>
                    <a:pt x="5867" y="145"/>
                  </a:cubicBezTo>
                  <a:cubicBezTo>
                    <a:pt x="5867" y="45"/>
                    <a:pt x="5813" y="0"/>
                    <a:pt x="5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>
              <a:extLst>
                <a:ext uri="{FF2B5EF4-FFF2-40B4-BE49-F238E27FC236}">
                  <a16:creationId xmlns:a16="http://schemas.microsoft.com/office/drawing/2014/main" id="{89CB9682-AD9C-84B6-4F2D-48EE72B3129F}"/>
                </a:ext>
              </a:extLst>
            </p:cNvPr>
            <p:cNvSpPr/>
            <p:nvPr/>
          </p:nvSpPr>
          <p:spPr>
            <a:xfrm>
              <a:off x="4349900" y="1436350"/>
              <a:ext cx="156550" cy="151375"/>
            </a:xfrm>
            <a:custGeom>
              <a:avLst/>
              <a:gdLst/>
              <a:ahLst/>
              <a:cxnLst/>
              <a:rect l="l" t="t" r="r" b="b"/>
              <a:pathLst>
                <a:path w="6262" h="6055" extrusionOk="0">
                  <a:moveTo>
                    <a:pt x="5942" y="0"/>
                  </a:moveTo>
                  <a:cubicBezTo>
                    <a:pt x="5580" y="0"/>
                    <a:pt x="4882" y="380"/>
                    <a:pt x="3313" y="1434"/>
                  </a:cubicBezTo>
                  <a:cubicBezTo>
                    <a:pt x="2341" y="2042"/>
                    <a:pt x="1277" y="2437"/>
                    <a:pt x="152" y="2681"/>
                  </a:cubicBezTo>
                  <a:cubicBezTo>
                    <a:pt x="61" y="2711"/>
                    <a:pt x="0" y="2802"/>
                    <a:pt x="0" y="2893"/>
                  </a:cubicBezTo>
                  <a:cubicBezTo>
                    <a:pt x="25" y="2994"/>
                    <a:pt x="92" y="3053"/>
                    <a:pt x="184" y="3053"/>
                  </a:cubicBezTo>
                  <a:cubicBezTo>
                    <a:pt x="202" y="3053"/>
                    <a:pt x="222" y="3051"/>
                    <a:pt x="243" y="3045"/>
                  </a:cubicBezTo>
                  <a:cubicBezTo>
                    <a:pt x="1398" y="2802"/>
                    <a:pt x="2493" y="2377"/>
                    <a:pt x="3496" y="1738"/>
                  </a:cubicBezTo>
                  <a:cubicBezTo>
                    <a:pt x="4073" y="1374"/>
                    <a:pt x="5471" y="431"/>
                    <a:pt x="5867" y="371"/>
                  </a:cubicBezTo>
                  <a:lnTo>
                    <a:pt x="5867" y="371"/>
                  </a:lnTo>
                  <a:cubicBezTo>
                    <a:pt x="5745" y="766"/>
                    <a:pt x="4529" y="1890"/>
                    <a:pt x="4164" y="2103"/>
                  </a:cubicBezTo>
                  <a:cubicBezTo>
                    <a:pt x="4043" y="2194"/>
                    <a:pt x="3952" y="2377"/>
                    <a:pt x="3769" y="2741"/>
                  </a:cubicBezTo>
                  <a:cubicBezTo>
                    <a:pt x="3526" y="3258"/>
                    <a:pt x="3252" y="3714"/>
                    <a:pt x="2918" y="4140"/>
                  </a:cubicBezTo>
                  <a:cubicBezTo>
                    <a:pt x="2280" y="4960"/>
                    <a:pt x="547" y="5690"/>
                    <a:pt x="517" y="5690"/>
                  </a:cubicBezTo>
                  <a:cubicBezTo>
                    <a:pt x="426" y="5720"/>
                    <a:pt x="395" y="5842"/>
                    <a:pt x="426" y="5933"/>
                  </a:cubicBezTo>
                  <a:cubicBezTo>
                    <a:pt x="456" y="6024"/>
                    <a:pt x="517" y="6054"/>
                    <a:pt x="608" y="6054"/>
                  </a:cubicBezTo>
                  <a:lnTo>
                    <a:pt x="669" y="6054"/>
                  </a:lnTo>
                  <a:cubicBezTo>
                    <a:pt x="730" y="6024"/>
                    <a:pt x="2523" y="5264"/>
                    <a:pt x="3222" y="4383"/>
                  </a:cubicBezTo>
                  <a:cubicBezTo>
                    <a:pt x="3556" y="3927"/>
                    <a:pt x="3830" y="3440"/>
                    <a:pt x="4073" y="2924"/>
                  </a:cubicBezTo>
                  <a:cubicBezTo>
                    <a:pt x="4164" y="2741"/>
                    <a:pt x="4256" y="2589"/>
                    <a:pt x="4377" y="2407"/>
                  </a:cubicBezTo>
                  <a:cubicBezTo>
                    <a:pt x="4408" y="2407"/>
                    <a:pt x="6262" y="948"/>
                    <a:pt x="6262" y="310"/>
                  </a:cubicBezTo>
                  <a:cubicBezTo>
                    <a:pt x="6262" y="219"/>
                    <a:pt x="6201" y="97"/>
                    <a:pt x="6110" y="36"/>
                  </a:cubicBezTo>
                  <a:cubicBezTo>
                    <a:pt x="6063" y="13"/>
                    <a:pt x="6008" y="0"/>
                    <a:pt x="59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>
              <a:extLst>
                <a:ext uri="{FF2B5EF4-FFF2-40B4-BE49-F238E27FC236}">
                  <a16:creationId xmlns:a16="http://schemas.microsoft.com/office/drawing/2014/main" id="{41F64926-14B1-0250-FE62-50F2507C7996}"/>
                </a:ext>
              </a:extLst>
            </p:cNvPr>
            <p:cNvSpPr/>
            <p:nvPr/>
          </p:nvSpPr>
          <p:spPr>
            <a:xfrm>
              <a:off x="4264775" y="1533000"/>
              <a:ext cx="117050" cy="123875"/>
            </a:xfrm>
            <a:custGeom>
              <a:avLst/>
              <a:gdLst/>
              <a:ahLst/>
              <a:cxnLst/>
              <a:rect l="l" t="t" r="r" b="b"/>
              <a:pathLst>
                <a:path w="4682" h="4955" extrusionOk="0">
                  <a:moveTo>
                    <a:pt x="2129" y="0"/>
                  </a:moveTo>
                  <a:lnTo>
                    <a:pt x="1" y="1885"/>
                  </a:lnTo>
                  <a:lnTo>
                    <a:pt x="2736" y="4954"/>
                  </a:lnTo>
                  <a:lnTo>
                    <a:pt x="4682" y="3283"/>
                  </a:lnTo>
                  <a:lnTo>
                    <a:pt x="21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>
              <a:extLst>
                <a:ext uri="{FF2B5EF4-FFF2-40B4-BE49-F238E27FC236}">
                  <a16:creationId xmlns:a16="http://schemas.microsoft.com/office/drawing/2014/main" id="{A3B8B20C-3931-3CEB-395A-220A52DB87B4}"/>
                </a:ext>
              </a:extLst>
            </p:cNvPr>
            <p:cNvSpPr/>
            <p:nvPr/>
          </p:nvSpPr>
          <p:spPr>
            <a:xfrm>
              <a:off x="4260225" y="1528425"/>
              <a:ext cx="126925" cy="133000"/>
            </a:xfrm>
            <a:custGeom>
              <a:avLst/>
              <a:gdLst/>
              <a:ahLst/>
              <a:cxnLst/>
              <a:rect l="l" t="t" r="r" b="b"/>
              <a:pathLst>
                <a:path w="5077" h="5320" extrusionOk="0">
                  <a:moveTo>
                    <a:pt x="2280" y="457"/>
                  </a:moveTo>
                  <a:lnTo>
                    <a:pt x="4590" y="3435"/>
                  </a:lnTo>
                  <a:lnTo>
                    <a:pt x="2949" y="4864"/>
                  </a:lnTo>
                  <a:lnTo>
                    <a:pt x="456" y="2068"/>
                  </a:lnTo>
                  <a:lnTo>
                    <a:pt x="2280" y="457"/>
                  </a:lnTo>
                  <a:close/>
                  <a:moveTo>
                    <a:pt x="2341" y="1"/>
                  </a:moveTo>
                  <a:cubicBezTo>
                    <a:pt x="2280" y="1"/>
                    <a:pt x="2219" y="1"/>
                    <a:pt x="2189" y="31"/>
                  </a:cubicBezTo>
                  <a:lnTo>
                    <a:pt x="61" y="1916"/>
                  </a:lnTo>
                  <a:cubicBezTo>
                    <a:pt x="0" y="1946"/>
                    <a:pt x="0" y="1976"/>
                    <a:pt x="0" y="2037"/>
                  </a:cubicBezTo>
                  <a:cubicBezTo>
                    <a:pt x="0" y="2098"/>
                    <a:pt x="0" y="2128"/>
                    <a:pt x="31" y="2189"/>
                  </a:cubicBezTo>
                  <a:lnTo>
                    <a:pt x="2766" y="5259"/>
                  </a:lnTo>
                  <a:cubicBezTo>
                    <a:pt x="2827" y="5289"/>
                    <a:pt x="2858" y="5320"/>
                    <a:pt x="2918" y="5320"/>
                  </a:cubicBezTo>
                  <a:cubicBezTo>
                    <a:pt x="2979" y="5320"/>
                    <a:pt x="3010" y="5289"/>
                    <a:pt x="3040" y="5259"/>
                  </a:cubicBezTo>
                  <a:lnTo>
                    <a:pt x="4985" y="3587"/>
                  </a:lnTo>
                  <a:cubicBezTo>
                    <a:pt x="5046" y="3527"/>
                    <a:pt x="5077" y="3405"/>
                    <a:pt x="5016" y="3344"/>
                  </a:cubicBezTo>
                  <a:lnTo>
                    <a:pt x="2463" y="61"/>
                  </a:lnTo>
                  <a:cubicBezTo>
                    <a:pt x="2432" y="31"/>
                    <a:pt x="2402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>
              <a:extLst>
                <a:ext uri="{FF2B5EF4-FFF2-40B4-BE49-F238E27FC236}">
                  <a16:creationId xmlns:a16="http://schemas.microsoft.com/office/drawing/2014/main" id="{525FC1D3-3E1C-7333-FB10-ABF685894CF1}"/>
                </a:ext>
              </a:extLst>
            </p:cNvPr>
            <p:cNvSpPr/>
            <p:nvPr/>
          </p:nvSpPr>
          <p:spPr>
            <a:xfrm>
              <a:off x="3446375" y="1580100"/>
              <a:ext cx="897450" cy="1284250"/>
            </a:xfrm>
            <a:custGeom>
              <a:avLst/>
              <a:gdLst/>
              <a:ahLst/>
              <a:cxnLst/>
              <a:rect l="l" t="t" r="r" b="b"/>
              <a:pathLst>
                <a:path w="35898" h="51370" extrusionOk="0">
                  <a:moveTo>
                    <a:pt x="32767" y="1"/>
                  </a:moveTo>
                  <a:lnTo>
                    <a:pt x="17265" y="10882"/>
                  </a:lnTo>
                  <a:lnTo>
                    <a:pt x="4074" y="17569"/>
                  </a:lnTo>
                  <a:cubicBezTo>
                    <a:pt x="4074" y="17569"/>
                    <a:pt x="1429" y="19089"/>
                    <a:pt x="1004" y="19849"/>
                  </a:cubicBezTo>
                  <a:cubicBezTo>
                    <a:pt x="578" y="20609"/>
                    <a:pt x="1" y="22980"/>
                    <a:pt x="153" y="23709"/>
                  </a:cubicBezTo>
                  <a:cubicBezTo>
                    <a:pt x="274" y="24439"/>
                    <a:pt x="1612" y="27174"/>
                    <a:pt x="1612" y="27174"/>
                  </a:cubicBezTo>
                  <a:cubicBezTo>
                    <a:pt x="1612" y="27174"/>
                    <a:pt x="1551" y="28451"/>
                    <a:pt x="3223" y="32980"/>
                  </a:cubicBezTo>
                  <a:cubicBezTo>
                    <a:pt x="4894" y="37813"/>
                    <a:pt x="6323" y="42767"/>
                    <a:pt x="7478" y="47752"/>
                  </a:cubicBezTo>
                  <a:cubicBezTo>
                    <a:pt x="7752" y="48937"/>
                    <a:pt x="7904" y="50153"/>
                    <a:pt x="7964" y="51369"/>
                  </a:cubicBezTo>
                  <a:cubicBezTo>
                    <a:pt x="7964" y="51369"/>
                    <a:pt x="10031" y="46141"/>
                    <a:pt x="9970" y="40791"/>
                  </a:cubicBezTo>
                  <a:cubicBezTo>
                    <a:pt x="9879" y="35472"/>
                    <a:pt x="6809" y="27964"/>
                    <a:pt x="6809" y="27964"/>
                  </a:cubicBezTo>
                  <a:cubicBezTo>
                    <a:pt x="6809" y="27964"/>
                    <a:pt x="18299" y="20214"/>
                    <a:pt x="20305" y="18572"/>
                  </a:cubicBezTo>
                  <a:cubicBezTo>
                    <a:pt x="22311" y="16900"/>
                    <a:pt x="35898" y="3587"/>
                    <a:pt x="35898" y="3587"/>
                  </a:cubicBezTo>
                  <a:lnTo>
                    <a:pt x="32767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>
              <a:extLst>
                <a:ext uri="{FF2B5EF4-FFF2-40B4-BE49-F238E27FC236}">
                  <a16:creationId xmlns:a16="http://schemas.microsoft.com/office/drawing/2014/main" id="{3DF213B2-75AD-12A1-758C-4F030454DDEB}"/>
                </a:ext>
              </a:extLst>
            </p:cNvPr>
            <p:cNvSpPr/>
            <p:nvPr/>
          </p:nvSpPr>
          <p:spPr>
            <a:xfrm>
              <a:off x="3441050" y="1575250"/>
              <a:ext cx="907350" cy="1293650"/>
            </a:xfrm>
            <a:custGeom>
              <a:avLst/>
              <a:gdLst/>
              <a:ahLst/>
              <a:cxnLst/>
              <a:rect l="l" t="t" r="r" b="b"/>
              <a:pathLst>
                <a:path w="36294" h="51746" extrusionOk="0">
                  <a:moveTo>
                    <a:pt x="32919" y="438"/>
                  </a:moveTo>
                  <a:lnTo>
                    <a:pt x="35837" y="3781"/>
                  </a:lnTo>
                  <a:cubicBezTo>
                    <a:pt x="34439" y="5149"/>
                    <a:pt x="22281" y="17034"/>
                    <a:pt x="20427" y="18614"/>
                  </a:cubicBezTo>
                  <a:cubicBezTo>
                    <a:pt x="18451" y="20256"/>
                    <a:pt x="7053" y="27946"/>
                    <a:pt x="6931" y="28006"/>
                  </a:cubicBezTo>
                  <a:cubicBezTo>
                    <a:pt x="6870" y="28067"/>
                    <a:pt x="6840" y="28158"/>
                    <a:pt x="6870" y="28250"/>
                  </a:cubicBezTo>
                  <a:cubicBezTo>
                    <a:pt x="6901" y="28310"/>
                    <a:pt x="9940" y="35757"/>
                    <a:pt x="10001" y="40985"/>
                  </a:cubicBezTo>
                  <a:cubicBezTo>
                    <a:pt x="10062" y="44967"/>
                    <a:pt x="8907" y="48919"/>
                    <a:pt x="8329" y="50621"/>
                  </a:cubicBezTo>
                  <a:cubicBezTo>
                    <a:pt x="8238" y="49709"/>
                    <a:pt x="8086" y="48797"/>
                    <a:pt x="7904" y="47916"/>
                  </a:cubicBezTo>
                  <a:cubicBezTo>
                    <a:pt x="6718" y="42900"/>
                    <a:pt x="5290" y="37976"/>
                    <a:pt x="3618" y="33113"/>
                  </a:cubicBezTo>
                  <a:cubicBezTo>
                    <a:pt x="1977" y="28706"/>
                    <a:pt x="2007" y="27368"/>
                    <a:pt x="2007" y="27368"/>
                  </a:cubicBezTo>
                  <a:cubicBezTo>
                    <a:pt x="2007" y="27338"/>
                    <a:pt x="2007" y="27307"/>
                    <a:pt x="2007" y="27277"/>
                  </a:cubicBezTo>
                  <a:cubicBezTo>
                    <a:pt x="2007" y="27277"/>
                    <a:pt x="670" y="24541"/>
                    <a:pt x="548" y="23873"/>
                  </a:cubicBezTo>
                  <a:cubicBezTo>
                    <a:pt x="426" y="23204"/>
                    <a:pt x="1034" y="20833"/>
                    <a:pt x="1399" y="20134"/>
                  </a:cubicBezTo>
                  <a:cubicBezTo>
                    <a:pt x="1703" y="19557"/>
                    <a:pt x="3679" y="18341"/>
                    <a:pt x="4408" y="17915"/>
                  </a:cubicBezTo>
                  <a:lnTo>
                    <a:pt x="17570" y="11228"/>
                  </a:lnTo>
                  <a:lnTo>
                    <a:pt x="32919" y="438"/>
                  </a:lnTo>
                  <a:close/>
                  <a:moveTo>
                    <a:pt x="32951" y="0"/>
                  </a:moveTo>
                  <a:cubicBezTo>
                    <a:pt x="32910" y="0"/>
                    <a:pt x="32869" y="15"/>
                    <a:pt x="32828" y="43"/>
                  </a:cubicBezTo>
                  <a:lnTo>
                    <a:pt x="17357" y="10924"/>
                  </a:lnTo>
                  <a:lnTo>
                    <a:pt x="4196" y="17581"/>
                  </a:lnTo>
                  <a:cubicBezTo>
                    <a:pt x="3922" y="17763"/>
                    <a:pt x="1460" y="19192"/>
                    <a:pt x="1065" y="19921"/>
                  </a:cubicBezTo>
                  <a:cubicBezTo>
                    <a:pt x="639" y="20681"/>
                    <a:pt x="1" y="23143"/>
                    <a:pt x="153" y="23933"/>
                  </a:cubicBezTo>
                  <a:cubicBezTo>
                    <a:pt x="305" y="24633"/>
                    <a:pt x="1460" y="27064"/>
                    <a:pt x="1642" y="27429"/>
                  </a:cubicBezTo>
                  <a:cubicBezTo>
                    <a:pt x="1642" y="27703"/>
                    <a:pt x="1733" y="29162"/>
                    <a:pt x="3253" y="33235"/>
                  </a:cubicBezTo>
                  <a:cubicBezTo>
                    <a:pt x="4925" y="38067"/>
                    <a:pt x="6354" y="42992"/>
                    <a:pt x="7509" y="47976"/>
                  </a:cubicBezTo>
                  <a:cubicBezTo>
                    <a:pt x="7782" y="49162"/>
                    <a:pt x="7934" y="50347"/>
                    <a:pt x="7965" y="51563"/>
                  </a:cubicBezTo>
                  <a:cubicBezTo>
                    <a:pt x="7965" y="51654"/>
                    <a:pt x="8025" y="51715"/>
                    <a:pt x="8117" y="51745"/>
                  </a:cubicBezTo>
                  <a:lnTo>
                    <a:pt x="8177" y="51745"/>
                  </a:lnTo>
                  <a:cubicBezTo>
                    <a:pt x="8238" y="51745"/>
                    <a:pt x="8299" y="51715"/>
                    <a:pt x="8360" y="51654"/>
                  </a:cubicBezTo>
                  <a:cubicBezTo>
                    <a:pt x="8360" y="51563"/>
                    <a:pt x="10427" y="46335"/>
                    <a:pt x="10366" y="41016"/>
                  </a:cubicBezTo>
                  <a:cubicBezTo>
                    <a:pt x="10305" y="36092"/>
                    <a:pt x="7691" y="29314"/>
                    <a:pt x="7265" y="28250"/>
                  </a:cubicBezTo>
                  <a:cubicBezTo>
                    <a:pt x="8603" y="27368"/>
                    <a:pt x="18755" y="20499"/>
                    <a:pt x="20640" y="18918"/>
                  </a:cubicBezTo>
                  <a:cubicBezTo>
                    <a:pt x="22646" y="17246"/>
                    <a:pt x="36111" y="4055"/>
                    <a:pt x="36233" y="3933"/>
                  </a:cubicBezTo>
                  <a:cubicBezTo>
                    <a:pt x="36293" y="3872"/>
                    <a:pt x="36293" y="3751"/>
                    <a:pt x="36233" y="3690"/>
                  </a:cubicBezTo>
                  <a:lnTo>
                    <a:pt x="33102" y="73"/>
                  </a:lnTo>
                  <a:cubicBezTo>
                    <a:pt x="33052" y="23"/>
                    <a:pt x="33001" y="0"/>
                    <a:pt x="329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>
              <a:extLst>
                <a:ext uri="{FF2B5EF4-FFF2-40B4-BE49-F238E27FC236}">
                  <a16:creationId xmlns:a16="http://schemas.microsoft.com/office/drawing/2014/main" id="{D4CB43B4-B32A-ECEC-C993-4BFBD617B9E4}"/>
                </a:ext>
              </a:extLst>
            </p:cNvPr>
            <p:cNvSpPr/>
            <p:nvPr/>
          </p:nvSpPr>
          <p:spPr>
            <a:xfrm>
              <a:off x="3557900" y="2427750"/>
              <a:ext cx="23775" cy="35375"/>
            </a:xfrm>
            <a:custGeom>
              <a:avLst/>
              <a:gdLst/>
              <a:ahLst/>
              <a:cxnLst/>
              <a:rect l="l" t="t" r="r" b="b"/>
              <a:pathLst>
                <a:path w="951" h="1415" extrusionOk="0">
                  <a:moveTo>
                    <a:pt x="260" y="1"/>
                  </a:moveTo>
                  <a:cubicBezTo>
                    <a:pt x="131" y="1"/>
                    <a:pt x="1" y="133"/>
                    <a:pt x="99" y="290"/>
                  </a:cubicBezTo>
                  <a:cubicBezTo>
                    <a:pt x="221" y="563"/>
                    <a:pt x="342" y="806"/>
                    <a:pt x="433" y="989"/>
                  </a:cubicBezTo>
                  <a:cubicBezTo>
                    <a:pt x="494" y="1110"/>
                    <a:pt x="585" y="1232"/>
                    <a:pt x="585" y="1262"/>
                  </a:cubicBezTo>
                  <a:cubicBezTo>
                    <a:pt x="585" y="1353"/>
                    <a:pt x="677" y="1414"/>
                    <a:pt x="768" y="1414"/>
                  </a:cubicBezTo>
                  <a:lnTo>
                    <a:pt x="798" y="1414"/>
                  </a:lnTo>
                  <a:cubicBezTo>
                    <a:pt x="889" y="1384"/>
                    <a:pt x="950" y="1293"/>
                    <a:pt x="950" y="1201"/>
                  </a:cubicBezTo>
                  <a:cubicBezTo>
                    <a:pt x="889" y="1049"/>
                    <a:pt x="829" y="928"/>
                    <a:pt x="768" y="806"/>
                  </a:cubicBezTo>
                  <a:cubicBezTo>
                    <a:pt x="677" y="654"/>
                    <a:pt x="555" y="411"/>
                    <a:pt x="433" y="138"/>
                  </a:cubicBezTo>
                  <a:cubicBezTo>
                    <a:pt x="401" y="41"/>
                    <a:pt x="331" y="1"/>
                    <a:pt x="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>
              <a:extLst>
                <a:ext uri="{FF2B5EF4-FFF2-40B4-BE49-F238E27FC236}">
                  <a16:creationId xmlns:a16="http://schemas.microsoft.com/office/drawing/2014/main" id="{1F909CEE-5AEE-EC84-9C8F-E1151BBE336F}"/>
                </a:ext>
              </a:extLst>
            </p:cNvPr>
            <p:cNvSpPr/>
            <p:nvPr/>
          </p:nvSpPr>
          <p:spPr>
            <a:xfrm>
              <a:off x="3490500" y="2108950"/>
              <a:ext cx="79775" cy="314650"/>
            </a:xfrm>
            <a:custGeom>
              <a:avLst/>
              <a:gdLst/>
              <a:ahLst/>
              <a:cxnLst/>
              <a:rect l="l" t="t" r="r" b="b"/>
              <a:pathLst>
                <a:path w="3191" h="12586" extrusionOk="0">
                  <a:moveTo>
                    <a:pt x="242" y="0"/>
                  </a:moveTo>
                  <a:cubicBezTo>
                    <a:pt x="118" y="0"/>
                    <a:pt x="1" y="119"/>
                    <a:pt x="59" y="275"/>
                  </a:cubicBezTo>
                  <a:lnTo>
                    <a:pt x="2339" y="5534"/>
                  </a:lnTo>
                  <a:lnTo>
                    <a:pt x="485" y="5169"/>
                  </a:lnTo>
                  <a:cubicBezTo>
                    <a:pt x="474" y="5167"/>
                    <a:pt x="464" y="5167"/>
                    <a:pt x="454" y="5167"/>
                  </a:cubicBezTo>
                  <a:cubicBezTo>
                    <a:pt x="289" y="5167"/>
                    <a:pt x="190" y="5389"/>
                    <a:pt x="333" y="5503"/>
                  </a:cubicBezTo>
                  <a:lnTo>
                    <a:pt x="2765" y="7570"/>
                  </a:lnTo>
                  <a:cubicBezTo>
                    <a:pt x="2491" y="8665"/>
                    <a:pt x="2369" y="9820"/>
                    <a:pt x="2339" y="10975"/>
                  </a:cubicBezTo>
                  <a:cubicBezTo>
                    <a:pt x="2339" y="11461"/>
                    <a:pt x="2400" y="11978"/>
                    <a:pt x="2552" y="12464"/>
                  </a:cubicBezTo>
                  <a:cubicBezTo>
                    <a:pt x="2582" y="12525"/>
                    <a:pt x="2673" y="12586"/>
                    <a:pt x="2734" y="12586"/>
                  </a:cubicBezTo>
                  <a:lnTo>
                    <a:pt x="2795" y="12555"/>
                  </a:lnTo>
                  <a:cubicBezTo>
                    <a:pt x="2886" y="12525"/>
                    <a:pt x="2947" y="12434"/>
                    <a:pt x="2917" y="12312"/>
                  </a:cubicBezTo>
                  <a:cubicBezTo>
                    <a:pt x="2765" y="11887"/>
                    <a:pt x="2704" y="11400"/>
                    <a:pt x="2704" y="10944"/>
                  </a:cubicBezTo>
                  <a:cubicBezTo>
                    <a:pt x="2734" y="9789"/>
                    <a:pt x="2886" y="8634"/>
                    <a:pt x="3160" y="7510"/>
                  </a:cubicBezTo>
                  <a:cubicBezTo>
                    <a:pt x="3190" y="7449"/>
                    <a:pt x="3160" y="7388"/>
                    <a:pt x="3099" y="7327"/>
                  </a:cubicBezTo>
                  <a:lnTo>
                    <a:pt x="1154" y="5686"/>
                  </a:lnTo>
                  <a:lnTo>
                    <a:pt x="2613" y="5990"/>
                  </a:lnTo>
                  <a:cubicBezTo>
                    <a:pt x="2626" y="5992"/>
                    <a:pt x="2639" y="5994"/>
                    <a:pt x="2652" y="5994"/>
                  </a:cubicBezTo>
                  <a:cubicBezTo>
                    <a:pt x="2785" y="5994"/>
                    <a:pt x="2881" y="5858"/>
                    <a:pt x="2825" y="5747"/>
                  </a:cubicBezTo>
                  <a:lnTo>
                    <a:pt x="424" y="123"/>
                  </a:lnTo>
                  <a:cubicBezTo>
                    <a:pt x="381" y="37"/>
                    <a:pt x="310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>
              <a:extLst>
                <a:ext uri="{FF2B5EF4-FFF2-40B4-BE49-F238E27FC236}">
                  <a16:creationId xmlns:a16="http://schemas.microsoft.com/office/drawing/2014/main" id="{B3F4ECE1-9027-E251-0463-086A27E7ABAA}"/>
                </a:ext>
              </a:extLst>
            </p:cNvPr>
            <p:cNvSpPr/>
            <p:nvPr/>
          </p:nvSpPr>
          <p:spPr>
            <a:xfrm>
              <a:off x="3718425" y="1987875"/>
              <a:ext cx="25850" cy="43625"/>
            </a:xfrm>
            <a:custGeom>
              <a:avLst/>
              <a:gdLst/>
              <a:ahLst/>
              <a:cxnLst/>
              <a:rect l="l" t="t" r="r" b="b"/>
              <a:pathLst>
                <a:path w="1034" h="1745" extrusionOk="0">
                  <a:moveTo>
                    <a:pt x="810" y="1"/>
                  </a:moveTo>
                  <a:cubicBezTo>
                    <a:pt x="736" y="1"/>
                    <a:pt x="661" y="35"/>
                    <a:pt x="639" y="103"/>
                  </a:cubicBezTo>
                  <a:lnTo>
                    <a:pt x="61" y="1471"/>
                  </a:lnTo>
                  <a:cubicBezTo>
                    <a:pt x="0" y="1593"/>
                    <a:pt x="61" y="1684"/>
                    <a:pt x="152" y="1745"/>
                  </a:cubicBezTo>
                  <a:lnTo>
                    <a:pt x="243" y="1745"/>
                  </a:lnTo>
                  <a:cubicBezTo>
                    <a:pt x="304" y="1745"/>
                    <a:pt x="365" y="1684"/>
                    <a:pt x="395" y="1623"/>
                  </a:cubicBezTo>
                  <a:lnTo>
                    <a:pt x="973" y="255"/>
                  </a:lnTo>
                  <a:cubicBezTo>
                    <a:pt x="1034" y="164"/>
                    <a:pt x="973" y="42"/>
                    <a:pt x="882" y="12"/>
                  </a:cubicBezTo>
                  <a:cubicBezTo>
                    <a:pt x="859" y="4"/>
                    <a:pt x="834" y="1"/>
                    <a:pt x="8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>
              <a:extLst>
                <a:ext uri="{FF2B5EF4-FFF2-40B4-BE49-F238E27FC236}">
                  <a16:creationId xmlns:a16="http://schemas.microsoft.com/office/drawing/2014/main" id="{76C15CE2-638A-E199-4404-D358F671C9CF}"/>
                </a:ext>
              </a:extLst>
            </p:cNvPr>
            <p:cNvSpPr/>
            <p:nvPr/>
          </p:nvSpPr>
          <p:spPr>
            <a:xfrm>
              <a:off x="3609000" y="2051225"/>
              <a:ext cx="107150" cy="233325"/>
            </a:xfrm>
            <a:custGeom>
              <a:avLst/>
              <a:gdLst/>
              <a:ahLst/>
              <a:cxnLst/>
              <a:rect l="l" t="t" r="r" b="b"/>
              <a:pathLst>
                <a:path w="4286" h="9333" extrusionOk="0">
                  <a:moveTo>
                    <a:pt x="183" y="1"/>
                  </a:moveTo>
                  <a:cubicBezTo>
                    <a:pt x="92" y="1"/>
                    <a:pt x="0" y="62"/>
                    <a:pt x="0" y="183"/>
                  </a:cubicBezTo>
                  <a:lnTo>
                    <a:pt x="122" y="9119"/>
                  </a:lnTo>
                  <a:cubicBezTo>
                    <a:pt x="122" y="9211"/>
                    <a:pt x="183" y="9302"/>
                    <a:pt x="274" y="9332"/>
                  </a:cubicBezTo>
                  <a:lnTo>
                    <a:pt x="304" y="9332"/>
                  </a:lnTo>
                  <a:cubicBezTo>
                    <a:pt x="395" y="9332"/>
                    <a:pt x="456" y="9271"/>
                    <a:pt x="487" y="9211"/>
                  </a:cubicBezTo>
                  <a:lnTo>
                    <a:pt x="4225" y="396"/>
                  </a:lnTo>
                  <a:cubicBezTo>
                    <a:pt x="4286" y="255"/>
                    <a:pt x="4160" y="141"/>
                    <a:pt x="4042" y="141"/>
                  </a:cubicBezTo>
                  <a:cubicBezTo>
                    <a:pt x="3981" y="141"/>
                    <a:pt x="3922" y="172"/>
                    <a:pt x="3891" y="244"/>
                  </a:cubicBezTo>
                  <a:lnTo>
                    <a:pt x="487" y="8238"/>
                  </a:lnTo>
                  <a:lnTo>
                    <a:pt x="365" y="183"/>
                  </a:lnTo>
                  <a:cubicBezTo>
                    <a:pt x="365" y="62"/>
                    <a:pt x="274" y="1"/>
                    <a:pt x="1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E463CF12-68A4-B6C8-DF60-9F6D7F7A7642}"/>
                </a:ext>
              </a:extLst>
            </p:cNvPr>
            <p:cNvSpPr/>
            <p:nvPr/>
          </p:nvSpPr>
          <p:spPr>
            <a:xfrm>
              <a:off x="3297450" y="2199400"/>
              <a:ext cx="189225" cy="148975"/>
            </a:xfrm>
            <a:custGeom>
              <a:avLst/>
              <a:gdLst/>
              <a:ahLst/>
              <a:cxnLst/>
              <a:rect l="l" t="t" r="r" b="b"/>
              <a:pathLst>
                <a:path w="7569" h="5959" extrusionOk="0">
                  <a:moveTo>
                    <a:pt x="6262" y="1"/>
                  </a:moveTo>
                  <a:lnTo>
                    <a:pt x="0" y="244"/>
                  </a:lnTo>
                  <a:lnTo>
                    <a:pt x="1520" y="2949"/>
                  </a:lnTo>
                  <a:lnTo>
                    <a:pt x="3830" y="5958"/>
                  </a:lnTo>
                  <a:cubicBezTo>
                    <a:pt x="4438" y="5715"/>
                    <a:pt x="4985" y="5320"/>
                    <a:pt x="5441" y="4803"/>
                  </a:cubicBezTo>
                  <a:cubicBezTo>
                    <a:pt x="6383" y="3861"/>
                    <a:pt x="7325" y="1885"/>
                    <a:pt x="7447" y="1490"/>
                  </a:cubicBezTo>
                  <a:cubicBezTo>
                    <a:pt x="7569" y="1126"/>
                    <a:pt x="6262" y="1"/>
                    <a:pt x="62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20FC3A61-F82B-036F-764A-D11F957238B0}"/>
                </a:ext>
              </a:extLst>
            </p:cNvPr>
            <p:cNvSpPr/>
            <p:nvPr/>
          </p:nvSpPr>
          <p:spPr>
            <a:xfrm>
              <a:off x="3292875" y="2195600"/>
              <a:ext cx="198350" cy="157325"/>
            </a:xfrm>
            <a:custGeom>
              <a:avLst/>
              <a:gdLst/>
              <a:ahLst/>
              <a:cxnLst/>
              <a:rect l="l" t="t" r="r" b="b"/>
              <a:pathLst>
                <a:path w="7934" h="6293" extrusionOk="0">
                  <a:moveTo>
                    <a:pt x="6384" y="366"/>
                  </a:moveTo>
                  <a:cubicBezTo>
                    <a:pt x="6961" y="882"/>
                    <a:pt x="7448" y="1460"/>
                    <a:pt x="7448" y="1612"/>
                  </a:cubicBezTo>
                  <a:cubicBezTo>
                    <a:pt x="7326" y="2007"/>
                    <a:pt x="6384" y="3952"/>
                    <a:pt x="5502" y="4834"/>
                  </a:cubicBezTo>
                  <a:cubicBezTo>
                    <a:pt x="5077" y="5259"/>
                    <a:pt x="4590" y="5624"/>
                    <a:pt x="4074" y="5867"/>
                  </a:cubicBezTo>
                  <a:lnTo>
                    <a:pt x="1855" y="3010"/>
                  </a:lnTo>
                  <a:lnTo>
                    <a:pt x="517" y="609"/>
                  </a:lnTo>
                  <a:lnTo>
                    <a:pt x="6384" y="366"/>
                  </a:lnTo>
                  <a:close/>
                  <a:moveTo>
                    <a:pt x="6445" y="1"/>
                  </a:moveTo>
                  <a:lnTo>
                    <a:pt x="183" y="244"/>
                  </a:lnTo>
                  <a:cubicBezTo>
                    <a:pt x="122" y="244"/>
                    <a:pt x="62" y="305"/>
                    <a:pt x="31" y="335"/>
                  </a:cubicBezTo>
                  <a:cubicBezTo>
                    <a:pt x="1" y="396"/>
                    <a:pt x="1" y="487"/>
                    <a:pt x="31" y="548"/>
                  </a:cubicBezTo>
                  <a:lnTo>
                    <a:pt x="1551" y="3192"/>
                  </a:lnTo>
                  <a:cubicBezTo>
                    <a:pt x="1551" y="3192"/>
                    <a:pt x="1551" y="3223"/>
                    <a:pt x="1551" y="3223"/>
                  </a:cubicBezTo>
                  <a:lnTo>
                    <a:pt x="3861" y="6232"/>
                  </a:lnTo>
                  <a:cubicBezTo>
                    <a:pt x="3891" y="6262"/>
                    <a:pt x="3952" y="6293"/>
                    <a:pt x="4013" y="6293"/>
                  </a:cubicBezTo>
                  <a:lnTo>
                    <a:pt x="4043" y="6293"/>
                  </a:lnTo>
                  <a:cubicBezTo>
                    <a:pt x="4712" y="6050"/>
                    <a:pt x="5290" y="5655"/>
                    <a:pt x="5776" y="5138"/>
                  </a:cubicBezTo>
                  <a:cubicBezTo>
                    <a:pt x="6718" y="4196"/>
                    <a:pt x="7660" y="2189"/>
                    <a:pt x="7812" y="1764"/>
                  </a:cubicBezTo>
                  <a:cubicBezTo>
                    <a:pt x="7934" y="1308"/>
                    <a:pt x="7083" y="487"/>
                    <a:pt x="6566" y="62"/>
                  </a:cubicBezTo>
                  <a:cubicBezTo>
                    <a:pt x="6536" y="1"/>
                    <a:pt x="6475" y="1"/>
                    <a:pt x="64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4275E670-21F4-3839-8892-42055001FC3A}"/>
                </a:ext>
              </a:extLst>
            </p:cNvPr>
            <p:cNvSpPr/>
            <p:nvPr/>
          </p:nvSpPr>
          <p:spPr>
            <a:xfrm>
              <a:off x="3154575" y="1716125"/>
              <a:ext cx="405825" cy="563600"/>
            </a:xfrm>
            <a:custGeom>
              <a:avLst/>
              <a:gdLst/>
              <a:ahLst/>
              <a:cxnLst/>
              <a:rect l="l" t="t" r="r" b="b"/>
              <a:pathLst>
                <a:path w="16233" h="22544" extrusionOk="0">
                  <a:moveTo>
                    <a:pt x="8093" y="0"/>
                  </a:moveTo>
                  <a:cubicBezTo>
                    <a:pt x="7845" y="0"/>
                    <a:pt x="5704" y="27"/>
                    <a:pt x="4560" y="943"/>
                  </a:cubicBezTo>
                  <a:cubicBezTo>
                    <a:pt x="3344" y="1946"/>
                    <a:pt x="1" y="5198"/>
                    <a:pt x="487" y="8754"/>
                  </a:cubicBezTo>
                  <a:cubicBezTo>
                    <a:pt x="943" y="12311"/>
                    <a:pt x="3800" y="12371"/>
                    <a:pt x="3800" y="12371"/>
                  </a:cubicBezTo>
                  <a:cubicBezTo>
                    <a:pt x="3800" y="12371"/>
                    <a:pt x="2736" y="13070"/>
                    <a:pt x="2736" y="13830"/>
                  </a:cubicBezTo>
                  <a:cubicBezTo>
                    <a:pt x="2736" y="14590"/>
                    <a:pt x="3618" y="15077"/>
                    <a:pt x="3800" y="15168"/>
                  </a:cubicBezTo>
                  <a:cubicBezTo>
                    <a:pt x="4651" y="15715"/>
                    <a:pt x="5472" y="16384"/>
                    <a:pt x="6201" y="17113"/>
                  </a:cubicBezTo>
                  <a:cubicBezTo>
                    <a:pt x="7356" y="18268"/>
                    <a:pt x="8876" y="21520"/>
                    <a:pt x="8876" y="21520"/>
                  </a:cubicBezTo>
                  <a:cubicBezTo>
                    <a:pt x="9211" y="21946"/>
                    <a:pt x="9667" y="22280"/>
                    <a:pt x="10153" y="22463"/>
                  </a:cubicBezTo>
                  <a:cubicBezTo>
                    <a:pt x="10285" y="22517"/>
                    <a:pt x="10404" y="22544"/>
                    <a:pt x="10513" y="22544"/>
                  </a:cubicBezTo>
                  <a:cubicBezTo>
                    <a:pt x="11131" y="22544"/>
                    <a:pt x="11425" y="21682"/>
                    <a:pt x="11916" y="20183"/>
                  </a:cubicBezTo>
                  <a:cubicBezTo>
                    <a:pt x="12493" y="18450"/>
                    <a:pt x="14013" y="15046"/>
                    <a:pt x="14013" y="15046"/>
                  </a:cubicBezTo>
                  <a:cubicBezTo>
                    <a:pt x="14469" y="14712"/>
                    <a:pt x="14864" y="14286"/>
                    <a:pt x="15168" y="13770"/>
                  </a:cubicBezTo>
                  <a:cubicBezTo>
                    <a:pt x="15594" y="13010"/>
                    <a:pt x="15685" y="12371"/>
                    <a:pt x="15472" y="11095"/>
                  </a:cubicBezTo>
                  <a:cubicBezTo>
                    <a:pt x="15229" y="10031"/>
                    <a:pt x="14925" y="8967"/>
                    <a:pt x="14530" y="7934"/>
                  </a:cubicBezTo>
                  <a:cubicBezTo>
                    <a:pt x="14530" y="7934"/>
                    <a:pt x="15867" y="7052"/>
                    <a:pt x="16050" y="6262"/>
                  </a:cubicBezTo>
                  <a:cubicBezTo>
                    <a:pt x="16232" y="5441"/>
                    <a:pt x="12311" y="4165"/>
                    <a:pt x="12311" y="4165"/>
                  </a:cubicBezTo>
                  <a:cubicBezTo>
                    <a:pt x="12220" y="3465"/>
                    <a:pt x="12098" y="2766"/>
                    <a:pt x="11916" y="2128"/>
                  </a:cubicBezTo>
                  <a:cubicBezTo>
                    <a:pt x="11673" y="1459"/>
                    <a:pt x="8116" y="0"/>
                    <a:pt x="8116" y="0"/>
                  </a:cubicBezTo>
                  <a:cubicBezTo>
                    <a:pt x="8116" y="0"/>
                    <a:pt x="8108" y="0"/>
                    <a:pt x="8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7BBB2BBE-0581-F54F-33EA-563481F951BD}"/>
                </a:ext>
              </a:extLst>
            </p:cNvPr>
            <p:cNvSpPr/>
            <p:nvPr/>
          </p:nvSpPr>
          <p:spPr>
            <a:xfrm>
              <a:off x="3148500" y="1711550"/>
              <a:ext cx="416450" cy="573000"/>
            </a:xfrm>
            <a:custGeom>
              <a:avLst/>
              <a:gdLst/>
              <a:ahLst/>
              <a:cxnLst/>
              <a:rect l="l" t="t" r="r" b="b"/>
              <a:pathLst>
                <a:path w="16658" h="22920" extrusionOk="0">
                  <a:moveTo>
                    <a:pt x="8299" y="396"/>
                  </a:moveTo>
                  <a:cubicBezTo>
                    <a:pt x="10001" y="1095"/>
                    <a:pt x="11824" y="2007"/>
                    <a:pt x="11976" y="2372"/>
                  </a:cubicBezTo>
                  <a:cubicBezTo>
                    <a:pt x="12159" y="3010"/>
                    <a:pt x="12280" y="3679"/>
                    <a:pt x="12372" y="4348"/>
                  </a:cubicBezTo>
                  <a:cubicBezTo>
                    <a:pt x="12372" y="4439"/>
                    <a:pt x="12432" y="4500"/>
                    <a:pt x="12493" y="4530"/>
                  </a:cubicBezTo>
                  <a:cubicBezTo>
                    <a:pt x="14499" y="5168"/>
                    <a:pt x="16171" y="6050"/>
                    <a:pt x="16110" y="6384"/>
                  </a:cubicBezTo>
                  <a:cubicBezTo>
                    <a:pt x="15958" y="6992"/>
                    <a:pt x="15016" y="7721"/>
                    <a:pt x="14651" y="7965"/>
                  </a:cubicBezTo>
                  <a:cubicBezTo>
                    <a:pt x="14590" y="8025"/>
                    <a:pt x="14560" y="8117"/>
                    <a:pt x="14590" y="8177"/>
                  </a:cubicBezTo>
                  <a:cubicBezTo>
                    <a:pt x="14955" y="9211"/>
                    <a:pt x="15290" y="10244"/>
                    <a:pt x="15502" y="11308"/>
                  </a:cubicBezTo>
                  <a:cubicBezTo>
                    <a:pt x="15746" y="12615"/>
                    <a:pt x="15624" y="13193"/>
                    <a:pt x="15229" y="13861"/>
                  </a:cubicBezTo>
                  <a:cubicBezTo>
                    <a:pt x="14955" y="14348"/>
                    <a:pt x="14590" y="14743"/>
                    <a:pt x="14135" y="15077"/>
                  </a:cubicBezTo>
                  <a:cubicBezTo>
                    <a:pt x="14104" y="15108"/>
                    <a:pt x="14074" y="15138"/>
                    <a:pt x="14074" y="15168"/>
                  </a:cubicBezTo>
                  <a:cubicBezTo>
                    <a:pt x="14043" y="15199"/>
                    <a:pt x="12554" y="18573"/>
                    <a:pt x="11976" y="20305"/>
                  </a:cubicBezTo>
                  <a:cubicBezTo>
                    <a:pt x="11581" y="21460"/>
                    <a:pt x="11308" y="22311"/>
                    <a:pt x="10913" y="22494"/>
                  </a:cubicBezTo>
                  <a:cubicBezTo>
                    <a:pt x="10844" y="22521"/>
                    <a:pt x="10776" y="22536"/>
                    <a:pt x="10708" y="22536"/>
                  </a:cubicBezTo>
                  <a:cubicBezTo>
                    <a:pt x="10624" y="22536"/>
                    <a:pt x="10540" y="22514"/>
                    <a:pt x="10457" y="22463"/>
                  </a:cubicBezTo>
                  <a:cubicBezTo>
                    <a:pt x="10001" y="22281"/>
                    <a:pt x="9606" y="22007"/>
                    <a:pt x="9271" y="21643"/>
                  </a:cubicBezTo>
                  <a:lnTo>
                    <a:pt x="9271" y="21612"/>
                  </a:lnTo>
                  <a:cubicBezTo>
                    <a:pt x="9210" y="21491"/>
                    <a:pt x="7751" y="18330"/>
                    <a:pt x="6566" y="17144"/>
                  </a:cubicBezTo>
                  <a:cubicBezTo>
                    <a:pt x="5837" y="16415"/>
                    <a:pt x="5046" y="15776"/>
                    <a:pt x="4195" y="15229"/>
                  </a:cubicBezTo>
                  <a:lnTo>
                    <a:pt x="4074" y="15168"/>
                  </a:lnTo>
                  <a:cubicBezTo>
                    <a:pt x="3830" y="15016"/>
                    <a:pt x="3192" y="14560"/>
                    <a:pt x="3192" y="14013"/>
                  </a:cubicBezTo>
                  <a:cubicBezTo>
                    <a:pt x="3192" y="13466"/>
                    <a:pt x="3861" y="12889"/>
                    <a:pt x="4134" y="12706"/>
                  </a:cubicBezTo>
                  <a:cubicBezTo>
                    <a:pt x="4286" y="12615"/>
                    <a:pt x="4226" y="12372"/>
                    <a:pt x="4043" y="12372"/>
                  </a:cubicBezTo>
                  <a:cubicBezTo>
                    <a:pt x="3952" y="12372"/>
                    <a:pt x="1338" y="12250"/>
                    <a:pt x="912" y="8907"/>
                  </a:cubicBezTo>
                  <a:cubicBezTo>
                    <a:pt x="396" y="5047"/>
                    <a:pt x="4438" y="1673"/>
                    <a:pt x="4925" y="1278"/>
                  </a:cubicBezTo>
                  <a:cubicBezTo>
                    <a:pt x="5989" y="396"/>
                    <a:pt x="8025" y="396"/>
                    <a:pt x="8299" y="396"/>
                  </a:cubicBezTo>
                  <a:close/>
                  <a:moveTo>
                    <a:pt x="8324" y="1"/>
                  </a:moveTo>
                  <a:cubicBezTo>
                    <a:pt x="8015" y="1"/>
                    <a:pt x="5887" y="28"/>
                    <a:pt x="4681" y="1004"/>
                  </a:cubicBezTo>
                  <a:cubicBezTo>
                    <a:pt x="4195" y="1369"/>
                    <a:pt x="1" y="4895"/>
                    <a:pt x="548" y="8968"/>
                  </a:cubicBezTo>
                  <a:cubicBezTo>
                    <a:pt x="882" y="11764"/>
                    <a:pt x="2706" y="12494"/>
                    <a:pt x="3587" y="12676"/>
                  </a:cubicBezTo>
                  <a:cubicBezTo>
                    <a:pt x="3253" y="12980"/>
                    <a:pt x="2827" y="13466"/>
                    <a:pt x="2827" y="14013"/>
                  </a:cubicBezTo>
                  <a:cubicBezTo>
                    <a:pt x="2827" y="14804"/>
                    <a:pt x="3587" y="15290"/>
                    <a:pt x="3891" y="15472"/>
                  </a:cubicBezTo>
                  <a:lnTo>
                    <a:pt x="4013" y="15564"/>
                  </a:lnTo>
                  <a:cubicBezTo>
                    <a:pt x="4833" y="16080"/>
                    <a:pt x="5593" y="16719"/>
                    <a:pt x="6292" y="17418"/>
                  </a:cubicBezTo>
                  <a:cubicBezTo>
                    <a:pt x="7417" y="18542"/>
                    <a:pt x="8937" y="21764"/>
                    <a:pt x="8967" y="21825"/>
                  </a:cubicBezTo>
                  <a:cubicBezTo>
                    <a:pt x="9302" y="22281"/>
                    <a:pt x="9788" y="22615"/>
                    <a:pt x="10335" y="22828"/>
                  </a:cubicBezTo>
                  <a:cubicBezTo>
                    <a:pt x="10457" y="22889"/>
                    <a:pt x="10609" y="22919"/>
                    <a:pt x="10730" y="22919"/>
                  </a:cubicBezTo>
                  <a:cubicBezTo>
                    <a:pt x="10852" y="22919"/>
                    <a:pt x="10973" y="22889"/>
                    <a:pt x="11095" y="22828"/>
                  </a:cubicBezTo>
                  <a:cubicBezTo>
                    <a:pt x="11612" y="22585"/>
                    <a:pt x="11885" y="21764"/>
                    <a:pt x="12341" y="20427"/>
                  </a:cubicBezTo>
                  <a:cubicBezTo>
                    <a:pt x="12888" y="18816"/>
                    <a:pt x="14226" y="15776"/>
                    <a:pt x="14408" y="15351"/>
                  </a:cubicBezTo>
                  <a:cubicBezTo>
                    <a:pt x="14894" y="14986"/>
                    <a:pt x="15290" y="14560"/>
                    <a:pt x="15594" y="14044"/>
                  </a:cubicBezTo>
                  <a:cubicBezTo>
                    <a:pt x="16049" y="13193"/>
                    <a:pt x="16110" y="12463"/>
                    <a:pt x="15898" y="11217"/>
                  </a:cubicBezTo>
                  <a:cubicBezTo>
                    <a:pt x="15685" y="10183"/>
                    <a:pt x="15381" y="9180"/>
                    <a:pt x="15016" y="8177"/>
                  </a:cubicBezTo>
                  <a:cubicBezTo>
                    <a:pt x="15350" y="7934"/>
                    <a:pt x="16323" y="7205"/>
                    <a:pt x="16475" y="6475"/>
                  </a:cubicBezTo>
                  <a:cubicBezTo>
                    <a:pt x="16657" y="5594"/>
                    <a:pt x="13800" y="4530"/>
                    <a:pt x="12736" y="4196"/>
                  </a:cubicBezTo>
                  <a:cubicBezTo>
                    <a:pt x="12645" y="3527"/>
                    <a:pt x="12524" y="2858"/>
                    <a:pt x="12341" y="2220"/>
                  </a:cubicBezTo>
                  <a:cubicBezTo>
                    <a:pt x="12068" y="1521"/>
                    <a:pt x="9028" y="275"/>
                    <a:pt x="8451" y="1"/>
                  </a:cubicBezTo>
                  <a:lnTo>
                    <a:pt x="8359" y="1"/>
                  </a:lnTo>
                  <a:cubicBezTo>
                    <a:pt x="8354" y="1"/>
                    <a:pt x="8342" y="1"/>
                    <a:pt x="83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A0A9EE7F-B97A-239C-67EA-D3BC3AB78003}"/>
                </a:ext>
              </a:extLst>
            </p:cNvPr>
            <p:cNvSpPr/>
            <p:nvPr/>
          </p:nvSpPr>
          <p:spPr>
            <a:xfrm>
              <a:off x="3423575" y="1821975"/>
              <a:ext cx="26625" cy="33750"/>
            </a:xfrm>
            <a:custGeom>
              <a:avLst/>
              <a:gdLst/>
              <a:ahLst/>
              <a:cxnLst/>
              <a:rect l="l" t="t" r="r" b="b"/>
              <a:pathLst>
                <a:path w="1065" h="1350" extrusionOk="0">
                  <a:moveTo>
                    <a:pt x="232" y="1"/>
                  </a:moveTo>
                  <a:cubicBezTo>
                    <a:pt x="203" y="1"/>
                    <a:pt x="176" y="7"/>
                    <a:pt x="153" y="22"/>
                  </a:cubicBezTo>
                  <a:cubicBezTo>
                    <a:pt x="1" y="113"/>
                    <a:pt x="31" y="478"/>
                    <a:pt x="244" y="842"/>
                  </a:cubicBezTo>
                  <a:cubicBezTo>
                    <a:pt x="424" y="1150"/>
                    <a:pt x="668" y="1350"/>
                    <a:pt x="831" y="1350"/>
                  </a:cubicBezTo>
                  <a:cubicBezTo>
                    <a:pt x="862" y="1350"/>
                    <a:pt x="889" y="1343"/>
                    <a:pt x="913" y="1329"/>
                  </a:cubicBezTo>
                  <a:cubicBezTo>
                    <a:pt x="1065" y="1238"/>
                    <a:pt x="1004" y="873"/>
                    <a:pt x="791" y="508"/>
                  </a:cubicBezTo>
                  <a:cubicBezTo>
                    <a:pt x="612" y="200"/>
                    <a:pt x="389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23622CDA-360C-9CC0-C728-7966333A2FC7}"/>
                </a:ext>
              </a:extLst>
            </p:cNvPr>
            <p:cNvSpPr/>
            <p:nvPr/>
          </p:nvSpPr>
          <p:spPr>
            <a:xfrm>
              <a:off x="3393175" y="1787500"/>
              <a:ext cx="45400" cy="37300"/>
            </a:xfrm>
            <a:custGeom>
              <a:avLst/>
              <a:gdLst/>
              <a:ahLst/>
              <a:cxnLst/>
              <a:rect l="l" t="t" r="r" b="b"/>
              <a:pathLst>
                <a:path w="1816" h="1492" extrusionOk="0">
                  <a:moveTo>
                    <a:pt x="1550" y="1"/>
                  </a:moveTo>
                  <a:cubicBezTo>
                    <a:pt x="1541" y="1"/>
                    <a:pt x="1531" y="1"/>
                    <a:pt x="1521" y="3"/>
                  </a:cubicBezTo>
                  <a:cubicBezTo>
                    <a:pt x="791" y="33"/>
                    <a:pt x="183" y="550"/>
                    <a:pt x="1" y="1279"/>
                  </a:cubicBezTo>
                  <a:cubicBezTo>
                    <a:pt x="1" y="1370"/>
                    <a:pt x="62" y="1462"/>
                    <a:pt x="153" y="1492"/>
                  </a:cubicBezTo>
                  <a:lnTo>
                    <a:pt x="183" y="1492"/>
                  </a:lnTo>
                  <a:cubicBezTo>
                    <a:pt x="275" y="1492"/>
                    <a:pt x="366" y="1431"/>
                    <a:pt x="396" y="1340"/>
                  </a:cubicBezTo>
                  <a:cubicBezTo>
                    <a:pt x="518" y="793"/>
                    <a:pt x="1004" y="398"/>
                    <a:pt x="1582" y="398"/>
                  </a:cubicBezTo>
                  <a:cubicBezTo>
                    <a:pt x="1816" y="368"/>
                    <a:pt x="1796" y="1"/>
                    <a:pt x="15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2BDEA230-C742-05C7-438C-2DE6496A9DA3}"/>
                </a:ext>
              </a:extLst>
            </p:cNvPr>
            <p:cNvSpPr/>
            <p:nvPr/>
          </p:nvSpPr>
          <p:spPr>
            <a:xfrm>
              <a:off x="3036800" y="1622800"/>
              <a:ext cx="543350" cy="472950"/>
            </a:xfrm>
            <a:custGeom>
              <a:avLst/>
              <a:gdLst/>
              <a:ahLst/>
              <a:cxnLst/>
              <a:rect l="l" t="t" r="r" b="b"/>
              <a:pathLst>
                <a:path w="21734" h="18918" extrusionOk="0">
                  <a:moveTo>
                    <a:pt x="11614" y="0"/>
                  </a:moveTo>
                  <a:cubicBezTo>
                    <a:pt x="9832" y="0"/>
                    <a:pt x="8815" y="1545"/>
                    <a:pt x="8815" y="1545"/>
                  </a:cubicBezTo>
                  <a:cubicBezTo>
                    <a:pt x="8937" y="1211"/>
                    <a:pt x="8937" y="846"/>
                    <a:pt x="8815" y="511"/>
                  </a:cubicBezTo>
                  <a:cubicBezTo>
                    <a:pt x="8745" y="276"/>
                    <a:pt x="8565" y="141"/>
                    <a:pt x="8259" y="141"/>
                  </a:cubicBezTo>
                  <a:cubicBezTo>
                    <a:pt x="7773" y="141"/>
                    <a:pt x="6969" y="481"/>
                    <a:pt x="5776" y="1302"/>
                  </a:cubicBezTo>
                  <a:cubicBezTo>
                    <a:pt x="3861" y="2670"/>
                    <a:pt x="760" y="7715"/>
                    <a:pt x="456" y="8657"/>
                  </a:cubicBezTo>
                  <a:cubicBezTo>
                    <a:pt x="183" y="9600"/>
                    <a:pt x="0" y="10177"/>
                    <a:pt x="3101" y="14098"/>
                  </a:cubicBezTo>
                  <a:cubicBezTo>
                    <a:pt x="6171" y="17989"/>
                    <a:pt x="7235" y="17351"/>
                    <a:pt x="7478" y="17594"/>
                  </a:cubicBezTo>
                  <a:cubicBezTo>
                    <a:pt x="7610" y="17727"/>
                    <a:pt x="7885" y="17918"/>
                    <a:pt x="8376" y="17918"/>
                  </a:cubicBezTo>
                  <a:cubicBezTo>
                    <a:pt x="8672" y="17918"/>
                    <a:pt x="9046" y="17849"/>
                    <a:pt x="9514" y="17655"/>
                  </a:cubicBezTo>
                  <a:cubicBezTo>
                    <a:pt x="10730" y="17107"/>
                    <a:pt x="11308" y="16135"/>
                    <a:pt x="11247" y="15892"/>
                  </a:cubicBezTo>
                  <a:cubicBezTo>
                    <a:pt x="11186" y="15648"/>
                    <a:pt x="8937" y="15314"/>
                    <a:pt x="8329" y="13733"/>
                  </a:cubicBezTo>
                  <a:cubicBezTo>
                    <a:pt x="7858" y="12445"/>
                    <a:pt x="8478" y="11702"/>
                    <a:pt x="9135" y="11702"/>
                  </a:cubicBezTo>
                  <a:cubicBezTo>
                    <a:pt x="9284" y="11702"/>
                    <a:pt x="9435" y="11740"/>
                    <a:pt x="9575" y="11819"/>
                  </a:cubicBezTo>
                  <a:cubicBezTo>
                    <a:pt x="10335" y="12214"/>
                    <a:pt x="11672" y="14949"/>
                    <a:pt x="11946" y="15770"/>
                  </a:cubicBezTo>
                  <a:cubicBezTo>
                    <a:pt x="12250" y="16591"/>
                    <a:pt x="12979" y="18354"/>
                    <a:pt x="15563" y="18688"/>
                  </a:cubicBezTo>
                  <a:cubicBezTo>
                    <a:pt x="16651" y="18840"/>
                    <a:pt x="17739" y="18918"/>
                    <a:pt x="18673" y="18918"/>
                  </a:cubicBezTo>
                  <a:cubicBezTo>
                    <a:pt x="19984" y="18918"/>
                    <a:pt x="20993" y="18764"/>
                    <a:pt x="21277" y="18445"/>
                  </a:cubicBezTo>
                  <a:cubicBezTo>
                    <a:pt x="21733" y="17928"/>
                    <a:pt x="21034" y="15588"/>
                    <a:pt x="20578" y="13885"/>
                  </a:cubicBezTo>
                  <a:cubicBezTo>
                    <a:pt x="20092" y="12214"/>
                    <a:pt x="19241" y="11667"/>
                    <a:pt x="19241" y="11667"/>
                  </a:cubicBezTo>
                  <a:lnTo>
                    <a:pt x="18633" y="11971"/>
                  </a:lnTo>
                  <a:cubicBezTo>
                    <a:pt x="18055" y="12275"/>
                    <a:pt x="15685" y="14433"/>
                    <a:pt x="15685" y="14433"/>
                  </a:cubicBezTo>
                  <a:cubicBezTo>
                    <a:pt x="15590" y="14450"/>
                    <a:pt x="15495" y="14459"/>
                    <a:pt x="15402" y="14459"/>
                  </a:cubicBezTo>
                  <a:cubicBezTo>
                    <a:pt x="15014" y="14459"/>
                    <a:pt x="14641" y="14313"/>
                    <a:pt x="14347" y="14068"/>
                  </a:cubicBezTo>
                  <a:cubicBezTo>
                    <a:pt x="13678" y="13551"/>
                    <a:pt x="10031" y="10390"/>
                    <a:pt x="10031" y="10390"/>
                  </a:cubicBezTo>
                  <a:cubicBezTo>
                    <a:pt x="10031" y="10390"/>
                    <a:pt x="10001" y="9995"/>
                    <a:pt x="10608" y="8870"/>
                  </a:cubicBezTo>
                  <a:cubicBezTo>
                    <a:pt x="11186" y="7776"/>
                    <a:pt x="10943" y="7533"/>
                    <a:pt x="10487" y="7320"/>
                  </a:cubicBezTo>
                  <a:cubicBezTo>
                    <a:pt x="10031" y="7077"/>
                    <a:pt x="9089" y="7259"/>
                    <a:pt x="10244" y="6074"/>
                  </a:cubicBezTo>
                  <a:cubicBezTo>
                    <a:pt x="11277" y="5132"/>
                    <a:pt x="12432" y="4341"/>
                    <a:pt x="13678" y="3764"/>
                  </a:cubicBezTo>
                  <a:cubicBezTo>
                    <a:pt x="14499" y="3338"/>
                    <a:pt x="14438" y="3004"/>
                    <a:pt x="14438" y="3004"/>
                  </a:cubicBezTo>
                  <a:cubicBezTo>
                    <a:pt x="14438" y="3004"/>
                    <a:pt x="15776" y="1484"/>
                    <a:pt x="13071" y="329"/>
                  </a:cubicBezTo>
                  <a:cubicBezTo>
                    <a:pt x="12541" y="94"/>
                    <a:pt x="12054" y="0"/>
                    <a:pt x="11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40532877-00CC-C252-5403-95382496A15C}"/>
                </a:ext>
              </a:extLst>
            </p:cNvPr>
            <p:cNvSpPr/>
            <p:nvPr/>
          </p:nvSpPr>
          <p:spPr>
            <a:xfrm>
              <a:off x="3030725" y="1618225"/>
              <a:ext cx="553225" cy="481675"/>
            </a:xfrm>
            <a:custGeom>
              <a:avLst/>
              <a:gdLst/>
              <a:ahLst/>
              <a:cxnLst/>
              <a:rect l="l" t="t" r="r" b="b"/>
              <a:pathLst>
                <a:path w="22129" h="19267" extrusionOk="0">
                  <a:moveTo>
                    <a:pt x="11844" y="367"/>
                  </a:moveTo>
                  <a:cubicBezTo>
                    <a:pt x="12260" y="367"/>
                    <a:pt x="12720" y="452"/>
                    <a:pt x="13222" y="664"/>
                  </a:cubicBezTo>
                  <a:cubicBezTo>
                    <a:pt x="14134" y="1059"/>
                    <a:pt x="14651" y="1545"/>
                    <a:pt x="14773" y="2062"/>
                  </a:cubicBezTo>
                  <a:cubicBezTo>
                    <a:pt x="14833" y="2427"/>
                    <a:pt x="14742" y="2761"/>
                    <a:pt x="14529" y="3065"/>
                  </a:cubicBezTo>
                  <a:cubicBezTo>
                    <a:pt x="14499" y="3096"/>
                    <a:pt x="14499" y="3156"/>
                    <a:pt x="14499" y="3187"/>
                  </a:cubicBezTo>
                  <a:cubicBezTo>
                    <a:pt x="14499" y="3187"/>
                    <a:pt x="14469" y="3460"/>
                    <a:pt x="13830" y="3764"/>
                  </a:cubicBezTo>
                  <a:cubicBezTo>
                    <a:pt x="12554" y="4372"/>
                    <a:pt x="11368" y="5163"/>
                    <a:pt x="10365" y="6135"/>
                  </a:cubicBezTo>
                  <a:cubicBezTo>
                    <a:pt x="9848" y="6622"/>
                    <a:pt x="9666" y="6926"/>
                    <a:pt x="9757" y="7199"/>
                  </a:cubicBezTo>
                  <a:cubicBezTo>
                    <a:pt x="9818" y="7442"/>
                    <a:pt x="10092" y="7503"/>
                    <a:pt x="10335" y="7564"/>
                  </a:cubicBezTo>
                  <a:cubicBezTo>
                    <a:pt x="10426" y="7594"/>
                    <a:pt x="10517" y="7625"/>
                    <a:pt x="10639" y="7655"/>
                  </a:cubicBezTo>
                  <a:cubicBezTo>
                    <a:pt x="10851" y="7777"/>
                    <a:pt x="10943" y="7868"/>
                    <a:pt x="10973" y="7959"/>
                  </a:cubicBezTo>
                  <a:cubicBezTo>
                    <a:pt x="11034" y="8141"/>
                    <a:pt x="10943" y="8476"/>
                    <a:pt x="10669" y="8992"/>
                  </a:cubicBezTo>
                  <a:cubicBezTo>
                    <a:pt x="10061" y="10117"/>
                    <a:pt x="10061" y="10543"/>
                    <a:pt x="10061" y="10603"/>
                  </a:cubicBezTo>
                  <a:cubicBezTo>
                    <a:pt x="10061" y="10634"/>
                    <a:pt x="10092" y="10695"/>
                    <a:pt x="10122" y="10725"/>
                  </a:cubicBezTo>
                  <a:cubicBezTo>
                    <a:pt x="10152" y="10755"/>
                    <a:pt x="13800" y="13886"/>
                    <a:pt x="14438" y="14403"/>
                  </a:cubicBezTo>
                  <a:cubicBezTo>
                    <a:pt x="14774" y="14691"/>
                    <a:pt x="15204" y="14827"/>
                    <a:pt x="15625" y="14827"/>
                  </a:cubicBezTo>
                  <a:cubicBezTo>
                    <a:pt x="15737" y="14827"/>
                    <a:pt x="15849" y="14817"/>
                    <a:pt x="15958" y="14798"/>
                  </a:cubicBezTo>
                  <a:cubicBezTo>
                    <a:pt x="15988" y="14768"/>
                    <a:pt x="16019" y="14768"/>
                    <a:pt x="16049" y="14737"/>
                  </a:cubicBezTo>
                  <a:cubicBezTo>
                    <a:pt x="16687" y="14160"/>
                    <a:pt x="18511" y="12549"/>
                    <a:pt x="18967" y="12336"/>
                  </a:cubicBezTo>
                  <a:lnTo>
                    <a:pt x="19453" y="12093"/>
                  </a:lnTo>
                  <a:cubicBezTo>
                    <a:pt x="20061" y="12640"/>
                    <a:pt x="20457" y="13339"/>
                    <a:pt x="20639" y="14129"/>
                  </a:cubicBezTo>
                  <a:lnTo>
                    <a:pt x="20730" y="14524"/>
                  </a:lnTo>
                  <a:cubicBezTo>
                    <a:pt x="21125" y="15923"/>
                    <a:pt x="21733" y="18081"/>
                    <a:pt x="21368" y="18476"/>
                  </a:cubicBezTo>
                  <a:cubicBezTo>
                    <a:pt x="21166" y="18715"/>
                    <a:pt x="20238" y="18865"/>
                    <a:pt x="18895" y="18865"/>
                  </a:cubicBezTo>
                  <a:cubicBezTo>
                    <a:pt x="18022" y="18865"/>
                    <a:pt x="16974" y="18802"/>
                    <a:pt x="15836" y="18658"/>
                  </a:cubicBezTo>
                  <a:cubicBezTo>
                    <a:pt x="13253" y="18324"/>
                    <a:pt x="12614" y="16531"/>
                    <a:pt x="12371" y="15862"/>
                  </a:cubicBezTo>
                  <a:cubicBezTo>
                    <a:pt x="12128" y="15224"/>
                    <a:pt x="10760" y="12275"/>
                    <a:pt x="9879" y="11789"/>
                  </a:cubicBezTo>
                  <a:cubicBezTo>
                    <a:pt x="9727" y="11698"/>
                    <a:pt x="9544" y="11667"/>
                    <a:pt x="9362" y="11667"/>
                  </a:cubicBezTo>
                  <a:cubicBezTo>
                    <a:pt x="9119" y="11667"/>
                    <a:pt x="8845" y="11758"/>
                    <a:pt x="8633" y="11941"/>
                  </a:cubicBezTo>
                  <a:cubicBezTo>
                    <a:pt x="8177" y="12366"/>
                    <a:pt x="8055" y="13126"/>
                    <a:pt x="8389" y="13947"/>
                  </a:cubicBezTo>
                  <a:cubicBezTo>
                    <a:pt x="8815" y="15163"/>
                    <a:pt x="10183" y="15679"/>
                    <a:pt x="10912" y="15983"/>
                  </a:cubicBezTo>
                  <a:cubicBezTo>
                    <a:pt x="11064" y="16044"/>
                    <a:pt x="11216" y="16105"/>
                    <a:pt x="11277" y="16135"/>
                  </a:cubicBezTo>
                  <a:cubicBezTo>
                    <a:pt x="10973" y="16834"/>
                    <a:pt x="10365" y="17351"/>
                    <a:pt x="9666" y="17625"/>
                  </a:cubicBezTo>
                  <a:cubicBezTo>
                    <a:pt x="9222" y="17817"/>
                    <a:pt x="8873" y="17885"/>
                    <a:pt x="8600" y="17885"/>
                  </a:cubicBezTo>
                  <a:cubicBezTo>
                    <a:pt x="8181" y="17885"/>
                    <a:pt x="7941" y="17723"/>
                    <a:pt x="7812" y="17594"/>
                  </a:cubicBezTo>
                  <a:cubicBezTo>
                    <a:pt x="7721" y="17534"/>
                    <a:pt x="7599" y="17473"/>
                    <a:pt x="7478" y="17473"/>
                  </a:cubicBezTo>
                  <a:cubicBezTo>
                    <a:pt x="7052" y="17412"/>
                    <a:pt x="5927" y="17230"/>
                    <a:pt x="3465" y="14129"/>
                  </a:cubicBezTo>
                  <a:cubicBezTo>
                    <a:pt x="426" y="10299"/>
                    <a:pt x="608" y="9722"/>
                    <a:pt x="882" y="8871"/>
                  </a:cubicBezTo>
                  <a:cubicBezTo>
                    <a:pt x="1155" y="7898"/>
                    <a:pt x="4256" y="2944"/>
                    <a:pt x="6110" y="1637"/>
                  </a:cubicBezTo>
                  <a:cubicBezTo>
                    <a:pt x="7496" y="664"/>
                    <a:pt x="8182" y="489"/>
                    <a:pt x="8494" y="489"/>
                  </a:cubicBezTo>
                  <a:cubicBezTo>
                    <a:pt x="8572" y="489"/>
                    <a:pt x="8627" y="500"/>
                    <a:pt x="8663" y="512"/>
                  </a:cubicBezTo>
                  <a:cubicBezTo>
                    <a:pt x="8754" y="542"/>
                    <a:pt x="8815" y="634"/>
                    <a:pt x="8845" y="725"/>
                  </a:cubicBezTo>
                  <a:cubicBezTo>
                    <a:pt x="8937" y="998"/>
                    <a:pt x="8937" y="1333"/>
                    <a:pt x="8845" y="1637"/>
                  </a:cubicBezTo>
                  <a:cubicBezTo>
                    <a:pt x="8804" y="1783"/>
                    <a:pt x="8920" y="1900"/>
                    <a:pt x="9036" y="1900"/>
                  </a:cubicBezTo>
                  <a:cubicBezTo>
                    <a:pt x="9089" y="1900"/>
                    <a:pt x="9142" y="1876"/>
                    <a:pt x="9180" y="1819"/>
                  </a:cubicBezTo>
                  <a:cubicBezTo>
                    <a:pt x="9228" y="1746"/>
                    <a:pt x="10174" y="367"/>
                    <a:pt x="11844" y="367"/>
                  </a:cubicBezTo>
                  <a:close/>
                  <a:moveTo>
                    <a:pt x="11869" y="0"/>
                  </a:moveTo>
                  <a:cubicBezTo>
                    <a:pt x="10912" y="0"/>
                    <a:pt x="9977" y="385"/>
                    <a:pt x="9301" y="1120"/>
                  </a:cubicBezTo>
                  <a:cubicBezTo>
                    <a:pt x="9301" y="968"/>
                    <a:pt x="9271" y="786"/>
                    <a:pt x="9210" y="634"/>
                  </a:cubicBezTo>
                  <a:cubicBezTo>
                    <a:pt x="9180" y="421"/>
                    <a:pt x="8997" y="238"/>
                    <a:pt x="8815" y="178"/>
                  </a:cubicBezTo>
                  <a:cubicBezTo>
                    <a:pt x="8720" y="148"/>
                    <a:pt x="8613" y="132"/>
                    <a:pt x="8496" y="132"/>
                  </a:cubicBezTo>
                  <a:cubicBezTo>
                    <a:pt x="7905" y="132"/>
                    <a:pt x="7039" y="521"/>
                    <a:pt x="5897" y="1333"/>
                  </a:cubicBezTo>
                  <a:cubicBezTo>
                    <a:pt x="3982" y="2670"/>
                    <a:pt x="821" y="7777"/>
                    <a:pt x="517" y="8780"/>
                  </a:cubicBezTo>
                  <a:cubicBezTo>
                    <a:pt x="213" y="9783"/>
                    <a:pt x="0" y="10391"/>
                    <a:pt x="3161" y="14372"/>
                  </a:cubicBezTo>
                  <a:cubicBezTo>
                    <a:pt x="5715" y="17564"/>
                    <a:pt x="6900" y="17777"/>
                    <a:pt x="7417" y="17868"/>
                  </a:cubicBezTo>
                  <a:lnTo>
                    <a:pt x="7569" y="17898"/>
                  </a:lnTo>
                  <a:cubicBezTo>
                    <a:pt x="7739" y="18068"/>
                    <a:pt x="8061" y="18273"/>
                    <a:pt x="8594" y="18273"/>
                  </a:cubicBezTo>
                  <a:cubicBezTo>
                    <a:pt x="8919" y="18273"/>
                    <a:pt x="9323" y="18197"/>
                    <a:pt x="9818" y="17990"/>
                  </a:cubicBezTo>
                  <a:cubicBezTo>
                    <a:pt x="11064" y="17442"/>
                    <a:pt x="11763" y="16379"/>
                    <a:pt x="11672" y="16014"/>
                  </a:cubicBezTo>
                  <a:cubicBezTo>
                    <a:pt x="11642" y="15862"/>
                    <a:pt x="11429" y="15771"/>
                    <a:pt x="11064" y="15619"/>
                  </a:cubicBezTo>
                  <a:cubicBezTo>
                    <a:pt x="10335" y="15345"/>
                    <a:pt x="9119" y="14889"/>
                    <a:pt x="8754" y="13825"/>
                  </a:cubicBezTo>
                  <a:cubicBezTo>
                    <a:pt x="8481" y="13157"/>
                    <a:pt x="8541" y="12549"/>
                    <a:pt x="8906" y="12245"/>
                  </a:cubicBezTo>
                  <a:cubicBezTo>
                    <a:pt x="9030" y="12121"/>
                    <a:pt x="9196" y="12059"/>
                    <a:pt x="9360" y="12059"/>
                  </a:cubicBezTo>
                  <a:cubicBezTo>
                    <a:pt x="9478" y="12059"/>
                    <a:pt x="9595" y="12090"/>
                    <a:pt x="9696" y="12154"/>
                  </a:cubicBezTo>
                  <a:cubicBezTo>
                    <a:pt x="10365" y="12488"/>
                    <a:pt x="11672" y="15072"/>
                    <a:pt x="12007" y="16014"/>
                  </a:cubicBezTo>
                  <a:cubicBezTo>
                    <a:pt x="12280" y="16743"/>
                    <a:pt x="12949" y="18658"/>
                    <a:pt x="15776" y="19053"/>
                  </a:cubicBezTo>
                  <a:cubicBezTo>
                    <a:pt x="16809" y="19175"/>
                    <a:pt x="17873" y="19266"/>
                    <a:pt x="18937" y="19266"/>
                  </a:cubicBezTo>
                  <a:cubicBezTo>
                    <a:pt x="20244" y="19266"/>
                    <a:pt x="21338" y="19114"/>
                    <a:pt x="21672" y="18749"/>
                  </a:cubicBezTo>
                  <a:cubicBezTo>
                    <a:pt x="22128" y="18202"/>
                    <a:pt x="21733" y="16622"/>
                    <a:pt x="21125" y="14403"/>
                  </a:cubicBezTo>
                  <a:lnTo>
                    <a:pt x="21004" y="14038"/>
                  </a:lnTo>
                  <a:cubicBezTo>
                    <a:pt x="20517" y="12275"/>
                    <a:pt x="19605" y="11728"/>
                    <a:pt x="19575" y="11698"/>
                  </a:cubicBezTo>
                  <a:cubicBezTo>
                    <a:pt x="19545" y="11682"/>
                    <a:pt x="19514" y="11675"/>
                    <a:pt x="19484" y="11675"/>
                  </a:cubicBezTo>
                  <a:cubicBezTo>
                    <a:pt x="19453" y="11675"/>
                    <a:pt x="19423" y="11682"/>
                    <a:pt x="19393" y="11698"/>
                  </a:cubicBezTo>
                  <a:lnTo>
                    <a:pt x="18815" y="12002"/>
                  </a:lnTo>
                  <a:cubicBezTo>
                    <a:pt x="18238" y="12275"/>
                    <a:pt x="16171" y="14160"/>
                    <a:pt x="15836" y="14433"/>
                  </a:cubicBezTo>
                  <a:cubicBezTo>
                    <a:pt x="15763" y="14444"/>
                    <a:pt x="15691" y="14449"/>
                    <a:pt x="15620" y="14449"/>
                  </a:cubicBezTo>
                  <a:cubicBezTo>
                    <a:pt x="15277" y="14449"/>
                    <a:pt x="14958" y="14331"/>
                    <a:pt x="14681" y="14129"/>
                  </a:cubicBezTo>
                  <a:cubicBezTo>
                    <a:pt x="14104" y="13643"/>
                    <a:pt x="11003" y="10968"/>
                    <a:pt x="10456" y="10512"/>
                  </a:cubicBezTo>
                  <a:cubicBezTo>
                    <a:pt x="10578" y="10026"/>
                    <a:pt x="10760" y="9600"/>
                    <a:pt x="11003" y="9175"/>
                  </a:cubicBezTo>
                  <a:cubicBezTo>
                    <a:pt x="11338" y="8536"/>
                    <a:pt x="11429" y="8141"/>
                    <a:pt x="11338" y="7837"/>
                  </a:cubicBezTo>
                  <a:cubicBezTo>
                    <a:pt x="11247" y="7594"/>
                    <a:pt x="11064" y="7412"/>
                    <a:pt x="10821" y="7321"/>
                  </a:cubicBezTo>
                  <a:cubicBezTo>
                    <a:pt x="10700" y="7290"/>
                    <a:pt x="10548" y="7229"/>
                    <a:pt x="10426" y="7199"/>
                  </a:cubicBezTo>
                  <a:cubicBezTo>
                    <a:pt x="10335" y="7199"/>
                    <a:pt x="10213" y="7138"/>
                    <a:pt x="10122" y="7108"/>
                  </a:cubicBezTo>
                  <a:cubicBezTo>
                    <a:pt x="10122" y="7077"/>
                    <a:pt x="10092" y="6956"/>
                    <a:pt x="10639" y="6409"/>
                  </a:cubicBezTo>
                  <a:cubicBezTo>
                    <a:pt x="11642" y="5467"/>
                    <a:pt x="12766" y="4707"/>
                    <a:pt x="14013" y="4129"/>
                  </a:cubicBezTo>
                  <a:cubicBezTo>
                    <a:pt x="14712" y="3764"/>
                    <a:pt x="14864" y="3430"/>
                    <a:pt x="14894" y="3248"/>
                  </a:cubicBezTo>
                  <a:cubicBezTo>
                    <a:pt x="15137" y="2883"/>
                    <a:pt x="15259" y="2427"/>
                    <a:pt x="15168" y="2001"/>
                  </a:cubicBezTo>
                  <a:cubicBezTo>
                    <a:pt x="15016" y="1333"/>
                    <a:pt x="14408" y="786"/>
                    <a:pt x="13374" y="330"/>
                  </a:cubicBezTo>
                  <a:cubicBezTo>
                    <a:pt x="12890" y="109"/>
                    <a:pt x="12376" y="0"/>
                    <a:pt x="118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BC71C792-BCD8-9BB5-B49C-90E92C283428}"/>
                </a:ext>
              </a:extLst>
            </p:cNvPr>
            <p:cNvSpPr/>
            <p:nvPr/>
          </p:nvSpPr>
          <p:spPr>
            <a:xfrm>
              <a:off x="3466125" y="1966700"/>
              <a:ext cx="70250" cy="20050"/>
            </a:xfrm>
            <a:custGeom>
              <a:avLst/>
              <a:gdLst/>
              <a:ahLst/>
              <a:cxnLst/>
              <a:rect l="l" t="t" r="r" b="b"/>
              <a:pathLst>
                <a:path w="2810" h="802" extrusionOk="0">
                  <a:moveTo>
                    <a:pt x="187" y="0"/>
                  </a:moveTo>
                  <a:cubicBezTo>
                    <a:pt x="138" y="0"/>
                    <a:pt x="92" y="23"/>
                    <a:pt x="62" y="69"/>
                  </a:cubicBezTo>
                  <a:cubicBezTo>
                    <a:pt x="1" y="129"/>
                    <a:pt x="1" y="251"/>
                    <a:pt x="62" y="342"/>
                  </a:cubicBezTo>
                  <a:cubicBezTo>
                    <a:pt x="452" y="649"/>
                    <a:pt x="944" y="802"/>
                    <a:pt x="1445" y="802"/>
                  </a:cubicBezTo>
                  <a:cubicBezTo>
                    <a:pt x="1490" y="802"/>
                    <a:pt x="1536" y="801"/>
                    <a:pt x="1582" y="798"/>
                  </a:cubicBezTo>
                  <a:cubicBezTo>
                    <a:pt x="1916" y="798"/>
                    <a:pt x="2250" y="768"/>
                    <a:pt x="2585" y="707"/>
                  </a:cubicBezTo>
                  <a:cubicBezTo>
                    <a:pt x="2809" y="623"/>
                    <a:pt x="2749" y="305"/>
                    <a:pt x="2546" y="305"/>
                  </a:cubicBezTo>
                  <a:cubicBezTo>
                    <a:pt x="2530" y="305"/>
                    <a:pt x="2512" y="307"/>
                    <a:pt x="2493" y="312"/>
                  </a:cubicBezTo>
                  <a:cubicBezTo>
                    <a:pt x="2153" y="399"/>
                    <a:pt x="1853" y="432"/>
                    <a:pt x="1595" y="432"/>
                  </a:cubicBezTo>
                  <a:cubicBezTo>
                    <a:pt x="769" y="432"/>
                    <a:pt x="358" y="92"/>
                    <a:pt x="335" y="69"/>
                  </a:cubicBezTo>
                  <a:cubicBezTo>
                    <a:pt x="290" y="23"/>
                    <a:pt x="237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025D9548-2DC1-DADF-05E4-A9EBE0C54FC1}"/>
                </a:ext>
              </a:extLst>
            </p:cNvPr>
            <p:cNvSpPr/>
            <p:nvPr/>
          </p:nvSpPr>
          <p:spPr>
            <a:xfrm>
              <a:off x="2435725" y="2100625"/>
              <a:ext cx="848050" cy="873900"/>
            </a:xfrm>
            <a:custGeom>
              <a:avLst/>
              <a:gdLst/>
              <a:ahLst/>
              <a:cxnLst/>
              <a:rect l="l" t="t" r="r" b="b"/>
              <a:pathLst>
                <a:path w="33922" h="34956" extrusionOk="0">
                  <a:moveTo>
                    <a:pt x="30730" y="1"/>
                  </a:moveTo>
                  <a:lnTo>
                    <a:pt x="28816" y="1216"/>
                  </a:lnTo>
                  <a:cubicBezTo>
                    <a:pt x="28816" y="1216"/>
                    <a:pt x="21004" y="1216"/>
                    <a:pt x="20457" y="1733"/>
                  </a:cubicBezTo>
                  <a:cubicBezTo>
                    <a:pt x="19910" y="2280"/>
                    <a:pt x="5016" y="15502"/>
                    <a:pt x="4864" y="16171"/>
                  </a:cubicBezTo>
                  <a:cubicBezTo>
                    <a:pt x="4712" y="16870"/>
                    <a:pt x="0" y="32949"/>
                    <a:pt x="0" y="32949"/>
                  </a:cubicBezTo>
                  <a:lnTo>
                    <a:pt x="5076" y="34955"/>
                  </a:lnTo>
                  <a:lnTo>
                    <a:pt x="12007" y="19575"/>
                  </a:lnTo>
                  <a:lnTo>
                    <a:pt x="20578" y="15259"/>
                  </a:lnTo>
                  <a:lnTo>
                    <a:pt x="20578" y="15259"/>
                  </a:lnTo>
                  <a:cubicBezTo>
                    <a:pt x="20578" y="15259"/>
                    <a:pt x="20426" y="17387"/>
                    <a:pt x="18694" y="20335"/>
                  </a:cubicBezTo>
                  <a:cubicBezTo>
                    <a:pt x="16961" y="23253"/>
                    <a:pt x="11156" y="29545"/>
                    <a:pt x="11156" y="29545"/>
                  </a:cubicBezTo>
                  <a:cubicBezTo>
                    <a:pt x="11156" y="29545"/>
                    <a:pt x="17083" y="24530"/>
                    <a:pt x="20700" y="22858"/>
                  </a:cubicBezTo>
                  <a:cubicBezTo>
                    <a:pt x="24317" y="21186"/>
                    <a:pt x="26566" y="22128"/>
                    <a:pt x="29454" y="18511"/>
                  </a:cubicBezTo>
                  <a:cubicBezTo>
                    <a:pt x="32311" y="14894"/>
                    <a:pt x="33922" y="11976"/>
                    <a:pt x="33861" y="9089"/>
                  </a:cubicBezTo>
                  <a:cubicBezTo>
                    <a:pt x="33770" y="6232"/>
                    <a:pt x="30730" y="1"/>
                    <a:pt x="30730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9E5889E5-96FF-808E-8463-F6D8942093E0}"/>
                </a:ext>
              </a:extLst>
            </p:cNvPr>
            <p:cNvSpPr/>
            <p:nvPr/>
          </p:nvSpPr>
          <p:spPr>
            <a:xfrm>
              <a:off x="2431175" y="2096075"/>
              <a:ext cx="857925" cy="883000"/>
            </a:xfrm>
            <a:custGeom>
              <a:avLst/>
              <a:gdLst/>
              <a:ahLst/>
              <a:cxnLst/>
              <a:rect l="l" t="t" r="r" b="b"/>
              <a:pathLst>
                <a:path w="34317" h="35320" extrusionOk="0">
                  <a:moveTo>
                    <a:pt x="30821" y="456"/>
                  </a:moveTo>
                  <a:cubicBezTo>
                    <a:pt x="31338" y="1520"/>
                    <a:pt x="33800" y="6748"/>
                    <a:pt x="33861" y="9271"/>
                  </a:cubicBezTo>
                  <a:cubicBezTo>
                    <a:pt x="33922" y="11885"/>
                    <a:pt x="32615" y="14651"/>
                    <a:pt x="29484" y="18572"/>
                  </a:cubicBezTo>
                  <a:cubicBezTo>
                    <a:pt x="27660" y="20912"/>
                    <a:pt x="26019" y="21307"/>
                    <a:pt x="24165" y="21763"/>
                  </a:cubicBezTo>
                  <a:cubicBezTo>
                    <a:pt x="23010" y="22007"/>
                    <a:pt x="21885" y="22402"/>
                    <a:pt x="20821" y="22858"/>
                  </a:cubicBezTo>
                  <a:cubicBezTo>
                    <a:pt x="18511" y="23921"/>
                    <a:pt x="15198" y="26414"/>
                    <a:pt x="13131" y="28025"/>
                  </a:cubicBezTo>
                  <a:cubicBezTo>
                    <a:pt x="14985" y="25958"/>
                    <a:pt x="17903" y="22554"/>
                    <a:pt x="19058" y="20608"/>
                  </a:cubicBezTo>
                  <a:cubicBezTo>
                    <a:pt x="20791" y="17660"/>
                    <a:pt x="20943" y="15532"/>
                    <a:pt x="20943" y="15441"/>
                  </a:cubicBezTo>
                  <a:cubicBezTo>
                    <a:pt x="20967" y="15322"/>
                    <a:pt x="20878" y="15240"/>
                    <a:pt x="20765" y="15240"/>
                  </a:cubicBezTo>
                  <a:cubicBezTo>
                    <a:pt x="20734" y="15240"/>
                    <a:pt x="20702" y="15246"/>
                    <a:pt x="20669" y="15259"/>
                  </a:cubicBezTo>
                  <a:lnTo>
                    <a:pt x="12128" y="19605"/>
                  </a:lnTo>
                  <a:cubicBezTo>
                    <a:pt x="12097" y="19605"/>
                    <a:pt x="12067" y="19636"/>
                    <a:pt x="12037" y="19696"/>
                  </a:cubicBezTo>
                  <a:lnTo>
                    <a:pt x="5167" y="34894"/>
                  </a:lnTo>
                  <a:lnTo>
                    <a:pt x="426" y="33010"/>
                  </a:lnTo>
                  <a:cubicBezTo>
                    <a:pt x="973" y="31216"/>
                    <a:pt x="5137" y="17022"/>
                    <a:pt x="5228" y="16414"/>
                  </a:cubicBezTo>
                  <a:cubicBezTo>
                    <a:pt x="5532" y="15745"/>
                    <a:pt x="14499" y="7690"/>
                    <a:pt x="18298" y="4286"/>
                  </a:cubicBezTo>
                  <a:cubicBezTo>
                    <a:pt x="19696" y="3009"/>
                    <a:pt x="20608" y="2189"/>
                    <a:pt x="20760" y="2067"/>
                  </a:cubicBezTo>
                  <a:cubicBezTo>
                    <a:pt x="21095" y="1763"/>
                    <a:pt x="25198" y="1581"/>
                    <a:pt x="28967" y="1581"/>
                  </a:cubicBezTo>
                  <a:cubicBezTo>
                    <a:pt x="28998" y="1581"/>
                    <a:pt x="29028" y="1581"/>
                    <a:pt x="29058" y="1550"/>
                  </a:cubicBezTo>
                  <a:lnTo>
                    <a:pt x="30821" y="456"/>
                  </a:lnTo>
                  <a:close/>
                  <a:moveTo>
                    <a:pt x="30973" y="0"/>
                  </a:moveTo>
                  <a:cubicBezTo>
                    <a:pt x="30943" y="0"/>
                    <a:pt x="30882" y="0"/>
                    <a:pt x="30821" y="31"/>
                  </a:cubicBezTo>
                  <a:lnTo>
                    <a:pt x="28937" y="1216"/>
                  </a:lnTo>
                  <a:cubicBezTo>
                    <a:pt x="27022" y="1216"/>
                    <a:pt x="21064" y="1277"/>
                    <a:pt x="20517" y="1793"/>
                  </a:cubicBezTo>
                  <a:cubicBezTo>
                    <a:pt x="20396" y="1945"/>
                    <a:pt x="19423" y="2797"/>
                    <a:pt x="18085" y="4012"/>
                  </a:cubicBezTo>
                  <a:cubicBezTo>
                    <a:pt x="8420" y="12675"/>
                    <a:pt x="4985" y="15897"/>
                    <a:pt x="4894" y="16323"/>
                  </a:cubicBezTo>
                  <a:cubicBezTo>
                    <a:pt x="4772" y="16991"/>
                    <a:pt x="61" y="32919"/>
                    <a:pt x="30" y="33071"/>
                  </a:cubicBezTo>
                  <a:cubicBezTo>
                    <a:pt x="0" y="33162"/>
                    <a:pt x="30" y="33283"/>
                    <a:pt x="122" y="33314"/>
                  </a:cubicBezTo>
                  <a:lnTo>
                    <a:pt x="5198" y="35320"/>
                  </a:lnTo>
                  <a:lnTo>
                    <a:pt x="5289" y="35320"/>
                  </a:lnTo>
                  <a:cubicBezTo>
                    <a:pt x="5350" y="35320"/>
                    <a:pt x="5441" y="35289"/>
                    <a:pt x="5471" y="35229"/>
                  </a:cubicBezTo>
                  <a:lnTo>
                    <a:pt x="12401" y="19909"/>
                  </a:lnTo>
                  <a:lnTo>
                    <a:pt x="20547" y="15775"/>
                  </a:lnTo>
                  <a:lnTo>
                    <a:pt x="20547" y="15775"/>
                  </a:lnTo>
                  <a:cubicBezTo>
                    <a:pt x="20244" y="17417"/>
                    <a:pt x="19636" y="18997"/>
                    <a:pt x="18754" y="20426"/>
                  </a:cubicBezTo>
                  <a:cubicBezTo>
                    <a:pt x="17052" y="23314"/>
                    <a:pt x="11307" y="29545"/>
                    <a:pt x="11246" y="29605"/>
                  </a:cubicBezTo>
                  <a:cubicBezTo>
                    <a:pt x="11104" y="29748"/>
                    <a:pt x="11221" y="29927"/>
                    <a:pt x="11365" y="29927"/>
                  </a:cubicBezTo>
                  <a:cubicBezTo>
                    <a:pt x="11406" y="29927"/>
                    <a:pt x="11449" y="29912"/>
                    <a:pt x="11490" y="29879"/>
                  </a:cubicBezTo>
                  <a:cubicBezTo>
                    <a:pt x="11550" y="29818"/>
                    <a:pt x="17447" y="24864"/>
                    <a:pt x="21003" y="23222"/>
                  </a:cubicBezTo>
                  <a:cubicBezTo>
                    <a:pt x="22037" y="22766"/>
                    <a:pt x="23131" y="22402"/>
                    <a:pt x="24256" y="22159"/>
                  </a:cubicBezTo>
                  <a:cubicBezTo>
                    <a:pt x="26201" y="21672"/>
                    <a:pt x="27873" y="21247"/>
                    <a:pt x="29818" y="18815"/>
                  </a:cubicBezTo>
                  <a:cubicBezTo>
                    <a:pt x="33010" y="14833"/>
                    <a:pt x="34317" y="11976"/>
                    <a:pt x="34256" y="9271"/>
                  </a:cubicBezTo>
                  <a:cubicBezTo>
                    <a:pt x="34195" y="6414"/>
                    <a:pt x="31247" y="365"/>
                    <a:pt x="31095" y="91"/>
                  </a:cubicBezTo>
                  <a:cubicBezTo>
                    <a:pt x="31095" y="61"/>
                    <a:pt x="31034" y="0"/>
                    <a:pt x="309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FB402562-EB25-FD75-AFC1-6FFBB7124FC7}"/>
                </a:ext>
              </a:extLst>
            </p:cNvPr>
            <p:cNvSpPr/>
            <p:nvPr/>
          </p:nvSpPr>
          <p:spPr>
            <a:xfrm>
              <a:off x="2945600" y="2356625"/>
              <a:ext cx="20550" cy="130050"/>
            </a:xfrm>
            <a:custGeom>
              <a:avLst/>
              <a:gdLst/>
              <a:ahLst/>
              <a:cxnLst/>
              <a:rect l="l" t="t" r="r" b="b"/>
              <a:pathLst>
                <a:path w="822" h="5202" extrusionOk="0">
                  <a:moveTo>
                    <a:pt x="273" y="1"/>
                  </a:moveTo>
                  <a:cubicBezTo>
                    <a:pt x="162" y="1"/>
                    <a:pt x="45" y="80"/>
                    <a:pt x="62" y="217"/>
                  </a:cubicBezTo>
                  <a:cubicBezTo>
                    <a:pt x="457" y="3135"/>
                    <a:pt x="1" y="4958"/>
                    <a:pt x="1" y="4958"/>
                  </a:cubicBezTo>
                  <a:cubicBezTo>
                    <a:pt x="1" y="5049"/>
                    <a:pt x="62" y="5171"/>
                    <a:pt x="153" y="5201"/>
                  </a:cubicBezTo>
                  <a:lnTo>
                    <a:pt x="183" y="5201"/>
                  </a:lnTo>
                  <a:cubicBezTo>
                    <a:pt x="274" y="5201"/>
                    <a:pt x="366" y="5141"/>
                    <a:pt x="396" y="5049"/>
                  </a:cubicBezTo>
                  <a:cubicBezTo>
                    <a:pt x="396" y="4989"/>
                    <a:pt x="822" y="3165"/>
                    <a:pt x="457" y="156"/>
                  </a:cubicBezTo>
                  <a:cubicBezTo>
                    <a:pt x="444" y="49"/>
                    <a:pt x="360" y="1"/>
                    <a:pt x="2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6FA74195-FB91-A5B9-42BC-570DAFBBF20B}"/>
                </a:ext>
              </a:extLst>
            </p:cNvPr>
            <p:cNvSpPr/>
            <p:nvPr/>
          </p:nvSpPr>
          <p:spPr>
            <a:xfrm>
              <a:off x="3139375" y="2539775"/>
              <a:ext cx="28725" cy="38075"/>
            </a:xfrm>
            <a:custGeom>
              <a:avLst/>
              <a:gdLst/>
              <a:ahLst/>
              <a:cxnLst/>
              <a:rect l="l" t="t" r="r" b="b"/>
              <a:pathLst>
                <a:path w="1149" h="1523" extrusionOk="0">
                  <a:moveTo>
                    <a:pt x="885" y="0"/>
                  </a:moveTo>
                  <a:cubicBezTo>
                    <a:pt x="826" y="0"/>
                    <a:pt x="768" y="28"/>
                    <a:pt x="730" y="94"/>
                  </a:cubicBezTo>
                  <a:cubicBezTo>
                    <a:pt x="335" y="793"/>
                    <a:pt x="62" y="1249"/>
                    <a:pt x="62" y="1249"/>
                  </a:cubicBezTo>
                  <a:cubicBezTo>
                    <a:pt x="1" y="1341"/>
                    <a:pt x="31" y="1462"/>
                    <a:pt x="122" y="1493"/>
                  </a:cubicBezTo>
                  <a:cubicBezTo>
                    <a:pt x="153" y="1523"/>
                    <a:pt x="183" y="1523"/>
                    <a:pt x="214" y="1523"/>
                  </a:cubicBezTo>
                  <a:cubicBezTo>
                    <a:pt x="274" y="1523"/>
                    <a:pt x="335" y="1493"/>
                    <a:pt x="366" y="1432"/>
                  </a:cubicBezTo>
                  <a:cubicBezTo>
                    <a:pt x="366" y="1432"/>
                    <a:pt x="670" y="1006"/>
                    <a:pt x="1065" y="307"/>
                  </a:cubicBezTo>
                  <a:cubicBezTo>
                    <a:pt x="1149" y="139"/>
                    <a:pt x="1015" y="0"/>
                    <a:pt x="8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EDFBCB10-152B-B9AC-B56B-FF283AD20D35}"/>
                </a:ext>
              </a:extLst>
            </p:cNvPr>
            <p:cNvSpPr/>
            <p:nvPr/>
          </p:nvSpPr>
          <p:spPr>
            <a:xfrm>
              <a:off x="3163700" y="2134625"/>
              <a:ext cx="82100" cy="393850"/>
            </a:xfrm>
            <a:custGeom>
              <a:avLst/>
              <a:gdLst/>
              <a:ahLst/>
              <a:cxnLst/>
              <a:rect l="l" t="t" r="r" b="b"/>
              <a:pathLst>
                <a:path w="3284" h="15754" extrusionOk="0">
                  <a:moveTo>
                    <a:pt x="229" y="1"/>
                  </a:moveTo>
                  <a:cubicBezTo>
                    <a:pt x="214" y="1"/>
                    <a:pt x="198" y="3"/>
                    <a:pt x="183" y="8"/>
                  </a:cubicBezTo>
                  <a:cubicBezTo>
                    <a:pt x="61" y="8"/>
                    <a:pt x="0" y="130"/>
                    <a:pt x="31" y="221"/>
                  </a:cubicBezTo>
                  <a:lnTo>
                    <a:pt x="882" y="4507"/>
                  </a:lnTo>
                  <a:cubicBezTo>
                    <a:pt x="912" y="4537"/>
                    <a:pt x="943" y="4598"/>
                    <a:pt x="973" y="4628"/>
                  </a:cubicBezTo>
                  <a:lnTo>
                    <a:pt x="2584" y="5480"/>
                  </a:lnTo>
                  <a:lnTo>
                    <a:pt x="1490" y="5814"/>
                  </a:lnTo>
                  <a:cubicBezTo>
                    <a:pt x="1429" y="5814"/>
                    <a:pt x="1399" y="5875"/>
                    <a:pt x="1368" y="5905"/>
                  </a:cubicBezTo>
                  <a:cubicBezTo>
                    <a:pt x="1338" y="5966"/>
                    <a:pt x="1338" y="6027"/>
                    <a:pt x="1368" y="6057"/>
                  </a:cubicBezTo>
                  <a:cubicBezTo>
                    <a:pt x="1399" y="6118"/>
                    <a:pt x="2858" y="9948"/>
                    <a:pt x="1855" y="12258"/>
                  </a:cubicBezTo>
                  <a:cubicBezTo>
                    <a:pt x="1429" y="13170"/>
                    <a:pt x="882" y="14264"/>
                    <a:pt x="213" y="15449"/>
                  </a:cubicBezTo>
                  <a:cubicBezTo>
                    <a:pt x="152" y="15540"/>
                    <a:pt x="183" y="15662"/>
                    <a:pt x="274" y="15723"/>
                  </a:cubicBezTo>
                  <a:cubicBezTo>
                    <a:pt x="304" y="15723"/>
                    <a:pt x="335" y="15753"/>
                    <a:pt x="396" y="15753"/>
                  </a:cubicBezTo>
                  <a:cubicBezTo>
                    <a:pt x="456" y="15723"/>
                    <a:pt x="487" y="15692"/>
                    <a:pt x="517" y="15632"/>
                  </a:cubicBezTo>
                  <a:cubicBezTo>
                    <a:pt x="1216" y="14416"/>
                    <a:pt x="1763" y="13322"/>
                    <a:pt x="2159" y="12410"/>
                  </a:cubicBezTo>
                  <a:cubicBezTo>
                    <a:pt x="3162" y="10252"/>
                    <a:pt x="2098" y="6939"/>
                    <a:pt x="1794" y="6118"/>
                  </a:cubicBezTo>
                  <a:lnTo>
                    <a:pt x="3131" y="5692"/>
                  </a:lnTo>
                  <a:cubicBezTo>
                    <a:pt x="3222" y="5662"/>
                    <a:pt x="3253" y="5601"/>
                    <a:pt x="3253" y="5540"/>
                  </a:cubicBezTo>
                  <a:cubicBezTo>
                    <a:pt x="3283" y="5449"/>
                    <a:pt x="3222" y="5388"/>
                    <a:pt x="3162" y="5358"/>
                  </a:cubicBezTo>
                  <a:lnTo>
                    <a:pt x="1247" y="4324"/>
                  </a:lnTo>
                  <a:lnTo>
                    <a:pt x="396" y="160"/>
                  </a:lnTo>
                  <a:cubicBezTo>
                    <a:pt x="370" y="60"/>
                    <a:pt x="304" y="1"/>
                    <a:pt x="2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91880B45-0050-1B0A-F265-740A6CEA8385}"/>
                </a:ext>
              </a:extLst>
            </p:cNvPr>
            <p:cNvSpPr/>
            <p:nvPr/>
          </p:nvSpPr>
          <p:spPr>
            <a:xfrm>
              <a:off x="2415975" y="2924350"/>
              <a:ext cx="126925" cy="107175"/>
            </a:xfrm>
            <a:custGeom>
              <a:avLst/>
              <a:gdLst/>
              <a:ahLst/>
              <a:cxnLst/>
              <a:rect l="l" t="t" r="r" b="b"/>
              <a:pathLst>
                <a:path w="5077" h="4287" extrusionOk="0">
                  <a:moveTo>
                    <a:pt x="821" y="0"/>
                  </a:moveTo>
                  <a:lnTo>
                    <a:pt x="0" y="2432"/>
                  </a:lnTo>
                  <a:lnTo>
                    <a:pt x="4499" y="4286"/>
                  </a:lnTo>
                  <a:lnTo>
                    <a:pt x="5076" y="179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EAFB5D04-7804-7670-35CA-4CF56D40E65D}"/>
                </a:ext>
              </a:extLst>
            </p:cNvPr>
            <p:cNvSpPr/>
            <p:nvPr/>
          </p:nvSpPr>
          <p:spPr>
            <a:xfrm>
              <a:off x="2410650" y="2919775"/>
              <a:ext cx="136800" cy="117050"/>
            </a:xfrm>
            <a:custGeom>
              <a:avLst/>
              <a:gdLst/>
              <a:ahLst/>
              <a:cxnLst/>
              <a:rect l="l" t="t" r="r" b="b"/>
              <a:pathLst>
                <a:path w="5472" h="4682" extrusionOk="0">
                  <a:moveTo>
                    <a:pt x="1125" y="457"/>
                  </a:moveTo>
                  <a:lnTo>
                    <a:pt x="5076" y="2098"/>
                  </a:lnTo>
                  <a:lnTo>
                    <a:pt x="4590" y="4226"/>
                  </a:lnTo>
                  <a:lnTo>
                    <a:pt x="456" y="2524"/>
                  </a:lnTo>
                  <a:lnTo>
                    <a:pt x="1125" y="457"/>
                  </a:lnTo>
                  <a:close/>
                  <a:moveTo>
                    <a:pt x="943" y="1"/>
                  </a:moveTo>
                  <a:cubicBezTo>
                    <a:pt x="882" y="31"/>
                    <a:pt x="851" y="62"/>
                    <a:pt x="851" y="123"/>
                  </a:cubicBezTo>
                  <a:lnTo>
                    <a:pt x="31" y="2585"/>
                  </a:lnTo>
                  <a:cubicBezTo>
                    <a:pt x="0" y="2676"/>
                    <a:pt x="61" y="2767"/>
                    <a:pt x="152" y="2828"/>
                  </a:cubicBezTo>
                  <a:lnTo>
                    <a:pt x="4651" y="4682"/>
                  </a:lnTo>
                  <a:lnTo>
                    <a:pt x="4712" y="4682"/>
                  </a:lnTo>
                  <a:cubicBezTo>
                    <a:pt x="4742" y="4682"/>
                    <a:pt x="4772" y="4682"/>
                    <a:pt x="4803" y="4651"/>
                  </a:cubicBezTo>
                  <a:cubicBezTo>
                    <a:pt x="4864" y="4621"/>
                    <a:pt x="4894" y="4591"/>
                    <a:pt x="4894" y="4530"/>
                  </a:cubicBezTo>
                  <a:lnTo>
                    <a:pt x="5472" y="2037"/>
                  </a:lnTo>
                  <a:cubicBezTo>
                    <a:pt x="5472" y="1946"/>
                    <a:pt x="5441" y="1855"/>
                    <a:pt x="5350" y="1825"/>
                  </a:cubicBezTo>
                  <a:lnTo>
                    <a:pt x="109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8218E794-6843-6927-5760-B43A0DC27187}"/>
                </a:ext>
              </a:extLst>
            </p:cNvPr>
            <p:cNvSpPr/>
            <p:nvPr/>
          </p:nvSpPr>
          <p:spPr>
            <a:xfrm>
              <a:off x="2339225" y="3088475"/>
              <a:ext cx="215075" cy="156575"/>
            </a:xfrm>
            <a:custGeom>
              <a:avLst/>
              <a:gdLst/>
              <a:ahLst/>
              <a:cxnLst/>
              <a:rect l="l" t="t" r="r" b="b"/>
              <a:pathLst>
                <a:path w="8603" h="6263" extrusionOk="0">
                  <a:moveTo>
                    <a:pt x="1246" y="1"/>
                  </a:moveTo>
                  <a:lnTo>
                    <a:pt x="0" y="2402"/>
                  </a:lnTo>
                  <a:lnTo>
                    <a:pt x="790" y="2828"/>
                  </a:lnTo>
                  <a:lnTo>
                    <a:pt x="1550" y="1429"/>
                  </a:lnTo>
                  <a:lnTo>
                    <a:pt x="7265" y="4408"/>
                  </a:lnTo>
                  <a:lnTo>
                    <a:pt x="6505" y="5837"/>
                  </a:lnTo>
                  <a:lnTo>
                    <a:pt x="7325" y="6262"/>
                  </a:lnTo>
                  <a:lnTo>
                    <a:pt x="8602" y="3831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C5890A86-1166-DA62-38E3-4893F8F7CD48}"/>
                </a:ext>
              </a:extLst>
            </p:cNvPr>
            <p:cNvSpPr/>
            <p:nvPr/>
          </p:nvSpPr>
          <p:spPr>
            <a:xfrm>
              <a:off x="2333125" y="3083925"/>
              <a:ext cx="225725" cy="165675"/>
            </a:xfrm>
            <a:custGeom>
              <a:avLst/>
              <a:gdLst/>
              <a:ahLst/>
              <a:cxnLst/>
              <a:rect l="l" t="t" r="r" b="b"/>
              <a:pathLst>
                <a:path w="9029" h="6627" extrusionOk="0">
                  <a:moveTo>
                    <a:pt x="1582" y="426"/>
                  </a:moveTo>
                  <a:lnTo>
                    <a:pt x="8573" y="4104"/>
                  </a:lnTo>
                  <a:lnTo>
                    <a:pt x="7478" y="6171"/>
                  </a:lnTo>
                  <a:lnTo>
                    <a:pt x="7022" y="5928"/>
                  </a:lnTo>
                  <a:lnTo>
                    <a:pt x="7691" y="4681"/>
                  </a:lnTo>
                  <a:cubicBezTo>
                    <a:pt x="7691" y="4621"/>
                    <a:pt x="7691" y="4590"/>
                    <a:pt x="7691" y="4529"/>
                  </a:cubicBezTo>
                  <a:cubicBezTo>
                    <a:pt x="7661" y="4469"/>
                    <a:pt x="7630" y="4438"/>
                    <a:pt x="7569" y="4408"/>
                  </a:cubicBezTo>
                  <a:lnTo>
                    <a:pt x="1855" y="1429"/>
                  </a:lnTo>
                  <a:cubicBezTo>
                    <a:pt x="1830" y="1412"/>
                    <a:pt x="1802" y="1405"/>
                    <a:pt x="1774" y="1405"/>
                  </a:cubicBezTo>
                  <a:cubicBezTo>
                    <a:pt x="1703" y="1405"/>
                    <a:pt x="1634" y="1454"/>
                    <a:pt x="1612" y="1520"/>
                  </a:cubicBezTo>
                  <a:lnTo>
                    <a:pt x="943" y="2766"/>
                  </a:lnTo>
                  <a:lnTo>
                    <a:pt x="487" y="2523"/>
                  </a:lnTo>
                  <a:lnTo>
                    <a:pt x="1582" y="426"/>
                  </a:lnTo>
                  <a:close/>
                  <a:moveTo>
                    <a:pt x="1430" y="0"/>
                  </a:moveTo>
                  <a:cubicBezTo>
                    <a:pt x="1399" y="31"/>
                    <a:pt x="1338" y="61"/>
                    <a:pt x="1338" y="92"/>
                  </a:cubicBezTo>
                  <a:lnTo>
                    <a:pt x="62" y="2523"/>
                  </a:lnTo>
                  <a:cubicBezTo>
                    <a:pt x="1" y="2614"/>
                    <a:pt x="62" y="2736"/>
                    <a:pt x="153" y="2797"/>
                  </a:cubicBezTo>
                  <a:lnTo>
                    <a:pt x="943" y="3222"/>
                  </a:lnTo>
                  <a:lnTo>
                    <a:pt x="1095" y="3222"/>
                  </a:lnTo>
                  <a:cubicBezTo>
                    <a:pt x="1126" y="3192"/>
                    <a:pt x="1186" y="3162"/>
                    <a:pt x="1217" y="3101"/>
                  </a:cubicBezTo>
                  <a:lnTo>
                    <a:pt x="1855" y="1855"/>
                  </a:lnTo>
                  <a:lnTo>
                    <a:pt x="7235" y="4651"/>
                  </a:lnTo>
                  <a:lnTo>
                    <a:pt x="6597" y="5928"/>
                  </a:lnTo>
                  <a:cubicBezTo>
                    <a:pt x="6536" y="6019"/>
                    <a:pt x="6566" y="6140"/>
                    <a:pt x="6658" y="6171"/>
                  </a:cubicBezTo>
                  <a:lnTo>
                    <a:pt x="7478" y="6596"/>
                  </a:lnTo>
                  <a:cubicBezTo>
                    <a:pt x="7509" y="6627"/>
                    <a:pt x="7539" y="6627"/>
                    <a:pt x="7569" y="6627"/>
                  </a:cubicBezTo>
                  <a:lnTo>
                    <a:pt x="7600" y="6627"/>
                  </a:lnTo>
                  <a:cubicBezTo>
                    <a:pt x="7661" y="6596"/>
                    <a:pt x="7691" y="6566"/>
                    <a:pt x="7721" y="6535"/>
                  </a:cubicBezTo>
                  <a:lnTo>
                    <a:pt x="8998" y="4104"/>
                  </a:lnTo>
                  <a:cubicBezTo>
                    <a:pt x="9028" y="4013"/>
                    <a:pt x="8998" y="3891"/>
                    <a:pt x="8907" y="3830"/>
                  </a:cubicBezTo>
                  <a:lnTo>
                    <a:pt x="158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24D02EBC-9AFF-4464-78B5-794F5BD2C8ED}"/>
                </a:ext>
              </a:extLst>
            </p:cNvPr>
            <p:cNvSpPr/>
            <p:nvPr/>
          </p:nvSpPr>
          <p:spPr>
            <a:xfrm>
              <a:off x="1865050" y="3045975"/>
              <a:ext cx="874650" cy="792125"/>
            </a:xfrm>
            <a:custGeom>
              <a:avLst/>
              <a:gdLst/>
              <a:ahLst/>
              <a:cxnLst/>
              <a:rect l="l" t="t" r="r" b="b"/>
              <a:pathLst>
                <a:path w="34986" h="31685" extrusionOk="0">
                  <a:moveTo>
                    <a:pt x="10911" y="1"/>
                  </a:moveTo>
                  <a:cubicBezTo>
                    <a:pt x="10092" y="1"/>
                    <a:pt x="9308" y="453"/>
                    <a:pt x="8906" y="1214"/>
                  </a:cubicBezTo>
                  <a:lnTo>
                    <a:pt x="578" y="17142"/>
                  </a:lnTo>
                  <a:cubicBezTo>
                    <a:pt x="0" y="18236"/>
                    <a:pt x="426" y="19634"/>
                    <a:pt x="1550" y="20212"/>
                  </a:cubicBezTo>
                  <a:lnTo>
                    <a:pt x="23010" y="31428"/>
                  </a:lnTo>
                  <a:cubicBezTo>
                    <a:pt x="23349" y="31602"/>
                    <a:pt x="23710" y="31685"/>
                    <a:pt x="24066" y="31685"/>
                  </a:cubicBezTo>
                  <a:cubicBezTo>
                    <a:pt x="24890" y="31685"/>
                    <a:pt x="25686" y="31240"/>
                    <a:pt x="26110" y="30455"/>
                  </a:cubicBezTo>
                  <a:lnTo>
                    <a:pt x="34408" y="14558"/>
                  </a:lnTo>
                  <a:cubicBezTo>
                    <a:pt x="34986" y="13433"/>
                    <a:pt x="34560" y="12066"/>
                    <a:pt x="33435" y="11488"/>
                  </a:cubicBezTo>
                  <a:lnTo>
                    <a:pt x="11976" y="272"/>
                  </a:lnTo>
                  <a:cubicBezTo>
                    <a:pt x="11634" y="87"/>
                    <a:pt x="11269" y="1"/>
                    <a:pt x="10911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02AB2B0B-1751-4F07-8843-F4DB9D06A93B}"/>
                </a:ext>
              </a:extLst>
            </p:cNvPr>
            <p:cNvSpPr/>
            <p:nvPr/>
          </p:nvSpPr>
          <p:spPr>
            <a:xfrm>
              <a:off x="1859725" y="3041150"/>
              <a:ext cx="885300" cy="801925"/>
            </a:xfrm>
            <a:custGeom>
              <a:avLst/>
              <a:gdLst/>
              <a:ahLst/>
              <a:cxnLst/>
              <a:rect l="l" t="t" r="r" b="b"/>
              <a:pathLst>
                <a:path w="35412" h="32077" extrusionOk="0">
                  <a:moveTo>
                    <a:pt x="11051" y="403"/>
                  </a:moveTo>
                  <a:cubicBezTo>
                    <a:pt x="11076" y="403"/>
                    <a:pt x="11100" y="403"/>
                    <a:pt x="11125" y="404"/>
                  </a:cubicBezTo>
                  <a:cubicBezTo>
                    <a:pt x="11460" y="404"/>
                    <a:pt x="11794" y="465"/>
                    <a:pt x="12098" y="617"/>
                  </a:cubicBezTo>
                  <a:lnTo>
                    <a:pt x="33557" y="11833"/>
                  </a:lnTo>
                  <a:cubicBezTo>
                    <a:pt x="34560" y="12380"/>
                    <a:pt x="34955" y="13626"/>
                    <a:pt x="34439" y="14660"/>
                  </a:cubicBezTo>
                  <a:lnTo>
                    <a:pt x="26141" y="30557"/>
                  </a:lnTo>
                  <a:cubicBezTo>
                    <a:pt x="25761" y="31275"/>
                    <a:pt x="25029" y="31685"/>
                    <a:pt x="24281" y="31685"/>
                  </a:cubicBezTo>
                  <a:cubicBezTo>
                    <a:pt x="23952" y="31685"/>
                    <a:pt x="23620" y="31605"/>
                    <a:pt x="23314" y="31438"/>
                  </a:cubicBezTo>
                  <a:lnTo>
                    <a:pt x="1855" y="20253"/>
                  </a:lnTo>
                  <a:cubicBezTo>
                    <a:pt x="821" y="19706"/>
                    <a:pt x="426" y="18429"/>
                    <a:pt x="973" y="17426"/>
                  </a:cubicBezTo>
                  <a:lnTo>
                    <a:pt x="9271" y="1499"/>
                  </a:lnTo>
                  <a:cubicBezTo>
                    <a:pt x="9624" y="851"/>
                    <a:pt x="10291" y="403"/>
                    <a:pt x="11051" y="403"/>
                  </a:cubicBezTo>
                  <a:close/>
                  <a:moveTo>
                    <a:pt x="11139" y="0"/>
                  </a:moveTo>
                  <a:cubicBezTo>
                    <a:pt x="10245" y="0"/>
                    <a:pt x="9383" y="488"/>
                    <a:pt x="8937" y="1316"/>
                  </a:cubicBezTo>
                  <a:lnTo>
                    <a:pt x="639" y="17244"/>
                  </a:lnTo>
                  <a:cubicBezTo>
                    <a:pt x="0" y="18429"/>
                    <a:pt x="456" y="19918"/>
                    <a:pt x="1672" y="20557"/>
                  </a:cubicBezTo>
                  <a:lnTo>
                    <a:pt x="23132" y="31773"/>
                  </a:lnTo>
                  <a:cubicBezTo>
                    <a:pt x="23496" y="31955"/>
                    <a:pt x="23891" y="32046"/>
                    <a:pt x="24287" y="32077"/>
                  </a:cubicBezTo>
                  <a:cubicBezTo>
                    <a:pt x="25198" y="32046"/>
                    <a:pt x="26050" y="31560"/>
                    <a:pt x="26475" y="30739"/>
                  </a:cubicBezTo>
                  <a:lnTo>
                    <a:pt x="34773" y="14842"/>
                  </a:lnTo>
                  <a:cubicBezTo>
                    <a:pt x="35411" y="13626"/>
                    <a:pt x="34955" y="12137"/>
                    <a:pt x="33740" y="11499"/>
                  </a:cubicBezTo>
                  <a:lnTo>
                    <a:pt x="12280" y="283"/>
                  </a:lnTo>
                  <a:cubicBezTo>
                    <a:pt x="11914" y="91"/>
                    <a:pt x="11524" y="0"/>
                    <a:pt x="111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F068A62A-2D9E-5465-F6E1-87403C5608F9}"/>
                </a:ext>
              </a:extLst>
            </p:cNvPr>
            <p:cNvSpPr/>
            <p:nvPr/>
          </p:nvSpPr>
          <p:spPr>
            <a:xfrm>
              <a:off x="2369600" y="2985125"/>
              <a:ext cx="202925" cy="243200"/>
            </a:xfrm>
            <a:custGeom>
              <a:avLst/>
              <a:gdLst/>
              <a:ahLst/>
              <a:cxnLst/>
              <a:rect l="l" t="t" r="r" b="b"/>
              <a:pathLst>
                <a:path w="8117" h="9728" extrusionOk="0">
                  <a:moveTo>
                    <a:pt x="1855" y="1"/>
                  </a:moveTo>
                  <a:lnTo>
                    <a:pt x="244" y="3618"/>
                  </a:lnTo>
                  <a:cubicBezTo>
                    <a:pt x="244" y="3618"/>
                    <a:pt x="1" y="5229"/>
                    <a:pt x="244" y="5715"/>
                  </a:cubicBezTo>
                  <a:cubicBezTo>
                    <a:pt x="487" y="6171"/>
                    <a:pt x="2980" y="7326"/>
                    <a:pt x="2980" y="7326"/>
                  </a:cubicBezTo>
                  <a:cubicBezTo>
                    <a:pt x="2980" y="7326"/>
                    <a:pt x="2919" y="8603"/>
                    <a:pt x="3314" y="8937"/>
                  </a:cubicBezTo>
                  <a:cubicBezTo>
                    <a:pt x="3831" y="9241"/>
                    <a:pt x="4408" y="9515"/>
                    <a:pt x="4986" y="9728"/>
                  </a:cubicBezTo>
                  <a:lnTo>
                    <a:pt x="5715" y="7478"/>
                  </a:lnTo>
                  <a:cubicBezTo>
                    <a:pt x="5837" y="7904"/>
                    <a:pt x="6019" y="8329"/>
                    <a:pt x="6202" y="8755"/>
                  </a:cubicBezTo>
                  <a:cubicBezTo>
                    <a:pt x="6315" y="9014"/>
                    <a:pt x="6532" y="9109"/>
                    <a:pt x="6798" y="9109"/>
                  </a:cubicBezTo>
                  <a:cubicBezTo>
                    <a:pt x="7030" y="9109"/>
                    <a:pt x="7300" y="9037"/>
                    <a:pt x="7569" y="8937"/>
                  </a:cubicBezTo>
                  <a:cubicBezTo>
                    <a:pt x="8117" y="8694"/>
                    <a:pt x="7083" y="7539"/>
                    <a:pt x="7083" y="7083"/>
                  </a:cubicBezTo>
                  <a:cubicBezTo>
                    <a:pt x="7083" y="6597"/>
                    <a:pt x="7235" y="4895"/>
                    <a:pt x="7235" y="4895"/>
                  </a:cubicBezTo>
                  <a:lnTo>
                    <a:pt x="6354" y="1855"/>
                  </a:lnTo>
                  <a:lnTo>
                    <a:pt x="18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2666EE27-5DBB-76EE-5FE1-7432DEA04089}"/>
                </a:ext>
              </a:extLst>
            </p:cNvPr>
            <p:cNvSpPr/>
            <p:nvPr/>
          </p:nvSpPr>
          <p:spPr>
            <a:xfrm>
              <a:off x="2365800" y="2981050"/>
              <a:ext cx="203700" cy="252600"/>
            </a:xfrm>
            <a:custGeom>
              <a:avLst/>
              <a:gdLst/>
              <a:ahLst/>
              <a:cxnLst/>
              <a:rect l="l" t="t" r="r" b="b"/>
              <a:pathLst>
                <a:path w="8148" h="10104" extrusionOk="0">
                  <a:moveTo>
                    <a:pt x="2098" y="438"/>
                  </a:moveTo>
                  <a:lnTo>
                    <a:pt x="6354" y="2170"/>
                  </a:lnTo>
                  <a:lnTo>
                    <a:pt x="7266" y="5088"/>
                  </a:lnTo>
                  <a:cubicBezTo>
                    <a:pt x="7235" y="5362"/>
                    <a:pt x="7083" y="6790"/>
                    <a:pt x="7083" y="7246"/>
                  </a:cubicBezTo>
                  <a:cubicBezTo>
                    <a:pt x="7144" y="7550"/>
                    <a:pt x="7266" y="7824"/>
                    <a:pt x="7418" y="8097"/>
                  </a:cubicBezTo>
                  <a:cubicBezTo>
                    <a:pt x="7570" y="8340"/>
                    <a:pt x="7782" y="8736"/>
                    <a:pt x="7752" y="8887"/>
                  </a:cubicBezTo>
                  <a:cubicBezTo>
                    <a:pt x="7752" y="8887"/>
                    <a:pt x="7721" y="8918"/>
                    <a:pt x="7691" y="8918"/>
                  </a:cubicBezTo>
                  <a:cubicBezTo>
                    <a:pt x="7372" y="9056"/>
                    <a:pt x="7142" y="9105"/>
                    <a:pt x="6976" y="9105"/>
                  </a:cubicBezTo>
                  <a:cubicBezTo>
                    <a:pt x="6666" y="9105"/>
                    <a:pt x="6576" y="8936"/>
                    <a:pt x="6536" y="8857"/>
                  </a:cubicBezTo>
                  <a:cubicBezTo>
                    <a:pt x="6354" y="8432"/>
                    <a:pt x="6202" y="8036"/>
                    <a:pt x="6080" y="7611"/>
                  </a:cubicBezTo>
                  <a:cubicBezTo>
                    <a:pt x="6050" y="7520"/>
                    <a:pt x="5989" y="7459"/>
                    <a:pt x="5898" y="7459"/>
                  </a:cubicBezTo>
                  <a:cubicBezTo>
                    <a:pt x="5807" y="7459"/>
                    <a:pt x="5746" y="7520"/>
                    <a:pt x="5715" y="7611"/>
                  </a:cubicBezTo>
                  <a:lnTo>
                    <a:pt x="5047" y="9647"/>
                  </a:lnTo>
                  <a:cubicBezTo>
                    <a:pt x="4560" y="9465"/>
                    <a:pt x="4074" y="9222"/>
                    <a:pt x="3618" y="8948"/>
                  </a:cubicBezTo>
                  <a:cubicBezTo>
                    <a:pt x="3375" y="8766"/>
                    <a:pt x="3314" y="8006"/>
                    <a:pt x="3344" y="7520"/>
                  </a:cubicBezTo>
                  <a:cubicBezTo>
                    <a:pt x="3375" y="7429"/>
                    <a:pt x="3314" y="7337"/>
                    <a:pt x="3253" y="7307"/>
                  </a:cubicBezTo>
                  <a:cubicBezTo>
                    <a:pt x="2037" y="6790"/>
                    <a:pt x="761" y="6121"/>
                    <a:pt x="578" y="5787"/>
                  </a:cubicBezTo>
                  <a:cubicBezTo>
                    <a:pt x="427" y="5483"/>
                    <a:pt x="487" y="4450"/>
                    <a:pt x="578" y="3842"/>
                  </a:cubicBezTo>
                  <a:lnTo>
                    <a:pt x="2098" y="438"/>
                  </a:lnTo>
                  <a:close/>
                  <a:moveTo>
                    <a:pt x="2000" y="1"/>
                  </a:moveTo>
                  <a:cubicBezTo>
                    <a:pt x="1933" y="1"/>
                    <a:pt x="1870" y="35"/>
                    <a:pt x="1825" y="103"/>
                  </a:cubicBezTo>
                  <a:lnTo>
                    <a:pt x="214" y="3720"/>
                  </a:lnTo>
                  <a:cubicBezTo>
                    <a:pt x="214" y="3751"/>
                    <a:pt x="214" y="3751"/>
                    <a:pt x="214" y="3781"/>
                  </a:cubicBezTo>
                  <a:cubicBezTo>
                    <a:pt x="214" y="3963"/>
                    <a:pt x="1" y="5514"/>
                    <a:pt x="244" y="5970"/>
                  </a:cubicBezTo>
                  <a:cubicBezTo>
                    <a:pt x="487" y="6456"/>
                    <a:pt x="2341" y="7337"/>
                    <a:pt x="2949" y="7611"/>
                  </a:cubicBezTo>
                  <a:cubicBezTo>
                    <a:pt x="2919" y="8006"/>
                    <a:pt x="2949" y="8948"/>
                    <a:pt x="3344" y="9252"/>
                  </a:cubicBezTo>
                  <a:cubicBezTo>
                    <a:pt x="3892" y="9587"/>
                    <a:pt x="4469" y="9860"/>
                    <a:pt x="5077" y="10103"/>
                  </a:cubicBezTo>
                  <a:lnTo>
                    <a:pt x="5138" y="10103"/>
                  </a:lnTo>
                  <a:cubicBezTo>
                    <a:pt x="5168" y="10103"/>
                    <a:pt x="5199" y="10073"/>
                    <a:pt x="5229" y="10073"/>
                  </a:cubicBezTo>
                  <a:cubicBezTo>
                    <a:pt x="5259" y="10043"/>
                    <a:pt x="5290" y="10012"/>
                    <a:pt x="5320" y="9951"/>
                  </a:cubicBezTo>
                  <a:lnTo>
                    <a:pt x="5867" y="8249"/>
                  </a:lnTo>
                  <a:cubicBezTo>
                    <a:pt x="5959" y="8523"/>
                    <a:pt x="6050" y="8766"/>
                    <a:pt x="6171" y="9009"/>
                  </a:cubicBezTo>
                  <a:cubicBezTo>
                    <a:pt x="6293" y="9252"/>
                    <a:pt x="6523" y="9482"/>
                    <a:pt x="6959" y="9482"/>
                  </a:cubicBezTo>
                  <a:cubicBezTo>
                    <a:pt x="7178" y="9482"/>
                    <a:pt x="7448" y="9424"/>
                    <a:pt x="7782" y="9283"/>
                  </a:cubicBezTo>
                  <a:cubicBezTo>
                    <a:pt x="7904" y="9222"/>
                    <a:pt x="7995" y="9131"/>
                    <a:pt x="8025" y="9009"/>
                  </a:cubicBezTo>
                  <a:cubicBezTo>
                    <a:pt x="8147" y="8705"/>
                    <a:pt x="7934" y="8310"/>
                    <a:pt x="7691" y="7915"/>
                  </a:cubicBezTo>
                  <a:cubicBezTo>
                    <a:pt x="7570" y="7702"/>
                    <a:pt x="7478" y="7489"/>
                    <a:pt x="7418" y="7246"/>
                  </a:cubicBezTo>
                  <a:cubicBezTo>
                    <a:pt x="7418" y="6790"/>
                    <a:pt x="7570" y="5088"/>
                    <a:pt x="7570" y="5088"/>
                  </a:cubicBezTo>
                  <a:cubicBezTo>
                    <a:pt x="7570" y="5058"/>
                    <a:pt x="7570" y="5058"/>
                    <a:pt x="7570" y="5027"/>
                  </a:cubicBezTo>
                  <a:lnTo>
                    <a:pt x="6688" y="1988"/>
                  </a:lnTo>
                  <a:cubicBezTo>
                    <a:pt x="6688" y="1927"/>
                    <a:pt x="6627" y="1897"/>
                    <a:pt x="6597" y="1866"/>
                  </a:cubicBezTo>
                  <a:lnTo>
                    <a:pt x="2068" y="12"/>
                  </a:lnTo>
                  <a:cubicBezTo>
                    <a:pt x="2045" y="4"/>
                    <a:pt x="2022" y="1"/>
                    <a:pt x="2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6811E595-BD7F-2C51-E376-AC771FBAD8C8}"/>
                </a:ext>
              </a:extLst>
            </p:cNvPr>
            <p:cNvSpPr/>
            <p:nvPr/>
          </p:nvSpPr>
          <p:spPr>
            <a:xfrm>
              <a:off x="3203975" y="2077075"/>
              <a:ext cx="187725" cy="261425"/>
            </a:xfrm>
            <a:custGeom>
              <a:avLst/>
              <a:gdLst/>
              <a:ahLst/>
              <a:cxnLst/>
              <a:rect l="l" t="t" r="r" b="b"/>
              <a:pathLst>
                <a:path w="7509" h="10457" extrusionOk="0">
                  <a:moveTo>
                    <a:pt x="1064" y="0"/>
                  </a:moveTo>
                  <a:lnTo>
                    <a:pt x="0" y="943"/>
                  </a:lnTo>
                  <a:lnTo>
                    <a:pt x="3739" y="10456"/>
                  </a:lnTo>
                  <a:lnTo>
                    <a:pt x="7508" y="6414"/>
                  </a:lnTo>
                  <a:cubicBezTo>
                    <a:pt x="7508" y="6414"/>
                    <a:pt x="3496" y="547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01A4560B-A7CE-AA3D-B9F0-DF6A577089CD}"/>
                </a:ext>
              </a:extLst>
            </p:cNvPr>
            <p:cNvSpPr/>
            <p:nvPr/>
          </p:nvSpPr>
          <p:spPr>
            <a:xfrm>
              <a:off x="3198650" y="2072200"/>
              <a:ext cx="197600" cy="271625"/>
            </a:xfrm>
            <a:custGeom>
              <a:avLst/>
              <a:gdLst/>
              <a:ahLst/>
              <a:cxnLst/>
              <a:rect l="l" t="t" r="r" b="b"/>
              <a:pathLst>
                <a:path w="7904" h="10865" extrusionOk="0">
                  <a:moveTo>
                    <a:pt x="1338" y="378"/>
                  </a:moveTo>
                  <a:cubicBezTo>
                    <a:pt x="3466" y="986"/>
                    <a:pt x="6870" y="5758"/>
                    <a:pt x="7448" y="6578"/>
                  </a:cubicBezTo>
                  <a:lnTo>
                    <a:pt x="4043" y="10287"/>
                  </a:lnTo>
                  <a:lnTo>
                    <a:pt x="457" y="1168"/>
                  </a:lnTo>
                  <a:lnTo>
                    <a:pt x="1338" y="378"/>
                  </a:lnTo>
                  <a:close/>
                  <a:moveTo>
                    <a:pt x="1255" y="0"/>
                  </a:moveTo>
                  <a:cubicBezTo>
                    <a:pt x="1214" y="0"/>
                    <a:pt x="1177" y="22"/>
                    <a:pt x="1156" y="43"/>
                  </a:cubicBezTo>
                  <a:lnTo>
                    <a:pt x="92" y="986"/>
                  </a:lnTo>
                  <a:cubicBezTo>
                    <a:pt x="31" y="1046"/>
                    <a:pt x="1" y="1107"/>
                    <a:pt x="31" y="1198"/>
                  </a:cubicBezTo>
                  <a:lnTo>
                    <a:pt x="3770" y="10743"/>
                  </a:lnTo>
                  <a:cubicBezTo>
                    <a:pt x="3800" y="10803"/>
                    <a:pt x="3861" y="10834"/>
                    <a:pt x="3922" y="10864"/>
                  </a:cubicBezTo>
                  <a:lnTo>
                    <a:pt x="3983" y="10864"/>
                  </a:lnTo>
                  <a:cubicBezTo>
                    <a:pt x="4013" y="10864"/>
                    <a:pt x="4074" y="10834"/>
                    <a:pt x="4104" y="10803"/>
                  </a:cubicBezTo>
                  <a:lnTo>
                    <a:pt x="7843" y="6730"/>
                  </a:lnTo>
                  <a:cubicBezTo>
                    <a:pt x="7904" y="6670"/>
                    <a:pt x="7904" y="6578"/>
                    <a:pt x="7843" y="6518"/>
                  </a:cubicBezTo>
                  <a:cubicBezTo>
                    <a:pt x="7691" y="6274"/>
                    <a:pt x="3800" y="560"/>
                    <a:pt x="1308" y="13"/>
                  </a:cubicBezTo>
                  <a:cubicBezTo>
                    <a:pt x="1290" y="4"/>
                    <a:pt x="1272" y="0"/>
                    <a:pt x="12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010CC821-52B7-30BA-1B0F-1037858E1445}"/>
                </a:ext>
              </a:extLst>
            </p:cNvPr>
            <p:cNvSpPr/>
            <p:nvPr/>
          </p:nvSpPr>
          <p:spPr>
            <a:xfrm>
              <a:off x="3448650" y="2167500"/>
              <a:ext cx="45625" cy="145150"/>
            </a:xfrm>
            <a:custGeom>
              <a:avLst/>
              <a:gdLst/>
              <a:ahLst/>
              <a:cxnLst/>
              <a:rect l="l" t="t" r="r" b="b"/>
              <a:pathLst>
                <a:path w="1825" h="5806" extrusionOk="0">
                  <a:moveTo>
                    <a:pt x="943" y="0"/>
                  </a:moveTo>
                  <a:lnTo>
                    <a:pt x="1" y="2858"/>
                  </a:lnTo>
                  <a:lnTo>
                    <a:pt x="1825" y="5806"/>
                  </a:lnTo>
                  <a:cubicBezTo>
                    <a:pt x="1825" y="5806"/>
                    <a:pt x="1612" y="2371"/>
                    <a:pt x="9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60296216-B48F-3F61-AFFD-2994AB474627}"/>
                </a:ext>
              </a:extLst>
            </p:cNvPr>
            <p:cNvSpPr/>
            <p:nvPr/>
          </p:nvSpPr>
          <p:spPr>
            <a:xfrm>
              <a:off x="3444100" y="2162175"/>
              <a:ext cx="54725" cy="155050"/>
            </a:xfrm>
            <a:custGeom>
              <a:avLst/>
              <a:gdLst/>
              <a:ahLst/>
              <a:cxnLst/>
              <a:rect l="l" t="t" r="r" b="b"/>
              <a:pathLst>
                <a:path w="2189" h="6202" extrusionOk="0">
                  <a:moveTo>
                    <a:pt x="1125" y="882"/>
                  </a:moveTo>
                  <a:cubicBezTo>
                    <a:pt x="1429" y="2311"/>
                    <a:pt x="1642" y="3770"/>
                    <a:pt x="1763" y="5259"/>
                  </a:cubicBezTo>
                  <a:lnTo>
                    <a:pt x="396" y="3040"/>
                  </a:lnTo>
                  <a:lnTo>
                    <a:pt x="1125" y="882"/>
                  </a:lnTo>
                  <a:close/>
                  <a:moveTo>
                    <a:pt x="1125" y="1"/>
                  </a:moveTo>
                  <a:cubicBezTo>
                    <a:pt x="1064" y="1"/>
                    <a:pt x="973" y="61"/>
                    <a:pt x="943" y="153"/>
                  </a:cubicBezTo>
                  <a:lnTo>
                    <a:pt x="31" y="3010"/>
                  </a:lnTo>
                  <a:cubicBezTo>
                    <a:pt x="0" y="3071"/>
                    <a:pt x="0" y="3131"/>
                    <a:pt x="31" y="3162"/>
                  </a:cubicBezTo>
                  <a:lnTo>
                    <a:pt x="1855" y="6110"/>
                  </a:lnTo>
                  <a:cubicBezTo>
                    <a:pt x="1885" y="6171"/>
                    <a:pt x="1946" y="6201"/>
                    <a:pt x="2007" y="6201"/>
                  </a:cubicBezTo>
                  <a:lnTo>
                    <a:pt x="2067" y="6201"/>
                  </a:lnTo>
                  <a:cubicBezTo>
                    <a:pt x="2159" y="6171"/>
                    <a:pt x="2189" y="6080"/>
                    <a:pt x="2189" y="5988"/>
                  </a:cubicBezTo>
                  <a:cubicBezTo>
                    <a:pt x="2189" y="5958"/>
                    <a:pt x="2007" y="2523"/>
                    <a:pt x="1307" y="153"/>
                  </a:cubicBezTo>
                  <a:cubicBezTo>
                    <a:pt x="1307" y="61"/>
                    <a:pt x="1216" y="31"/>
                    <a:pt x="11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2CBC290B-B8AC-5660-3858-2B0F78B70C6E}"/>
                </a:ext>
              </a:extLst>
            </p:cNvPr>
            <p:cNvSpPr/>
            <p:nvPr/>
          </p:nvSpPr>
          <p:spPr>
            <a:xfrm>
              <a:off x="2411400" y="2220700"/>
              <a:ext cx="981800" cy="206675"/>
            </a:xfrm>
            <a:custGeom>
              <a:avLst/>
              <a:gdLst/>
              <a:ahLst/>
              <a:cxnLst/>
              <a:rect l="l" t="t" r="r" b="b"/>
              <a:pathLst>
                <a:path w="39272" h="8267" extrusionOk="0">
                  <a:moveTo>
                    <a:pt x="6262" y="0"/>
                  </a:moveTo>
                  <a:lnTo>
                    <a:pt x="1" y="3678"/>
                  </a:lnTo>
                  <a:cubicBezTo>
                    <a:pt x="1" y="3678"/>
                    <a:pt x="6141" y="6413"/>
                    <a:pt x="6749" y="6505"/>
                  </a:cubicBezTo>
                  <a:cubicBezTo>
                    <a:pt x="7156" y="6545"/>
                    <a:pt x="10878" y="7009"/>
                    <a:pt x="14041" y="7009"/>
                  </a:cubicBezTo>
                  <a:cubicBezTo>
                    <a:pt x="15598" y="7009"/>
                    <a:pt x="17020" y="6897"/>
                    <a:pt x="17843" y="6565"/>
                  </a:cubicBezTo>
                  <a:cubicBezTo>
                    <a:pt x="19938" y="5712"/>
                    <a:pt x="22672" y="3823"/>
                    <a:pt x="25014" y="3823"/>
                  </a:cubicBezTo>
                  <a:cubicBezTo>
                    <a:pt x="25424" y="3823"/>
                    <a:pt x="25822" y="3881"/>
                    <a:pt x="26202" y="4012"/>
                  </a:cubicBezTo>
                  <a:cubicBezTo>
                    <a:pt x="28599" y="4850"/>
                    <a:pt x="31435" y="8266"/>
                    <a:pt x="34345" y="8266"/>
                  </a:cubicBezTo>
                  <a:cubicBezTo>
                    <a:pt x="34498" y="8266"/>
                    <a:pt x="34651" y="8257"/>
                    <a:pt x="34804" y="8237"/>
                  </a:cubicBezTo>
                  <a:cubicBezTo>
                    <a:pt x="37873" y="7842"/>
                    <a:pt x="39271" y="5108"/>
                    <a:pt x="39272" y="5106"/>
                  </a:cubicBezTo>
                  <a:lnTo>
                    <a:pt x="39272" y="5106"/>
                  </a:lnTo>
                  <a:cubicBezTo>
                    <a:pt x="39272" y="5107"/>
                    <a:pt x="38860" y="5867"/>
                    <a:pt x="36975" y="5867"/>
                  </a:cubicBezTo>
                  <a:cubicBezTo>
                    <a:pt x="36567" y="5867"/>
                    <a:pt x="36090" y="5831"/>
                    <a:pt x="35533" y="5745"/>
                  </a:cubicBezTo>
                  <a:cubicBezTo>
                    <a:pt x="32403" y="5289"/>
                    <a:pt x="28633" y="1216"/>
                    <a:pt x="25655" y="760"/>
                  </a:cubicBezTo>
                  <a:cubicBezTo>
                    <a:pt x="25442" y="725"/>
                    <a:pt x="25219" y="710"/>
                    <a:pt x="24988" y="710"/>
                  </a:cubicBezTo>
                  <a:cubicBezTo>
                    <a:pt x="22285" y="710"/>
                    <a:pt x="18399" y="2874"/>
                    <a:pt x="15049" y="2874"/>
                  </a:cubicBezTo>
                  <a:cubicBezTo>
                    <a:pt x="14634" y="2874"/>
                    <a:pt x="14226" y="2841"/>
                    <a:pt x="13831" y="2766"/>
                  </a:cubicBezTo>
                  <a:cubicBezTo>
                    <a:pt x="11186" y="2188"/>
                    <a:pt x="8663" y="1277"/>
                    <a:pt x="62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C84C82DC-AFF3-FB4A-1E9B-25E76811356B}"/>
                </a:ext>
              </a:extLst>
            </p:cNvPr>
            <p:cNvSpPr/>
            <p:nvPr/>
          </p:nvSpPr>
          <p:spPr>
            <a:xfrm>
              <a:off x="2406075" y="2216325"/>
              <a:ext cx="992500" cy="215625"/>
            </a:xfrm>
            <a:custGeom>
              <a:avLst/>
              <a:gdLst/>
              <a:ahLst/>
              <a:cxnLst/>
              <a:rect l="l" t="t" r="r" b="b"/>
              <a:pathLst>
                <a:path w="39700" h="8625" extrusionOk="0">
                  <a:moveTo>
                    <a:pt x="6506" y="388"/>
                  </a:moveTo>
                  <a:cubicBezTo>
                    <a:pt x="8876" y="1634"/>
                    <a:pt x="11399" y="2546"/>
                    <a:pt x="14013" y="3123"/>
                  </a:cubicBezTo>
                  <a:cubicBezTo>
                    <a:pt x="14418" y="3198"/>
                    <a:pt x="14832" y="3232"/>
                    <a:pt x="15254" y="3232"/>
                  </a:cubicBezTo>
                  <a:cubicBezTo>
                    <a:pt x="17051" y="3232"/>
                    <a:pt x="18981" y="2626"/>
                    <a:pt x="20852" y="2060"/>
                  </a:cubicBezTo>
                  <a:cubicBezTo>
                    <a:pt x="22453" y="1543"/>
                    <a:pt x="23967" y="1070"/>
                    <a:pt x="25206" y="1070"/>
                  </a:cubicBezTo>
                  <a:cubicBezTo>
                    <a:pt x="25425" y="1070"/>
                    <a:pt x="25636" y="1085"/>
                    <a:pt x="25837" y="1117"/>
                  </a:cubicBezTo>
                  <a:cubicBezTo>
                    <a:pt x="27266" y="1330"/>
                    <a:pt x="28968" y="2455"/>
                    <a:pt x="30579" y="3549"/>
                  </a:cubicBezTo>
                  <a:cubicBezTo>
                    <a:pt x="32312" y="4674"/>
                    <a:pt x="34075" y="5859"/>
                    <a:pt x="35716" y="6133"/>
                  </a:cubicBezTo>
                  <a:cubicBezTo>
                    <a:pt x="36232" y="6205"/>
                    <a:pt x="36682" y="6235"/>
                    <a:pt x="37073" y="6235"/>
                  </a:cubicBezTo>
                  <a:cubicBezTo>
                    <a:pt x="37834" y="6235"/>
                    <a:pt x="38374" y="6121"/>
                    <a:pt x="38755" y="5981"/>
                  </a:cubicBezTo>
                  <a:lnTo>
                    <a:pt x="38755" y="5981"/>
                  </a:lnTo>
                  <a:cubicBezTo>
                    <a:pt x="37844" y="7196"/>
                    <a:pt x="36476" y="7987"/>
                    <a:pt x="34986" y="8199"/>
                  </a:cubicBezTo>
                  <a:cubicBezTo>
                    <a:pt x="34835" y="8219"/>
                    <a:pt x="34683" y="8229"/>
                    <a:pt x="34532" y="8229"/>
                  </a:cubicBezTo>
                  <a:cubicBezTo>
                    <a:pt x="32834" y="8229"/>
                    <a:pt x="31164" y="7031"/>
                    <a:pt x="29546" y="5859"/>
                  </a:cubicBezTo>
                  <a:cubicBezTo>
                    <a:pt x="28451" y="5099"/>
                    <a:pt x="27448" y="4339"/>
                    <a:pt x="26445" y="4005"/>
                  </a:cubicBezTo>
                  <a:cubicBezTo>
                    <a:pt x="26050" y="3883"/>
                    <a:pt x="25625" y="3822"/>
                    <a:pt x="25199" y="3822"/>
                  </a:cubicBezTo>
                  <a:cubicBezTo>
                    <a:pt x="23527" y="3822"/>
                    <a:pt x="21643" y="4765"/>
                    <a:pt x="19971" y="5616"/>
                  </a:cubicBezTo>
                  <a:cubicBezTo>
                    <a:pt x="19272" y="5950"/>
                    <a:pt x="18603" y="6285"/>
                    <a:pt x="17965" y="6558"/>
                  </a:cubicBezTo>
                  <a:cubicBezTo>
                    <a:pt x="17199" y="6862"/>
                    <a:pt x="15866" y="6970"/>
                    <a:pt x="14360" y="6970"/>
                  </a:cubicBezTo>
                  <a:cubicBezTo>
                    <a:pt x="11800" y="6970"/>
                    <a:pt x="8740" y="6658"/>
                    <a:pt x="7114" y="6467"/>
                  </a:cubicBezTo>
                  <a:lnTo>
                    <a:pt x="6992" y="6467"/>
                  </a:lnTo>
                  <a:cubicBezTo>
                    <a:pt x="6566" y="6406"/>
                    <a:pt x="3071" y="4917"/>
                    <a:pt x="639" y="3822"/>
                  </a:cubicBezTo>
                  <a:lnTo>
                    <a:pt x="6506" y="388"/>
                  </a:lnTo>
                  <a:close/>
                  <a:moveTo>
                    <a:pt x="6464" y="0"/>
                  </a:moveTo>
                  <a:cubicBezTo>
                    <a:pt x="6430" y="0"/>
                    <a:pt x="6399" y="8"/>
                    <a:pt x="6384" y="23"/>
                  </a:cubicBezTo>
                  <a:lnTo>
                    <a:pt x="123" y="3701"/>
                  </a:lnTo>
                  <a:cubicBezTo>
                    <a:pt x="31" y="3762"/>
                    <a:pt x="1" y="3822"/>
                    <a:pt x="1" y="3883"/>
                  </a:cubicBezTo>
                  <a:cubicBezTo>
                    <a:pt x="1" y="3944"/>
                    <a:pt x="62" y="4035"/>
                    <a:pt x="123" y="4066"/>
                  </a:cubicBezTo>
                  <a:cubicBezTo>
                    <a:pt x="761" y="4339"/>
                    <a:pt x="6323" y="6801"/>
                    <a:pt x="6931" y="6862"/>
                  </a:cubicBezTo>
                  <a:lnTo>
                    <a:pt x="7053" y="6862"/>
                  </a:lnTo>
                  <a:cubicBezTo>
                    <a:pt x="8660" y="7049"/>
                    <a:pt x="11656" y="7351"/>
                    <a:pt x="14228" y="7351"/>
                  </a:cubicBezTo>
                  <a:cubicBezTo>
                    <a:pt x="15840" y="7351"/>
                    <a:pt x="17285" y="7232"/>
                    <a:pt x="18117" y="6892"/>
                  </a:cubicBezTo>
                  <a:cubicBezTo>
                    <a:pt x="18725" y="6649"/>
                    <a:pt x="19424" y="6345"/>
                    <a:pt x="20123" y="5950"/>
                  </a:cubicBezTo>
                  <a:cubicBezTo>
                    <a:pt x="21793" y="5115"/>
                    <a:pt x="23621" y="4201"/>
                    <a:pt x="25224" y="4201"/>
                  </a:cubicBezTo>
                  <a:cubicBezTo>
                    <a:pt x="25605" y="4201"/>
                    <a:pt x="25973" y="4253"/>
                    <a:pt x="26324" y="4370"/>
                  </a:cubicBezTo>
                  <a:cubicBezTo>
                    <a:pt x="27266" y="4704"/>
                    <a:pt x="28269" y="5433"/>
                    <a:pt x="29333" y="6193"/>
                  </a:cubicBezTo>
                  <a:cubicBezTo>
                    <a:pt x="31005" y="7379"/>
                    <a:pt x="32737" y="8625"/>
                    <a:pt x="34530" y="8625"/>
                  </a:cubicBezTo>
                  <a:cubicBezTo>
                    <a:pt x="34682" y="8625"/>
                    <a:pt x="34865" y="8625"/>
                    <a:pt x="35017" y="8595"/>
                  </a:cubicBezTo>
                  <a:cubicBezTo>
                    <a:pt x="38148" y="8199"/>
                    <a:pt x="39576" y="5464"/>
                    <a:pt x="39637" y="5373"/>
                  </a:cubicBezTo>
                  <a:cubicBezTo>
                    <a:pt x="39699" y="5227"/>
                    <a:pt x="39576" y="5095"/>
                    <a:pt x="39454" y="5095"/>
                  </a:cubicBezTo>
                  <a:cubicBezTo>
                    <a:pt x="39397" y="5095"/>
                    <a:pt x="39341" y="5123"/>
                    <a:pt x="39303" y="5190"/>
                  </a:cubicBezTo>
                  <a:cubicBezTo>
                    <a:pt x="39303" y="5190"/>
                    <a:pt x="38899" y="5856"/>
                    <a:pt x="37171" y="5856"/>
                  </a:cubicBezTo>
                  <a:cubicBezTo>
                    <a:pt x="36778" y="5856"/>
                    <a:pt x="36317" y="5822"/>
                    <a:pt x="35777" y="5737"/>
                  </a:cubicBezTo>
                  <a:cubicBezTo>
                    <a:pt x="34227" y="5494"/>
                    <a:pt x="32494" y="4400"/>
                    <a:pt x="30761" y="3215"/>
                  </a:cubicBezTo>
                  <a:cubicBezTo>
                    <a:pt x="29029" y="2060"/>
                    <a:pt x="27387" y="965"/>
                    <a:pt x="25868" y="753"/>
                  </a:cubicBezTo>
                  <a:cubicBezTo>
                    <a:pt x="25643" y="713"/>
                    <a:pt x="25408" y="696"/>
                    <a:pt x="25163" y="696"/>
                  </a:cubicBezTo>
                  <a:cubicBezTo>
                    <a:pt x="23881" y="696"/>
                    <a:pt x="22338" y="1184"/>
                    <a:pt x="20731" y="1695"/>
                  </a:cubicBezTo>
                  <a:cubicBezTo>
                    <a:pt x="18871" y="2265"/>
                    <a:pt x="16970" y="2856"/>
                    <a:pt x="15227" y="2856"/>
                  </a:cubicBezTo>
                  <a:cubicBezTo>
                    <a:pt x="14834" y="2856"/>
                    <a:pt x="14449" y="2826"/>
                    <a:pt x="14074" y="2759"/>
                  </a:cubicBezTo>
                  <a:cubicBezTo>
                    <a:pt x="11460" y="2181"/>
                    <a:pt x="8937" y="1269"/>
                    <a:pt x="6566" y="23"/>
                  </a:cubicBezTo>
                  <a:cubicBezTo>
                    <a:pt x="6536" y="8"/>
                    <a:pt x="6498" y="0"/>
                    <a:pt x="64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5">
            <a:extLst>
              <a:ext uri="{FF2B5EF4-FFF2-40B4-BE49-F238E27FC236}">
                <a16:creationId xmlns:a16="http://schemas.microsoft.com/office/drawing/2014/main" id="{9BFD62CA-9F93-03BB-0E66-F6A2816E8268}"/>
              </a:ext>
            </a:extLst>
          </p:cNvPr>
          <p:cNvSpPr/>
          <p:nvPr/>
        </p:nvSpPr>
        <p:spPr>
          <a:xfrm>
            <a:off x="2100074" y="1429050"/>
            <a:ext cx="3200695" cy="1011642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5">
            <a:extLst>
              <a:ext uri="{FF2B5EF4-FFF2-40B4-BE49-F238E27FC236}">
                <a16:creationId xmlns:a16="http://schemas.microsoft.com/office/drawing/2014/main" id="{385B3ACA-512D-CBF2-E639-97F7D6E20B60}"/>
              </a:ext>
            </a:extLst>
          </p:cNvPr>
          <p:cNvSpPr/>
          <p:nvPr/>
        </p:nvSpPr>
        <p:spPr>
          <a:xfrm>
            <a:off x="2138186" y="1497299"/>
            <a:ext cx="3115316" cy="8400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5CAC2CB6-049B-E30D-4E18-8ED92B3163E3}"/>
              </a:ext>
            </a:extLst>
          </p:cNvPr>
          <p:cNvSpPr/>
          <p:nvPr/>
        </p:nvSpPr>
        <p:spPr>
          <a:xfrm>
            <a:off x="713100" y="763850"/>
            <a:ext cx="1290000" cy="1290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5">
            <a:extLst>
              <a:ext uri="{FF2B5EF4-FFF2-40B4-BE49-F238E27FC236}">
                <a16:creationId xmlns:a16="http://schemas.microsoft.com/office/drawing/2014/main" id="{C995A334-07BB-667C-90FF-F533CCA0469B}"/>
              </a:ext>
            </a:extLst>
          </p:cNvPr>
          <p:cNvSpPr/>
          <p:nvPr/>
        </p:nvSpPr>
        <p:spPr>
          <a:xfrm>
            <a:off x="743316" y="794066"/>
            <a:ext cx="1229498" cy="1229498"/>
          </a:xfrm>
          <a:custGeom>
            <a:avLst/>
            <a:gdLst/>
            <a:ahLst/>
            <a:cxnLst/>
            <a:rect l="l" t="t" r="r" b="b"/>
            <a:pathLst>
              <a:path w="50158" h="50158" fill="none" extrusionOk="0">
                <a:moveTo>
                  <a:pt x="41243" y="8915"/>
                </a:moveTo>
                <a:cubicBezTo>
                  <a:pt x="50158" y="17858"/>
                  <a:pt x="50158" y="32300"/>
                  <a:pt x="41243" y="41243"/>
                </a:cubicBezTo>
                <a:cubicBezTo>
                  <a:pt x="32300" y="50158"/>
                  <a:pt x="17858" y="50158"/>
                  <a:pt x="8915" y="41243"/>
                </a:cubicBezTo>
                <a:cubicBezTo>
                  <a:pt x="0" y="32300"/>
                  <a:pt x="0" y="17858"/>
                  <a:pt x="8915" y="8915"/>
                </a:cubicBezTo>
                <a:cubicBezTo>
                  <a:pt x="17858" y="0"/>
                  <a:pt x="32300" y="0"/>
                  <a:pt x="41243" y="8915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miter lim="289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5">
            <a:extLst>
              <a:ext uri="{FF2B5EF4-FFF2-40B4-BE49-F238E27FC236}">
                <a16:creationId xmlns:a16="http://schemas.microsoft.com/office/drawing/2014/main" id="{B2087584-60A5-59E5-AB26-83144E814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0024" y="540075"/>
            <a:ext cx="6180659" cy="9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Resultados</a:t>
            </a:r>
            <a:endParaRPr dirty="0"/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98F4443F-1152-34BF-1FB1-DB7D7A549BA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32823" y="1018725"/>
            <a:ext cx="1445388" cy="842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07</a:t>
            </a:r>
            <a:endParaRPr/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586A2680-9BDD-B387-AF8B-457747E4C9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50101" y="1803133"/>
            <a:ext cx="2608800" cy="5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600" b="1" dirty="0">
                <a:solidFill>
                  <a:schemeClr val="lt1"/>
                </a:solidFill>
              </a:rPr>
              <a:t>Consultas, Visualización, y Análisis</a:t>
            </a:r>
          </a:p>
        </p:txBody>
      </p:sp>
      <p:sp>
        <p:nvSpPr>
          <p:cNvPr id="753" name="Google Shape;753;p35">
            <a:extLst>
              <a:ext uri="{FF2B5EF4-FFF2-40B4-BE49-F238E27FC236}">
                <a16:creationId xmlns:a16="http://schemas.microsoft.com/office/drawing/2014/main" id="{B108628F-6344-DEE5-A871-43C6A33946D5}"/>
              </a:ext>
            </a:extLst>
          </p:cNvPr>
          <p:cNvSpPr/>
          <p:nvPr/>
        </p:nvSpPr>
        <p:spPr>
          <a:xfrm flipH="1">
            <a:off x="352216" y="2850396"/>
            <a:ext cx="2915100" cy="29151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5">
            <a:extLst>
              <a:ext uri="{FF2B5EF4-FFF2-40B4-BE49-F238E27FC236}">
                <a16:creationId xmlns:a16="http://schemas.microsoft.com/office/drawing/2014/main" id="{7E6CA399-A196-98B4-DBA2-D83082612858}"/>
              </a:ext>
            </a:extLst>
          </p:cNvPr>
          <p:cNvSpPr/>
          <p:nvPr/>
        </p:nvSpPr>
        <p:spPr>
          <a:xfrm flipH="1">
            <a:off x="8080324" y="-608233"/>
            <a:ext cx="1507500" cy="1507500"/>
          </a:xfrm>
          <a:prstGeom prst="ellipse">
            <a:avLst/>
          </a:prstGeom>
          <a:gradFill>
            <a:gsLst>
              <a:gs pos="0">
                <a:schemeClr val="dk2"/>
              </a:gs>
              <a:gs pos="72000">
                <a:srgbClr val="FFFFFF">
                  <a:alpha val="26666"/>
                </a:srgbClr>
              </a:gs>
              <a:gs pos="100000">
                <a:schemeClr val="l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4974335-DF5C-DBDB-B757-7704DED04B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55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94">
          <a:extLst>
            <a:ext uri="{FF2B5EF4-FFF2-40B4-BE49-F238E27FC236}">
              <a16:creationId xmlns:a16="http://schemas.microsoft.com/office/drawing/2014/main" id="{CA1A7415-5B8A-676F-FBBD-C9FD7C81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3BE847-FB4E-1E2C-5E10-7AD1629944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2867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/>
          <p:nvPr/>
        </p:nvSpPr>
        <p:spPr>
          <a:xfrm>
            <a:off x="4760850" y="665829"/>
            <a:ext cx="4148700" cy="804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4"/>
          <p:cNvSpPr/>
          <p:nvPr/>
        </p:nvSpPr>
        <p:spPr>
          <a:xfrm>
            <a:off x="4627350" y="2572975"/>
            <a:ext cx="4038000" cy="668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4"/>
          <p:cNvSpPr txBox="1">
            <a:spLocks noGrp="1"/>
          </p:cNvSpPr>
          <p:nvPr>
            <p:ph type="title"/>
          </p:nvPr>
        </p:nvSpPr>
        <p:spPr>
          <a:xfrm>
            <a:off x="4882950" y="8668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 dirty="0">
                <a:solidFill>
                  <a:schemeClr val="bg1"/>
                </a:solidFill>
              </a:rPr>
              <a:t>CONCLUSIONES</a:t>
            </a:r>
            <a:endParaRPr sz="3200" dirty="0">
              <a:solidFill>
                <a:schemeClr val="bg1"/>
              </a:solidFill>
            </a:endParaRPr>
          </a:p>
        </p:txBody>
      </p:sp>
      <p:grpSp>
        <p:nvGrpSpPr>
          <p:cNvPr id="349" name="Google Shape;349;p34"/>
          <p:cNvGrpSpPr/>
          <p:nvPr/>
        </p:nvGrpSpPr>
        <p:grpSpPr>
          <a:xfrm>
            <a:off x="331628" y="753611"/>
            <a:ext cx="3996408" cy="3636301"/>
            <a:chOff x="331625" y="813925"/>
            <a:chExt cx="4148664" cy="3774837"/>
          </a:xfrm>
        </p:grpSpPr>
        <p:sp>
          <p:nvSpPr>
            <p:cNvPr id="350" name="Google Shape;350;p34"/>
            <p:cNvSpPr/>
            <p:nvPr/>
          </p:nvSpPr>
          <p:spPr>
            <a:xfrm>
              <a:off x="526460" y="813925"/>
              <a:ext cx="3953828" cy="3487606"/>
            </a:xfrm>
            <a:custGeom>
              <a:avLst/>
              <a:gdLst/>
              <a:ahLst/>
              <a:cxnLst/>
              <a:rect l="l" t="t" r="r" b="b"/>
              <a:pathLst>
                <a:path w="47364" h="41779" extrusionOk="0">
                  <a:moveTo>
                    <a:pt x="20569" y="1"/>
                  </a:moveTo>
                  <a:cubicBezTo>
                    <a:pt x="17904" y="1"/>
                    <a:pt x="15311" y="462"/>
                    <a:pt x="13002" y="1595"/>
                  </a:cubicBezTo>
                  <a:cubicBezTo>
                    <a:pt x="4024" y="6012"/>
                    <a:pt x="369" y="16811"/>
                    <a:pt x="191" y="23752"/>
                  </a:cubicBezTo>
                  <a:cubicBezTo>
                    <a:pt x="0" y="30968"/>
                    <a:pt x="1286" y="37087"/>
                    <a:pt x="4846" y="39897"/>
                  </a:cubicBezTo>
                  <a:cubicBezTo>
                    <a:pt x="6287" y="41039"/>
                    <a:pt x="8557" y="41779"/>
                    <a:pt x="11128" y="41779"/>
                  </a:cubicBezTo>
                  <a:cubicBezTo>
                    <a:pt x="15202" y="41779"/>
                    <a:pt x="20032" y="39920"/>
                    <a:pt x="23515" y="34861"/>
                  </a:cubicBezTo>
                  <a:cubicBezTo>
                    <a:pt x="26670" y="30289"/>
                    <a:pt x="23955" y="25014"/>
                    <a:pt x="26063" y="23217"/>
                  </a:cubicBezTo>
                  <a:cubicBezTo>
                    <a:pt x="29182" y="20550"/>
                    <a:pt x="37421" y="23455"/>
                    <a:pt x="43005" y="17204"/>
                  </a:cubicBezTo>
                  <a:cubicBezTo>
                    <a:pt x="47363" y="12322"/>
                    <a:pt x="42565" y="7858"/>
                    <a:pt x="39255" y="5786"/>
                  </a:cubicBezTo>
                  <a:cubicBezTo>
                    <a:pt x="35216" y="3252"/>
                    <a:pt x="27645" y="1"/>
                    <a:pt x="20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4"/>
            <p:cNvSpPr/>
            <p:nvPr/>
          </p:nvSpPr>
          <p:spPr>
            <a:xfrm>
              <a:off x="2622567" y="3524170"/>
              <a:ext cx="69620" cy="350939"/>
            </a:xfrm>
            <a:custGeom>
              <a:avLst/>
              <a:gdLst/>
              <a:ahLst/>
              <a:cxnLst/>
              <a:rect l="l" t="t" r="r" b="b"/>
              <a:pathLst>
                <a:path w="834" h="4204" extrusionOk="0">
                  <a:moveTo>
                    <a:pt x="0" y="1"/>
                  </a:moveTo>
                  <a:lnTo>
                    <a:pt x="0" y="4085"/>
                  </a:lnTo>
                  <a:lnTo>
                    <a:pt x="834" y="4204"/>
                  </a:lnTo>
                  <a:lnTo>
                    <a:pt x="834" y="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99999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4"/>
            <p:cNvSpPr/>
            <p:nvPr/>
          </p:nvSpPr>
          <p:spPr>
            <a:xfrm>
              <a:off x="1059127" y="1007674"/>
              <a:ext cx="3196520" cy="2689562"/>
            </a:xfrm>
            <a:custGeom>
              <a:avLst/>
              <a:gdLst/>
              <a:ahLst/>
              <a:cxnLst/>
              <a:rect l="l" t="t" r="r" b="b"/>
              <a:pathLst>
                <a:path w="38292" h="32219" extrusionOk="0">
                  <a:moveTo>
                    <a:pt x="38291" y="0"/>
                  </a:moveTo>
                  <a:lnTo>
                    <a:pt x="1" y="4941"/>
                  </a:lnTo>
                  <a:lnTo>
                    <a:pt x="1" y="28158"/>
                  </a:lnTo>
                  <a:lnTo>
                    <a:pt x="38291" y="32218"/>
                  </a:lnTo>
                  <a:lnTo>
                    <a:pt x="38291" y="0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991594" y="871190"/>
              <a:ext cx="3331587" cy="553456"/>
            </a:xfrm>
            <a:custGeom>
              <a:avLst/>
              <a:gdLst/>
              <a:ahLst/>
              <a:cxnLst/>
              <a:rect l="l" t="t" r="r" b="b"/>
              <a:pathLst>
                <a:path w="39910" h="6630" extrusionOk="0">
                  <a:moveTo>
                    <a:pt x="39481" y="0"/>
                  </a:moveTo>
                  <a:cubicBezTo>
                    <a:pt x="39462" y="0"/>
                    <a:pt x="39442" y="1"/>
                    <a:pt x="39422" y="4"/>
                  </a:cubicBezTo>
                  <a:lnTo>
                    <a:pt x="488" y="5493"/>
                  </a:lnTo>
                  <a:cubicBezTo>
                    <a:pt x="214" y="5529"/>
                    <a:pt x="0" y="5743"/>
                    <a:pt x="0" y="5945"/>
                  </a:cubicBezTo>
                  <a:lnTo>
                    <a:pt x="0" y="6302"/>
                  </a:lnTo>
                  <a:cubicBezTo>
                    <a:pt x="0" y="6495"/>
                    <a:pt x="172" y="6629"/>
                    <a:pt x="406" y="6629"/>
                  </a:cubicBezTo>
                  <a:cubicBezTo>
                    <a:pt x="432" y="6629"/>
                    <a:pt x="460" y="6628"/>
                    <a:pt x="488" y="6624"/>
                  </a:cubicBezTo>
                  <a:lnTo>
                    <a:pt x="39422" y="1588"/>
                  </a:lnTo>
                  <a:cubicBezTo>
                    <a:pt x="39707" y="1528"/>
                    <a:pt x="39910" y="1278"/>
                    <a:pt x="39910" y="980"/>
                  </a:cubicBezTo>
                  <a:lnTo>
                    <a:pt x="39910" y="480"/>
                  </a:lnTo>
                  <a:cubicBezTo>
                    <a:pt x="39910" y="204"/>
                    <a:pt x="39726" y="0"/>
                    <a:pt x="39481" y="0"/>
                  </a:cubicBezTo>
                  <a:close/>
                </a:path>
              </a:pathLst>
            </a:custGeom>
            <a:solidFill>
              <a:srgbClr val="999999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4195858" y="911259"/>
              <a:ext cx="56765" cy="8014"/>
            </a:xfrm>
            <a:custGeom>
              <a:avLst/>
              <a:gdLst/>
              <a:ahLst/>
              <a:cxnLst/>
              <a:rect l="l" t="t" r="r" b="b"/>
              <a:pathLst>
                <a:path w="680" h="96" fill="none" extrusionOk="0">
                  <a:moveTo>
                    <a:pt x="1" y="96"/>
                  </a:moveTo>
                  <a:lnTo>
                    <a:pt x="680" y="0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4"/>
            <p:cNvSpPr/>
            <p:nvPr/>
          </p:nvSpPr>
          <p:spPr>
            <a:xfrm>
              <a:off x="4042845" y="929123"/>
              <a:ext cx="87568" cy="12021"/>
            </a:xfrm>
            <a:custGeom>
              <a:avLst/>
              <a:gdLst/>
              <a:ahLst/>
              <a:cxnLst/>
              <a:rect l="l" t="t" r="r" b="b"/>
              <a:pathLst>
                <a:path w="1049" h="144" fill="none" extrusionOk="0">
                  <a:moveTo>
                    <a:pt x="0" y="144"/>
                  </a:moveTo>
                  <a:lnTo>
                    <a:pt x="1048" y="1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1328507" y="947988"/>
              <a:ext cx="2663767" cy="380741"/>
            </a:xfrm>
            <a:custGeom>
              <a:avLst/>
              <a:gdLst/>
              <a:ahLst/>
              <a:cxnLst/>
              <a:rect l="l" t="t" r="r" b="b"/>
              <a:pathLst>
                <a:path w="31910" h="4561" fill="none" extrusionOk="0">
                  <a:moveTo>
                    <a:pt x="0" y="4561"/>
                  </a:moveTo>
                  <a:lnTo>
                    <a:pt x="31909" y="1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1062132" y="1338577"/>
              <a:ext cx="197842" cy="27965"/>
            </a:xfrm>
            <a:custGeom>
              <a:avLst/>
              <a:gdLst/>
              <a:ahLst/>
              <a:cxnLst/>
              <a:rect l="l" t="t" r="r" b="b"/>
              <a:pathLst>
                <a:path w="2370" h="335" fill="none" extrusionOk="0">
                  <a:moveTo>
                    <a:pt x="0" y="334"/>
                  </a:moveTo>
                  <a:lnTo>
                    <a:pt x="2370" y="1"/>
                  </a:lnTo>
                </a:path>
              </a:pathLst>
            </a:custGeom>
            <a:noFill/>
            <a:ln w="38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2427732" y="2591900"/>
              <a:ext cx="543772" cy="818079"/>
            </a:xfrm>
            <a:custGeom>
              <a:avLst/>
              <a:gdLst/>
              <a:ahLst/>
              <a:cxnLst/>
              <a:rect l="l" t="t" r="r" b="b"/>
              <a:pathLst>
                <a:path w="6514" h="9800" extrusionOk="0">
                  <a:moveTo>
                    <a:pt x="6513" y="1"/>
                  </a:moveTo>
                  <a:lnTo>
                    <a:pt x="1" y="25"/>
                  </a:lnTo>
                  <a:lnTo>
                    <a:pt x="1" y="9216"/>
                  </a:lnTo>
                  <a:lnTo>
                    <a:pt x="6513" y="9800"/>
                  </a:lnTo>
                  <a:lnTo>
                    <a:pt x="651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2427732" y="2591900"/>
              <a:ext cx="543772" cy="818079"/>
            </a:xfrm>
            <a:custGeom>
              <a:avLst/>
              <a:gdLst/>
              <a:ahLst/>
              <a:cxnLst/>
              <a:rect l="l" t="t" r="r" b="b"/>
              <a:pathLst>
                <a:path w="6514" h="9800" extrusionOk="0">
                  <a:moveTo>
                    <a:pt x="6513" y="1"/>
                  </a:moveTo>
                  <a:lnTo>
                    <a:pt x="1" y="25"/>
                  </a:lnTo>
                  <a:lnTo>
                    <a:pt x="1" y="9216"/>
                  </a:lnTo>
                  <a:lnTo>
                    <a:pt x="6513" y="9800"/>
                  </a:lnTo>
                  <a:lnTo>
                    <a:pt x="6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2971418" y="2591900"/>
              <a:ext cx="543772" cy="866747"/>
            </a:xfrm>
            <a:custGeom>
              <a:avLst/>
              <a:gdLst/>
              <a:ahLst/>
              <a:cxnLst/>
              <a:rect l="l" t="t" r="r" b="b"/>
              <a:pathLst>
                <a:path w="6514" h="10383" extrusionOk="0">
                  <a:moveTo>
                    <a:pt x="6513" y="1"/>
                  </a:moveTo>
                  <a:lnTo>
                    <a:pt x="0" y="13"/>
                  </a:lnTo>
                  <a:lnTo>
                    <a:pt x="0" y="9800"/>
                  </a:lnTo>
                  <a:lnTo>
                    <a:pt x="6513" y="10383"/>
                  </a:lnTo>
                  <a:lnTo>
                    <a:pt x="651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2971418" y="2591900"/>
              <a:ext cx="543772" cy="866747"/>
            </a:xfrm>
            <a:custGeom>
              <a:avLst/>
              <a:gdLst/>
              <a:ahLst/>
              <a:cxnLst/>
              <a:rect l="l" t="t" r="r" b="b"/>
              <a:pathLst>
                <a:path w="6514" h="10383" extrusionOk="0">
                  <a:moveTo>
                    <a:pt x="6513" y="1"/>
                  </a:moveTo>
                  <a:lnTo>
                    <a:pt x="0" y="13"/>
                  </a:lnTo>
                  <a:lnTo>
                    <a:pt x="0" y="9800"/>
                  </a:lnTo>
                  <a:lnTo>
                    <a:pt x="6513" y="10383"/>
                  </a:lnTo>
                  <a:lnTo>
                    <a:pt x="6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3515103" y="2589896"/>
              <a:ext cx="543689" cy="918503"/>
            </a:xfrm>
            <a:custGeom>
              <a:avLst/>
              <a:gdLst/>
              <a:ahLst/>
              <a:cxnLst/>
              <a:rect l="l" t="t" r="r" b="b"/>
              <a:pathLst>
                <a:path w="6513" h="11003" extrusionOk="0">
                  <a:moveTo>
                    <a:pt x="6513" y="1"/>
                  </a:moveTo>
                  <a:lnTo>
                    <a:pt x="0" y="13"/>
                  </a:lnTo>
                  <a:lnTo>
                    <a:pt x="0" y="10407"/>
                  </a:lnTo>
                  <a:lnTo>
                    <a:pt x="6513" y="11002"/>
                  </a:lnTo>
                  <a:lnTo>
                    <a:pt x="6513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515103" y="2589896"/>
              <a:ext cx="543689" cy="918503"/>
            </a:xfrm>
            <a:custGeom>
              <a:avLst/>
              <a:gdLst/>
              <a:ahLst/>
              <a:cxnLst/>
              <a:rect l="l" t="t" r="r" b="b"/>
              <a:pathLst>
                <a:path w="6513" h="11003" extrusionOk="0">
                  <a:moveTo>
                    <a:pt x="6513" y="1"/>
                  </a:moveTo>
                  <a:lnTo>
                    <a:pt x="0" y="13"/>
                  </a:lnTo>
                  <a:lnTo>
                    <a:pt x="0" y="10407"/>
                  </a:lnTo>
                  <a:lnTo>
                    <a:pt x="6513" y="11002"/>
                  </a:lnTo>
                  <a:lnTo>
                    <a:pt x="6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2427732" y="2589896"/>
              <a:ext cx="1631067" cy="4090"/>
            </a:xfrm>
            <a:custGeom>
              <a:avLst/>
              <a:gdLst/>
              <a:ahLst/>
              <a:cxnLst/>
              <a:rect l="l" t="t" r="r" b="b"/>
              <a:pathLst>
                <a:path w="19539" h="49" fill="none" extrusionOk="0">
                  <a:moveTo>
                    <a:pt x="19539" y="1"/>
                  </a:moveTo>
                  <a:lnTo>
                    <a:pt x="1" y="49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2427732" y="2703258"/>
              <a:ext cx="1631067" cy="17948"/>
            </a:xfrm>
            <a:custGeom>
              <a:avLst/>
              <a:gdLst/>
              <a:ahLst/>
              <a:cxnLst/>
              <a:rect l="l" t="t" r="r" b="b"/>
              <a:pathLst>
                <a:path w="19539" h="215" fill="none" extrusionOk="0">
                  <a:moveTo>
                    <a:pt x="1" y="0"/>
                  </a:moveTo>
                  <a:lnTo>
                    <a:pt x="19539" y="215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2427732" y="2812529"/>
              <a:ext cx="1631067" cy="39902"/>
            </a:xfrm>
            <a:custGeom>
              <a:avLst/>
              <a:gdLst/>
              <a:ahLst/>
              <a:cxnLst/>
              <a:rect l="l" t="t" r="r" b="b"/>
              <a:pathLst>
                <a:path w="19539" h="478" fill="none" extrusionOk="0">
                  <a:moveTo>
                    <a:pt x="19539" y="477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2427732" y="2922886"/>
              <a:ext cx="1631067" cy="60688"/>
            </a:xfrm>
            <a:custGeom>
              <a:avLst/>
              <a:gdLst/>
              <a:ahLst/>
              <a:cxnLst/>
              <a:rect l="l" t="t" r="r" b="b"/>
              <a:pathLst>
                <a:path w="19539" h="727" fill="none" extrusionOk="0">
                  <a:moveTo>
                    <a:pt x="1" y="1"/>
                  </a:moveTo>
                  <a:lnTo>
                    <a:pt x="19539" y="727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2427732" y="3032240"/>
              <a:ext cx="1631067" cy="82559"/>
            </a:xfrm>
            <a:custGeom>
              <a:avLst/>
              <a:gdLst/>
              <a:ahLst/>
              <a:cxnLst/>
              <a:rect l="l" t="t" r="r" b="b"/>
              <a:pathLst>
                <a:path w="19539" h="989" fill="none" extrusionOk="0">
                  <a:moveTo>
                    <a:pt x="19539" y="988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2427732" y="3141512"/>
              <a:ext cx="1631067" cy="104514"/>
            </a:xfrm>
            <a:custGeom>
              <a:avLst/>
              <a:gdLst/>
              <a:ahLst/>
              <a:cxnLst/>
              <a:rect l="l" t="t" r="r" b="b"/>
              <a:pathLst>
                <a:path w="19539" h="1252" fill="none" extrusionOk="0">
                  <a:moveTo>
                    <a:pt x="1" y="1"/>
                  </a:moveTo>
                  <a:lnTo>
                    <a:pt x="19539" y="125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2427732" y="3251868"/>
              <a:ext cx="1631067" cy="125300"/>
            </a:xfrm>
            <a:custGeom>
              <a:avLst/>
              <a:gdLst/>
              <a:ahLst/>
              <a:cxnLst/>
              <a:rect l="l" t="t" r="r" b="b"/>
              <a:pathLst>
                <a:path w="19539" h="1501" fill="none" extrusionOk="0">
                  <a:moveTo>
                    <a:pt x="19539" y="1501"/>
                  </a:moveTo>
                  <a:lnTo>
                    <a:pt x="1" y="0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2427732" y="3361223"/>
              <a:ext cx="1631067" cy="147171"/>
            </a:xfrm>
            <a:custGeom>
              <a:avLst/>
              <a:gdLst/>
              <a:ahLst/>
              <a:cxnLst/>
              <a:rect l="l" t="t" r="r" b="b"/>
              <a:pathLst>
                <a:path w="19539" h="1763" fill="none" extrusionOk="0">
                  <a:moveTo>
                    <a:pt x="1" y="0"/>
                  </a:moveTo>
                  <a:lnTo>
                    <a:pt x="19539" y="1762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2562881" y="2592901"/>
              <a:ext cx="83" cy="780348"/>
            </a:xfrm>
            <a:custGeom>
              <a:avLst/>
              <a:gdLst/>
              <a:ahLst/>
              <a:cxnLst/>
              <a:rect l="l" t="t" r="r" b="b"/>
              <a:pathLst>
                <a:path w="1" h="9348" fill="none" extrusionOk="0">
                  <a:moveTo>
                    <a:pt x="1" y="9347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2427732" y="2593903"/>
              <a:ext cx="83" cy="767409"/>
            </a:xfrm>
            <a:custGeom>
              <a:avLst/>
              <a:gdLst/>
              <a:ahLst/>
              <a:cxnLst/>
              <a:rect l="l" t="t" r="r" b="b"/>
              <a:pathLst>
                <a:path w="1" h="9193" fill="none" extrusionOk="0">
                  <a:moveTo>
                    <a:pt x="1" y="1"/>
                  </a:moveTo>
                  <a:lnTo>
                    <a:pt x="1" y="9192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2835267" y="2592901"/>
              <a:ext cx="83" cy="805140"/>
            </a:xfrm>
            <a:custGeom>
              <a:avLst/>
              <a:gdLst/>
              <a:ahLst/>
              <a:cxnLst/>
              <a:rect l="l" t="t" r="r" b="b"/>
              <a:pathLst>
                <a:path w="1" h="9645" fill="none" extrusionOk="0">
                  <a:moveTo>
                    <a:pt x="0" y="9645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2699116" y="2592901"/>
              <a:ext cx="83" cy="792201"/>
            </a:xfrm>
            <a:custGeom>
              <a:avLst/>
              <a:gdLst/>
              <a:ahLst/>
              <a:cxnLst/>
              <a:rect l="l" t="t" r="r" b="b"/>
              <a:pathLst>
                <a:path w="1" h="9490" fill="none" extrusionOk="0">
                  <a:moveTo>
                    <a:pt x="0" y="1"/>
                  </a:moveTo>
                  <a:lnTo>
                    <a:pt x="0" y="9490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3106567" y="2591900"/>
              <a:ext cx="83" cy="831019"/>
            </a:xfrm>
            <a:custGeom>
              <a:avLst/>
              <a:gdLst/>
              <a:ahLst/>
              <a:cxnLst/>
              <a:rect l="l" t="t" r="r" b="b"/>
              <a:pathLst>
                <a:path w="1" h="9955" fill="none" extrusionOk="0">
                  <a:moveTo>
                    <a:pt x="1" y="9954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2971418" y="2592901"/>
              <a:ext cx="83" cy="818080"/>
            </a:xfrm>
            <a:custGeom>
              <a:avLst/>
              <a:gdLst/>
              <a:ahLst/>
              <a:cxnLst/>
              <a:rect l="l" t="t" r="r" b="b"/>
              <a:pathLst>
                <a:path w="1" h="9800" fill="none" extrusionOk="0">
                  <a:moveTo>
                    <a:pt x="0" y="1"/>
                  </a:moveTo>
                  <a:lnTo>
                    <a:pt x="0" y="9799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3378869" y="2591900"/>
              <a:ext cx="83" cy="854893"/>
            </a:xfrm>
            <a:custGeom>
              <a:avLst/>
              <a:gdLst/>
              <a:ahLst/>
              <a:cxnLst/>
              <a:rect l="l" t="t" r="r" b="b"/>
              <a:pathLst>
                <a:path w="1" h="10241" fill="none" extrusionOk="0">
                  <a:moveTo>
                    <a:pt x="1" y="10240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3242718" y="2591900"/>
              <a:ext cx="83" cy="842956"/>
            </a:xfrm>
            <a:custGeom>
              <a:avLst/>
              <a:gdLst/>
              <a:ahLst/>
              <a:cxnLst/>
              <a:rect l="l" t="t" r="r" b="b"/>
              <a:pathLst>
                <a:path w="1" h="10098" fill="none" extrusionOk="0">
                  <a:moveTo>
                    <a:pt x="1" y="1"/>
                  </a:moveTo>
                  <a:lnTo>
                    <a:pt x="1" y="10097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3651254" y="2590898"/>
              <a:ext cx="83" cy="880688"/>
            </a:xfrm>
            <a:custGeom>
              <a:avLst/>
              <a:gdLst/>
              <a:ahLst/>
              <a:cxnLst/>
              <a:rect l="l" t="t" r="r" b="b"/>
              <a:pathLst>
                <a:path w="1" h="10550" fill="none" extrusionOk="0">
                  <a:moveTo>
                    <a:pt x="0" y="10550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3515103" y="2590898"/>
              <a:ext cx="83" cy="868750"/>
            </a:xfrm>
            <a:custGeom>
              <a:avLst/>
              <a:gdLst/>
              <a:ahLst/>
              <a:cxnLst/>
              <a:rect l="l" t="t" r="r" b="b"/>
              <a:pathLst>
                <a:path w="1" h="10407" fill="none" extrusionOk="0">
                  <a:moveTo>
                    <a:pt x="0" y="1"/>
                  </a:moveTo>
                  <a:lnTo>
                    <a:pt x="0" y="10407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922555" y="2589896"/>
              <a:ext cx="83" cy="905564"/>
            </a:xfrm>
            <a:custGeom>
              <a:avLst/>
              <a:gdLst/>
              <a:ahLst/>
              <a:cxnLst/>
              <a:rect l="l" t="t" r="r" b="b"/>
              <a:pathLst>
                <a:path w="1" h="10848" fill="none" extrusionOk="0">
                  <a:moveTo>
                    <a:pt x="1" y="10848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3786404" y="2590898"/>
              <a:ext cx="83" cy="892625"/>
            </a:xfrm>
            <a:custGeom>
              <a:avLst/>
              <a:gdLst/>
              <a:ahLst/>
              <a:cxnLst/>
              <a:rect l="l" t="t" r="r" b="b"/>
              <a:pathLst>
                <a:path w="1" h="10693" fill="none" extrusionOk="0">
                  <a:moveTo>
                    <a:pt x="1" y="1"/>
                  </a:moveTo>
                  <a:lnTo>
                    <a:pt x="1" y="10693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4058706" y="2589896"/>
              <a:ext cx="83" cy="918503"/>
            </a:xfrm>
            <a:custGeom>
              <a:avLst/>
              <a:gdLst/>
              <a:ahLst/>
              <a:cxnLst/>
              <a:rect l="l" t="t" r="r" b="b"/>
              <a:pathLst>
                <a:path w="1" h="11003" fill="none" extrusionOk="0">
                  <a:moveTo>
                    <a:pt x="1" y="1"/>
                  </a:moveTo>
                  <a:lnTo>
                    <a:pt x="1" y="11002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2427732" y="2589896"/>
              <a:ext cx="1631067" cy="918503"/>
            </a:xfrm>
            <a:custGeom>
              <a:avLst/>
              <a:gdLst/>
              <a:ahLst/>
              <a:cxnLst/>
              <a:rect l="l" t="t" r="r" b="b"/>
              <a:pathLst>
                <a:path w="19539" h="11003" fill="none" extrusionOk="0">
                  <a:moveTo>
                    <a:pt x="1" y="49"/>
                  </a:moveTo>
                  <a:lnTo>
                    <a:pt x="1" y="9240"/>
                  </a:lnTo>
                  <a:lnTo>
                    <a:pt x="19539" y="11002"/>
                  </a:lnTo>
                  <a:lnTo>
                    <a:pt x="19539" y="1"/>
                  </a:lnTo>
                  <a:lnTo>
                    <a:pt x="1" y="49"/>
                  </a:ln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454612" y="3140510"/>
              <a:ext cx="40820" cy="223720"/>
            </a:xfrm>
            <a:custGeom>
              <a:avLst/>
              <a:gdLst/>
              <a:ahLst/>
              <a:cxnLst/>
              <a:rect l="l" t="t" r="r" b="b"/>
              <a:pathLst>
                <a:path w="489" h="2680" extrusionOk="0">
                  <a:moveTo>
                    <a:pt x="0" y="1"/>
                  </a:moveTo>
                  <a:lnTo>
                    <a:pt x="0" y="2632"/>
                  </a:lnTo>
                  <a:lnTo>
                    <a:pt x="488" y="2680"/>
                  </a:lnTo>
                  <a:lnTo>
                    <a:pt x="488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2495348" y="3032240"/>
              <a:ext cx="40820" cy="334995"/>
            </a:xfrm>
            <a:custGeom>
              <a:avLst/>
              <a:gdLst/>
              <a:ahLst/>
              <a:cxnLst/>
              <a:rect l="l" t="t" r="r" b="b"/>
              <a:pathLst>
                <a:path w="489" h="4013" extrusionOk="0">
                  <a:moveTo>
                    <a:pt x="0" y="0"/>
                  </a:moveTo>
                  <a:lnTo>
                    <a:pt x="0" y="3977"/>
                  </a:lnTo>
                  <a:lnTo>
                    <a:pt x="488" y="4013"/>
                  </a:lnTo>
                  <a:lnTo>
                    <a:pt x="488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2590763" y="2981486"/>
              <a:ext cx="40820" cy="394682"/>
            </a:xfrm>
            <a:custGeom>
              <a:avLst/>
              <a:gdLst/>
              <a:ahLst/>
              <a:cxnLst/>
              <a:rect l="l" t="t" r="r" b="b"/>
              <a:pathLst>
                <a:path w="489" h="4728" extrusionOk="0">
                  <a:moveTo>
                    <a:pt x="0" y="1"/>
                  </a:moveTo>
                  <a:lnTo>
                    <a:pt x="0" y="4680"/>
                  </a:lnTo>
                  <a:lnTo>
                    <a:pt x="488" y="4728"/>
                  </a:lnTo>
                  <a:lnTo>
                    <a:pt x="488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630498" y="2926892"/>
              <a:ext cx="41822" cy="453283"/>
            </a:xfrm>
            <a:custGeom>
              <a:avLst/>
              <a:gdLst/>
              <a:ahLst/>
              <a:cxnLst/>
              <a:rect l="l" t="t" r="r" b="b"/>
              <a:pathLst>
                <a:path w="501" h="5430" extrusionOk="0">
                  <a:moveTo>
                    <a:pt x="1" y="0"/>
                  </a:moveTo>
                  <a:lnTo>
                    <a:pt x="1" y="5382"/>
                  </a:lnTo>
                  <a:lnTo>
                    <a:pt x="501" y="5429"/>
                  </a:lnTo>
                  <a:lnTo>
                    <a:pt x="501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2725912" y="3044178"/>
              <a:ext cx="40820" cy="343927"/>
            </a:xfrm>
            <a:custGeom>
              <a:avLst/>
              <a:gdLst/>
              <a:ahLst/>
              <a:cxnLst/>
              <a:rect l="l" t="t" r="r" b="b"/>
              <a:pathLst>
                <a:path w="489" h="4120" extrusionOk="0">
                  <a:moveTo>
                    <a:pt x="1" y="0"/>
                  </a:moveTo>
                  <a:lnTo>
                    <a:pt x="1" y="4084"/>
                  </a:lnTo>
                  <a:lnTo>
                    <a:pt x="489" y="4120"/>
                  </a:lnTo>
                  <a:lnTo>
                    <a:pt x="489" y="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2766649" y="2988498"/>
              <a:ext cx="40820" cy="403614"/>
            </a:xfrm>
            <a:custGeom>
              <a:avLst/>
              <a:gdLst/>
              <a:ahLst/>
              <a:cxnLst/>
              <a:rect l="l" t="t" r="r" b="b"/>
              <a:pathLst>
                <a:path w="489" h="4835" extrusionOk="0">
                  <a:moveTo>
                    <a:pt x="1" y="0"/>
                  </a:moveTo>
                  <a:lnTo>
                    <a:pt x="1" y="4799"/>
                  </a:lnTo>
                  <a:lnTo>
                    <a:pt x="489" y="4834"/>
                  </a:lnTo>
                  <a:lnTo>
                    <a:pt x="489" y="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2862063" y="3166388"/>
              <a:ext cx="40820" cy="234655"/>
            </a:xfrm>
            <a:custGeom>
              <a:avLst/>
              <a:gdLst/>
              <a:ahLst/>
              <a:cxnLst/>
              <a:rect l="l" t="t" r="r" b="b"/>
              <a:pathLst>
                <a:path w="489" h="2811" extrusionOk="0">
                  <a:moveTo>
                    <a:pt x="1" y="1"/>
                  </a:moveTo>
                  <a:lnTo>
                    <a:pt x="1" y="2763"/>
                  </a:lnTo>
                  <a:lnTo>
                    <a:pt x="489" y="2810"/>
                  </a:lnTo>
                  <a:lnTo>
                    <a:pt x="489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2902800" y="3122646"/>
              <a:ext cx="40820" cy="281403"/>
            </a:xfrm>
            <a:custGeom>
              <a:avLst/>
              <a:gdLst/>
              <a:ahLst/>
              <a:cxnLst/>
              <a:rect l="l" t="t" r="r" b="b"/>
              <a:pathLst>
                <a:path w="489" h="3371" extrusionOk="0">
                  <a:moveTo>
                    <a:pt x="1" y="1"/>
                  </a:moveTo>
                  <a:lnTo>
                    <a:pt x="1" y="3334"/>
                  </a:lnTo>
                  <a:lnTo>
                    <a:pt x="489" y="3370"/>
                  </a:lnTo>
                  <a:lnTo>
                    <a:pt x="489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6453C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2998214" y="3013291"/>
              <a:ext cx="40820" cy="399690"/>
            </a:xfrm>
            <a:custGeom>
              <a:avLst/>
              <a:gdLst/>
              <a:ahLst/>
              <a:cxnLst/>
              <a:rect l="l" t="t" r="r" b="b"/>
              <a:pathLst>
                <a:path w="489" h="4788" extrusionOk="0">
                  <a:moveTo>
                    <a:pt x="1" y="1"/>
                  </a:moveTo>
                  <a:lnTo>
                    <a:pt x="1" y="4740"/>
                  </a:lnTo>
                  <a:lnTo>
                    <a:pt x="489" y="4787"/>
                  </a:lnTo>
                  <a:lnTo>
                    <a:pt x="489" y="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3039034" y="3089839"/>
              <a:ext cx="40820" cy="327065"/>
            </a:xfrm>
            <a:custGeom>
              <a:avLst/>
              <a:gdLst/>
              <a:ahLst/>
              <a:cxnLst/>
              <a:rect l="l" t="t" r="r" b="b"/>
              <a:pathLst>
                <a:path w="489" h="3918" extrusionOk="0">
                  <a:moveTo>
                    <a:pt x="0" y="1"/>
                  </a:moveTo>
                  <a:lnTo>
                    <a:pt x="0" y="3870"/>
                  </a:lnTo>
                  <a:lnTo>
                    <a:pt x="488" y="3918"/>
                  </a:lnTo>
                  <a:lnTo>
                    <a:pt x="488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3134448" y="3077902"/>
              <a:ext cx="40820" cy="347016"/>
            </a:xfrm>
            <a:custGeom>
              <a:avLst/>
              <a:gdLst/>
              <a:ahLst/>
              <a:cxnLst/>
              <a:rect l="l" t="t" r="r" b="b"/>
              <a:pathLst>
                <a:path w="489" h="4157" extrusionOk="0">
                  <a:moveTo>
                    <a:pt x="0" y="1"/>
                  </a:moveTo>
                  <a:lnTo>
                    <a:pt x="0" y="4109"/>
                  </a:lnTo>
                  <a:lnTo>
                    <a:pt x="488" y="4156"/>
                  </a:lnTo>
                  <a:lnTo>
                    <a:pt x="488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3175185" y="3021305"/>
              <a:ext cx="40820" cy="407537"/>
            </a:xfrm>
            <a:custGeom>
              <a:avLst/>
              <a:gdLst/>
              <a:ahLst/>
              <a:cxnLst/>
              <a:rect l="l" t="t" r="r" b="b"/>
              <a:pathLst>
                <a:path w="489" h="4882" extrusionOk="0">
                  <a:moveTo>
                    <a:pt x="0" y="0"/>
                  </a:moveTo>
                  <a:lnTo>
                    <a:pt x="0" y="4834"/>
                  </a:lnTo>
                  <a:lnTo>
                    <a:pt x="488" y="4882"/>
                  </a:lnTo>
                  <a:lnTo>
                    <a:pt x="488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3270599" y="3004359"/>
              <a:ext cx="40820" cy="432497"/>
            </a:xfrm>
            <a:custGeom>
              <a:avLst/>
              <a:gdLst/>
              <a:ahLst/>
              <a:cxnLst/>
              <a:rect l="l" t="t" r="r" b="b"/>
              <a:pathLst>
                <a:path w="489" h="5181" extrusionOk="0">
                  <a:moveTo>
                    <a:pt x="0" y="1"/>
                  </a:moveTo>
                  <a:lnTo>
                    <a:pt x="0" y="5144"/>
                  </a:lnTo>
                  <a:lnTo>
                    <a:pt x="488" y="5180"/>
                  </a:lnTo>
                  <a:lnTo>
                    <a:pt x="488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3311336" y="3038167"/>
              <a:ext cx="40820" cy="402612"/>
            </a:xfrm>
            <a:custGeom>
              <a:avLst/>
              <a:gdLst/>
              <a:ahLst/>
              <a:cxnLst/>
              <a:rect l="l" t="t" r="r" b="b"/>
              <a:pathLst>
                <a:path w="489" h="4823" extrusionOk="0">
                  <a:moveTo>
                    <a:pt x="0" y="1"/>
                  </a:moveTo>
                  <a:lnTo>
                    <a:pt x="0" y="4775"/>
                  </a:lnTo>
                  <a:lnTo>
                    <a:pt x="488" y="4823"/>
                  </a:lnTo>
                  <a:lnTo>
                    <a:pt x="488" y="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3405748" y="2916959"/>
              <a:ext cx="40820" cy="532753"/>
            </a:xfrm>
            <a:custGeom>
              <a:avLst/>
              <a:gdLst/>
              <a:ahLst/>
              <a:cxnLst/>
              <a:rect l="l" t="t" r="r" b="b"/>
              <a:pathLst>
                <a:path w="489" h="6382" extrusionOk="0">
                  <a:moveTo>
                    <a:pt x="0" y="0"/>
                  </a:moveTo>
                  <a:lnTo>
                    <a:pt x="0" y="6334"/>
                  </a:lnTo>
                  <a:lnTo>
                    <a:pt x="489" y="6382"/>
                  </a:lnTo>
                  <a:lnTo>
                    <a:pt x="489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3446485" y="2855269"/>
              <a:ext cx="41822" cy="597448"/>
            </a:xfrm>
            <a:custGeom>
              <a:avLst/>
              <a:gdLst/>
              <a:ahLst/>
              <a:cxnLst/>
              <a:rect l="l" t="t" r="r" b="b"/>
              <a:pathLst>
                <a:path w="501" h="7157" extrusionOk="0">
                  <a:moveTo>
                    <a:pt x="1" y="1"/>
                  </a:moveTo>
                  <a:lnTo>
                    <a:pt x="1" y="7121"/>
                  </a:lnTo>
                  <a:lnTo>
                    <a:pt x="501" y="7157"/>
                  </a:lnTo>
                  <a:lnTo>
                    <a:pt x="501" y="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3542901" y="2960617"/>
              <a:ext cx="40820" cy="501032"/>
            </a:xfrm>
            <a:custGeom>
              <a:avLst/>
              <a:gdLst/>
              <a:ahLst/>
              <a:cxnLst/>
              <a:rect l="l" t="t" r="r" b="b"/>
              <a:pathLst>
                <a:path w="489" h="6002" extrusionOk="0">
                  <a:moveTo>
                    <a:pt x="0" y="1"/>
                  </a:moveTo>
                  <a:lnTo>
                    <a:pt x="0" y="5954"/>
                  </a:lnTo>
                  <a:lnTo>
                    <a:pt x="489" y="6002"/>
                  </a:lnTo>
                  <a:lnTo>
                    <a:pt x="489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3583638" y="2931818"/>
              <a:ext cx="39819" cy="533839"/>
            </a:xfrm>
            <a:custGeom>
              <a:avLst/>
              <a:gdLst/>
              <a:ahLst/>
              <a:cxnLst/>
              <a:rect l="l" t="t" r="r" b="b"/>
              <a:pathLst>
                <a:path w="477" h="6395" extrusionOk="0">
                  <a:moveTo>
                    <a:pt x="1" y="1"/>
                  </a:moveTo>
                  <a:lnTo>
                    <a:pt x="1" y="6347"/>
                  </a:lnTo>
                  <a:lnTo>
                    <a:pt x="477" y="6394"/>
                  </a:lnTo>
                  <a:lnTo>
                    <a:pt x="477" y="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3678050" y="2898009"/>
              <a:ext cx="40820" cy="575577"/>
            </a:xfrm>
            <a:custGeom>
              <a:avLst/>
              <a:gdLst/>
              <a:ahLst/>
              <a:cxnLst/>
              <a:rect l="l" t="t" r="r" b="b"/>
              <a:pathLst>
                <a:path w="489" h="6895" extrusionOk="0">
                  <a:moveTo>
                    <a:pt x="1" y="1"/>
                  </a:moveTo>
                  <a:lnTo>
                    <a:pt x="1" y="6859"/>
                  </a:lnTo>
                  <a:lnTo>
                    <a:pt x="489" y="6895"/>
                  </a:lnTo>
                  <a:lnTo>
                    <a:pt x="489" y="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3718787" y="2910948"/>
              <a:ext cx="40904" cy="566645"/>
            </a:xfrm>
            <a:custGeom>
              <a:avLst/>
              <a:gdLst/>
              <a:ahLst/>
              <a:cxnLst/>
              <a:rect l="l" t="t" r="r" b="b"/>
              <a:pathLst>
                <a:path w="490" h="6788" extrusionOk="0">
                  <a:moveTo>
                    <a:pt x="1" y="1"/>
                  </a:moveTo>
                  <a:lnTo>
                    <a:pt x="1" y="6740"/>
                  </a:lnTo>
                  <a:lnTo>
                    <a:pt x="489" y="6787"/>
                  </a:lnTo>
                  <a:lnTo>
                    <a:pt x="489" y="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4"/>
            <p:cNvSpPr/>
            <p:nvPr/>
          </p:nvSpPr>
          <p:spPr>
            <a:xfrm>
              <a:off x="3814201" y="2818539"/>
              <a:ext cx="40904" cy="666985"/>
            </a:xfrm>
            <a:custGeom>
              <a:avLst/>
              <a:gdLst/>
              <a:ahLst/>
              <a:cxnLst/>
              <a:rect l="l" t="t" r="r" b="b"/>
              <a:pathLst>
                <a:path w="490" h="7990" extrusionOk="0">
                  <a:moveTo>
                    <a:pt x="1" y="0"/>
                  </a:moveTo>
                  <a:lnTo>
                    <a:pt x="1" y="7954"/>
                  </a:lnTo>
                  <a:lnTo>
                    <a:pt x="489" y="7989"/>
                  </a:lnTo>
                  <a:lnTo>
                    <a:pt x="489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4"/>
            <p:cNvSpPr/>
            <p:nvPr/>
          </p:nvSpPr>
          <p:spPr>
            <a:xfrm>
              <a:off x="3855022" y="2782728"/>
              <a:ext cx="40820" cy="706804"/>
            </a:xfrm>
            <a:custGeom>
              <a:avLst/>
              <a:gdLst/>
              <a:ahLst/>
              <a:cxnLst/>
              <a:rect l="l" t="t" r="r" b="b"/>
              <a:pathLst>
                <a:path w="489" h="8467" extrusionOk="0">
                  <a:moveTo>
                    <a:pt x="0" y="1"/>
                  </a:moveTo>
                  <a:lnTo>
                    <a:pt x="0" y="8418"/>
                  </a:lnTo>
                  <a:lnTo>
                    <a:pt x="488" y="8466"/>
                  </a:lnTo>
                  <a:lnTo>
                    <a:pt x="488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3949434" y="2716197"/>
              <a:ext cx="41822" cy="782268"/>
            </a:xfrm>
            <a:custGeom>
              <a:avLst/>
              <a:gdLst/>
              <a:ahLst/>
              <a:cxnLst/>
              <a:rect l="l" t="t" r="r" b="b"/>
              <a:pathLst>
                <a:path w="501" h="9371" extrusionOk="0">
                  <a:moveTo>
                    <a:pt x="0" y="0"/>
                  </a:moveTo>
                  <a:lnTo>
                    <a:pt x="0" y="9323"/>
                  </a:lnTo>
                  <a:lnTo>
                    <a:pt x="500" y="9370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4"/>
            <p:cNvSpPr/>
            <p:nvPr/>
          </p:nvSpPr>
          <p:spPr>
            <a:xfrm>
              <a:off x="3991173" y="2683390"/>
              <a:ext cx="40820" cy="817996"/>
            </a:xfrm>
            <a:custGeom>
              <a:avLst/>
              <a:gdLst/>
              <a:ahLst/>
              <a:cxnLst/>
              <a:rect l="l" t="t" r="r" b="b"/>
              <a:pathLst>
                <a:path w="489" h="9799" extrusionOk="0">
                  <a:moveTo>
                    <a:pt x="0" y="0"/>
                  </a:moveTo>
                  <a:lnTo>
                    <a:pt x="0" y="9763"/>
                  </a:lnTo>
                  <a:lnTo>
                    <a:pt x="488" y="9799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4"/>
            <p:cNvSpPr/>
            <p:nvPr/>
          </p:nvSpPr>
          <p:spPr>
            <a:xfrm>
              <a:off x="2838188" y="2878893"/>
              <a:ext cx="170044" cy="125634"/>
            </a:xfrm>
            <a:custGeom>
              <a:avLst/>
              <a:gdLst/>
              <a:ahLst/>
              <a:cxnLst/>
              <a:rect l="l" t="t" r="r" b="b"/>
              <a:pathLst>
                <a:path w="2037" h="1505" extrusionOk="0">
                  <a:moveTo>
                    <a:pt x="271" y="1"/>
                  </a:moveTo>
                  <a:cubicBezTo>
                    <a:pt x="132" y="1"/>
                    <a:pt x="12" y="112"/>
                    <a:pt x="1" y="254"/>
                  </a:cubicBezTo>
                  <a:lnTo>
                    <a:pt x="1" y="1159"/>
                  </a:lnTo>
                  <a:cubicBezTo>
                    <a:pt x="13" y="1313"/>
                    <a:pt x="156" y="1444"/>
                    <a:pt x="311" y="1444"/>
                  </a:cubicBezTo>
                  <a:lnTo>
                    <a:pt x="1727" y="1504"/>
                  </a:lnTo>
                  <a:lnTo>
                    <a:pt x="1739" y="1504"/>
                  </a:lnTo>
                  <a:cubicBezTo>
                    <a:pt x="1746" y="1504"/>
                    <a:pt x="1754" y="1505"/>
                    <a:pt x="1761" y="1505"/>
                  </a:cubicBezTo>
                  <a:cubicBezTo>
                    <a:pt x="1906" y="1505"/>
                    <a:pt x="2026" y="1390"/>
                    <a:pt x="2037" y="1242"/>
                  </a:cubicBezTo>
                  <a:lnTo>
                    <a:pt x="2037" y="325"/>
                  </a:lnTo>
                  <a:cubicBezTo>
                    <a:pt x="2025" y="158"/>
                    <a:pt x="1894" y="39"/>
                    <a:pt x="1727" y="39"/>
                  </a:cubicBezTo>
                  <a:lnTo>
                    <a:pt x="311" y="4"/>
                  </a:lnTo>
                  <a:cubicBezTo>
                    <a:pt x="297" y="2"/>
                    <a:pt x="284" y="1"/>
                    <a:pt x="271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4"/>
            <p:cNvSpPr/>
            <p:nvPr/>
          </p:nvSpPr>
          <p:spPr>
            <a:xfrm>
              <a:off x="2858139" y="2898009"/>
              <a:ext cx="38817" cy="79638"/>
            </a:xfrm>
            <a:custGeom>
              <a:avLst/>
              <a:gdLst/>
              <a:ahLst/>
              <a:cxnLst/>
              <a:rect l="l" t="t" r="r" b="b"/>
              <a:pathLst>
                <a:path w="465" h="954" extrusionOk="0">
                  <a:moveTo>
                    <a:pt x="167" y="1"/>
                  </a:moveTo>
                  <a:lnTo>
                    <a:pt x="167" y="72"/>
                  </a:lnTo>
                  <a:cubicBezTo>
                    <a:pt x="72" y="72"/>
                    <a:pt x="0" y="156"/>
                    <a:pt x="12" y="251"/>
                  </a:cubicBezTo>
                  <a:cubicBezTo>
                    <a:pt x="12" y="346"/>
                    <a:pt x="48" y="418"/>
                    <a:pt x="179" y="501"/>
                  </a:cubicBezTo>
                  <a:cubicBezTo>
                    <a:pt x="274" y="572"/>
                    <a:pt x="310" y="632"/>
                    <a:pt x="310" y="680"/>
                  </a:cubicBezTo>
                  <a:cubicBezTo>
                    <a:pt x="310" y="727"/>
                    <a:pt x="274" y="751"/>
                    <a:pt x="226" y="751"/>
                  </a:cubicBezTo>
                  <a:cubicBezTo>
                    <a:pt x="179" y="751"/>
                    <a:pt x="155" y="727"/>
                    <a:pt x="155" y="668"/>
                  </a:cubicBezTo>
                  <a:lnTo>
                    <a:pt x="155" y="608"/>
                  </a:lnTo>
                  <a:lnTo>
                    <a:pt x="0" y="608"/>
                  </a:lnTo>
                  <a:lnTo>
                    <a:pt x="0" y="668"/>
                  </a:lnTo>
                  <a:cubicBezTo>
                    <a:pt x="0" y="763"/>
                    <a:pt x="72" y="846"/>
                    <a:pt x="167" y="870"/>
                  </a:cubicBezTo>
                  <a:lnTo>
                    <a:pt x="167" y="953"/>
                  </a:lnTo>
                  <a:lnTo>
                    <a:pt x="298" y="953"/>
                  </a:lnTo>
                  <a:lnTo>
                    <a:pt x="298" y="870"/>
                  </a:lnTo>
                  <a:cubicBezTo>
                    <a:pt x="393" y="870"/>
                    <a:pt x="464" y="775"/>
                    <a:pt x="464" y="680"/>
                  </a:cubicBezTo>
                  <a:cubicBezTo>
                    <a:pt x="464" y="584"/>
                    <a:pt x="417" y="525"/>
                    <a:pt x="298" y="429"/>
                  </a:cubicBezTo>
                  <a:cubicBezTo>
                    <a:pt x="191" y="358"/>
                    <a:pt x="167" y="310"/>
                    <a:pt x="167" y="263"/>
                  </a:cubicBezTo>
                  <a:cubicBezTo>
                    <a:pt x="167" y="215"/>
                    <a:pt x="191" y="191"/>
                    <a:pt x="238" y="191"/>
                  </a:cubicBezTo>
                  <a:lnTo>
                    <a:pt x="250" y="191"/>
                  </a:lnTo>
                  <a:cubicBezTo>
                    <a:pt x="298" y="191"/>
                    <a:pt x="322" y="227"/>
                    <a:pt x="310" y="263"/>
                  </a:cubicBezTo>
                  <a:lnTo>
                    <a:pt x="310" y="299"/>
                  </a:lnTo>
                  <a:lnTo>
                    <a:pt x="464" y="299"/>
                  </a:lnTo>
                  <a:lnTo>
                    <a:pt x="464" y="275"/>
                  </a:lnTo>
                  <a:cubicBezTo>
                    <a:pt x="464" y="168"/>
                    <a:pt x="393" y="84"/>
                    <a:pt x="298" y="72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2919745" y="2900013"/>
              <a:ext cx="69620" cy="83561"/>
            </a:xfrm>
            <a:custGeom>
              <a:avLst/>
              <a:gdLst/>
              <a:ahLst/>
              <a:cxnLst/>
              <a:rect l="l" t="t" r="r" b="b"/>
              <a:pathLst>
                <a:path w="834" h="1001" extrusionOk="0">
                  <a:moveTo>
                    <a:pt x="238" y="1"/>
                  </a:moveTo>
                  <a:lnTo>
                    <a:pt x="238" y="548"/>
                  </a:lnTo>
                  <a:lnTo>
                    <a:pt x="0" y="536"/>
                  </a:lnTo>
                  <a:lnTo>
                    <a:pt x="0" y="536"/>
                  </a:lnTo>
                  <a:cubicBezTo>
                    <a:pt x="167" y="727"/>
                    <a:pt x="250" y="822"/>
                    <a:pt x="417" y="1001"/>
                  </a:cubicBezTo>
                  <a:lnTo>
                    <a:pt x="834" y="560"/>
                  </a:lnTo>
                  <a:lnTo>
                    <a:pt x="584" y="560"/>
                  </a:lnTo>
                  <a:lnTo>
                    <a:pt x="584" y="1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999999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3592570" y="2694242"/>
              <a:ext cx="171045" cy="133314"/>
            </a:xfrm>
            <a:custGeom>
              <a:avLst/>
              <a:gdLst/>
              <a:ahLst/>
              <a:cxnLst/>
              <a:rect l="l" t="t" r="r" b="b"/>
              <a:pathLst>
                <a:path w="2049" h="1597" extrusionOk="0">
                  <a:moveTo>
                    <a:pt x="291" y="0"/>
                  </a:moveTo>
                  <a:cubicBezTo>
                    <a:pt x="144" y="0"/>
                    <a:pt x="12" y="127"/>
                    <a:pt x="1" y="287"/>
                  </a:cubicBezTo>
                  <a:lnTo>
                    <a:pt x="1" y="1263"/>
                  </a:lnTo>
                  <a:cubicBezTo>
                    <a:pt x="13" y="1430"/>
                    <a:pt x="144" y="1561"/>
                    <a:pt x="310" y="1561"/>
                  </a:cubicBezTo>
                  <a:lnTo>
                    <a:pt x="1739" y="1597"/>
                  </a:lnTo>
                  <a:cubicBezTo>
                    <a:pt x="1906" y="1597"/>
                    <a:pt x="2037" y="1466"/>
                    <a:pt x="2049" y="1299"/>
                  </a:cubicBezTo>
                  <a:lnTo>
                    <a:pt x="2049" y="299"/>
                  </a:lnTo>
                  <a:cubicBezTo>
                    <a:pt x="2037" y="144"/>
                    <a:pt x="1906" y="13"/>
                    <a:pt x="1739" y="13"/>
                  </a:cubicBezTo>
                  <a:lnTo>
                    <a:pt x="310" y="1"/>
                  </a:lnTo>
                  <a:cubicBezTo>
                    <a:pt x="304" y="1"/>
                    <a:pt x="297" y="0"/>
                    <a:pt x="291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3612437" y="2714193"/>
              <a:ext cx="39902" cy="85564"/>
            </a:xfrm>
            <a:custGeom>
              <a:avLst/>
              <a:gdLst/>
              <a:ahLst/>
              <a:cxnLst/>
              <a:rect l="l" t="t" r="r" b="b"/>
              <a:pathLst>
                <a:path w="478" h="1025" extrusionOk="0">
                  <a:moveTo>
                    <a:pt x="168" y="0"/>
                  </a:moveTo>
                  <a:lnTo>
                    <a:pt x="168" y="84"/>
                  </a:lnTo>
                  <a:cubicBezTo>
                    <a:pt x="72" y="95"/>
                    <a:pt x="1" y="191"/>
                    <a:pt x="13" y="286"/>
                  </a:cubicBezTo>
                  <a:cubicBezTo>
                    <a:pt x="13" y="381"/>
                    <a:pt x="60" y="453"/>
                    <a:pt x="180" y="548"/>
                  </a:cubicBezTo>
                  <a:cubicBezTo>
                    <a:pt x="287" y="631"/>
                    <a:pt x="310" y="679"/>
                    <a:pt x="310" y="738"/>
                  </a:cubicBezTo>
                  <a:lnTo>
                    <a:pt x="310" y="762"/>
                  </a:lnTo>
                  <a:cubicBezTo>
                    <a:pt x="310" y="798"/>
                    <a:pt x="275" y="822"/>
                    <a:pt x="227" y="822"/>
                  </a:cubicBezTo>
                  <a:lnTo>
                    <a:pt x="215" y="822"/>
                  </a:lnTo>
                  <a:cubicBezTo>
                    <a:pt x="180" y="810"/>
                    <a:pt x="144" y="774"/>
                    <a:pt x="156" y="738"/>
                  </a:cubicBezTo>
                  <a:lnTo>
                    <a:pt x="156" y="667"/>
                  </a:lnTo>
                  <a:lnTo>
                    <a:pt x="13" y="667"/>
                  </a:lnTo>
                  <a:lnTo>
                    <a:pt x="13" y="726"/>
                  </a:lnTo>
                  <a:cubicBezTo>
                    <a:pt x="1" y="834"/>
                    <a:pt x="72" y="929"/>
                    <a:pt x="168" y="941"/>
                  </a:cubicBezTo>
                  <a:lnTo>
                    <a:pt x="168" y="1024"/>
                  </a:lnTo>
                  <a:lnTo>
                    <a:pt x="299" y="1024"/>
                  </a:lnTo>
                  <a:lnTo>
                    <a:pt x="299" y="941"/>
                  </a:lnTo>
                  <a:cubicBezTo>
                    <a:pt x="406" y="929"/>
                    <a:pt x="477" y="834"/>
                    <a:pt x="465" y="726"/>
                  </a:cubicBezTo>
                  <a:cubicBezTo>
                    <a:pt x="465" y="631"/>
                    <a:pt x="418" y="560"/>
                    <a:pt x="299" y="465"/>
                  </a:cubicBezTo>
                  <a:cubicBezTo>
                    <a:pt x="191" y="381"/>
                    <a:pt x="168" y="345"/>
                    <a:pt x="168" y="286"/>
                  </a:cubicBezTo>
                  <a:lnTo>
                    <a:pt x="168" y="262"/>
                  </a:lnTo>
                  <a:cubicBezTo>
                    <a:pt x="168" y="226"/>
                    <a:pt x="203" y="203"/>
                    <a:pt x="239" y="203"/>
                  </a:cubicBezTo>
                  <a:lnTo>
                    <a:pt x="263" y="203"/>
                  </a:lnTo>
                  <a:cubicBezTo>
                    <a:pt x="299" y="215"/>
                    <a:pt x="322" y="250"/>
                    <a:pt x="322" y="286"/>
                  </a:cubicBezTo>
                  <a:lnTo>
                    <a:pt x="322" y="322"/>
                  </a:lnTo>
                  <a:lnTo>
                    <a:pt x="465" y="322"/>
                  </a:lnTo>
                  <a:lnTo>
                    <a:pt x="465" y="298"/>
                  </a:lnTo>
                  <a:cubicBezTo>
                    <a:pt x="477" y="191"/>
                    <a:pt x="406" y="95"/>
                    <a:pt x="299" y="84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3674127" y="2715195"/>
              <a:ext cx="68619" cy="91491"/>
            </a:xfrm>
            <a:custGeom>
              <a:avLst/>
              <a:gdLst/>
              <a:ahLst/>
              <a:cxnLst/>
              <a:rect l="l" t="t" r="r" b="b"/>
              <a:pathLst>
                <a:path w="822" h="1096" extrusionOk="0">
                  <a:moveTo>
                    <a:pt x="405" y="0"/>
                  </a:moveTo>
                  <a:lnTo>
                    <a:pt x="0" y="488"/>
                  </a:lnTo>
                  <a:lnTo>
                    <a:pt x="250" y="488"/>
                  </a:lnTo>
                  <a:lnTo>
                    <a:pt x="250" y="1084"/>
                  </a:lnTo>
                  <a:lnTo>
                    <a:pt x="584" y="1095"/>
                  </a:lnTo>
                  <a:lnTo>
                    <a:pt x="584" y="500"/>
                  </a:lnTo>
                  <a:lnTo>
                    <a:pt x="822" y="500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999999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3224854" y="1470220"/>
              <a:ext cx="510966" cy="688606"/>
            </a:xfrm>
            <a:custGeom>
              <a:avLst/>
              <a:gdLst/>
              <a:ahLst/>
              <a:cxnLst/>
              <a:rect l="l" t="t" r="r" b="b"/>
              <a:pathLst>
                <a:path w="6121" h="8249" extrusionOk="0">
                  <a:moveTo>
                    <a:pt x="1925" y="1"/>
                  </a:moveTo>
                  <a:cubicBezTo>
                    <a:pt x="1725" y="1"/>
                    <a:pt x="1524" y="15"/>
                    <a:pt x="1322" y="43"/>
                  </a:cubicBezTo>
                  <a:lnTo>
                    <a:pt x="1322" y="4151"/>
                  </a:lnTo>
                  <a:cubicBezTo>
                    <a:pt x="893" y="5484"/>
                    <a:pt x="441" y="6806"/>
                    <a:pt x="0" y="8128"/>
                  </a:cubicBezTo>
                  <a:cubicBezTo>
                    <a:pt x="387" y="8211"/>
                    <a:pt x="773" y="8249"/>
                    <a:pt x="1159" y="8249"/>
                  </a:cubicBezTo>
                  <a:cubicBezTo>
                    <a:pt x="1214" y="8249"/>
                    <a:pt x="1268" y="8248"/>
                    <a:pt x="1322" y="8247"/>
                  </a:cubicBezTo>
                  <a:cubicBezTo>
                    <a:pt x="3834" y="8187"/>
                    <a:pt x="6108" y="6306"/>
                    <a:pt x="6120" y="3841"/>
                  </a:cubicBezTo>
                  <a:cubicBezTo>
                    <a:pt x="6120" y="1691"/>
                    <a:pt x="4128" y="1"/>
                    <a:pt x="1925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2932684" y="1473810"/>
              <a:ext cx="402612" cy="674916"/>
            </a:xfrm>
            <a:custGeom>
              <a:avLst/>
              <a:gdLst/>
              <a:ahLst/>
              <a:cxnLst/>
              <a:rect l="l" t="t" r="r" b="b"/>
              <a:pathLst>
                <a:path w="4823" h="8085" extrusionOk="0">
                  <a:moveTo>
                    <a:pt x="4822" y="0"/>
                  </a:moveTo>
                  <a:cubicBezTo>
                    <a:pt x="2488" y="238"/>
                    <a:pt x="0" y="2072"/>
                    <a:pt x="36" y="4406"/>
                  </a:cubicBezTo>
                  <a:cubicBezTo>
                    <a:pt x="71" y="6168"/>
                    <a:pt x="1631" y="7763"/>
                    <a:pt x="3500" y="8085"/>
                  </a:cubicBezTo>
                  <a:cubicBezTo>
                    <a:pt x="3941" y="6763"/>
                    <a:pt x="4393" y="5429"/>
                    <a:pt x="4822" y="4108"/>
                  </a:cubicBezTo>
                  <a:lnTo>
                    <a:pt x="4822" y="0"/>
                  </a:lnTo>
                  <a:close/>
                </a:path>
              </a:pathLst>
            </a:custGeom>
            <a:solidFill>
              <a:srgbClr val="999999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3138372" y="1655706"/>
              <a:ext cx="52758" cy="60688"/>
            </a:xfrm>
            <a:custGeom>
              <a:avLst/>
              <a:gdLst/>
              <a:ahLst/>
              <a:cxnLst/>
              <a:rect l="l" t="t" r="r" b="b"/>
              <a:pathLst>
                <a:path w="632" h="727" fill="none" extrusionOk="0">
                  <a:moveTo>
                    <a:pt x="632" y="250"/>
                  </a:moveTo>
                  <a:cubicBezTo>
                    <a:pt x="620" y="107"/>
                    <a:pt x="489" y="0"/>
                    <a:pt x="346" y="12"/>
                  </a:cubicBezTo>
                  <a:cubicBezTo>
                    <a:pt x="334" y="12"/>
                    <a:pt x="322" y="12"/>
                    <a:pt x="310" y="12"/>
                  </a:cubicBezTo>
                  <a:cubicBezTo>
                    <a:pt x="155" y="12"/>
                    <a:pt x="13" y="143"/>
                    <a:pt x="1" y="298"/>
                  </a:cubicBezTo>
                  <a:lnTo>
                    <a:pt x="1" y="464"/>
                  </a:lnTo>
                  <a:cubicBezTo>
                    <a:pt x="13" y="607"/>
                    <a:pt x="144" y="726"/>
                    <a:pt x="286" y="703"/>
                  </a:cubicBezTo>
                  <a:cubicBezTo>
                    <a:pt x="298" y="703"/>
                    <a:pt x="310" y="703"/>
                    <a:pt x="310" y="703"/>
                  </a:cubicBezTo>
                  <a:cubicBezTo>
                    <a:pt x="477" y="703"/>
                    <a:pt x="608" y="583"/>
                    <a:pt x="632" y="41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3118504" y="1859390"/>
              <a:ext cx="92493" cy="140242"/>
            </a:xfrm>
            <a:custGeom>
              <a:avLst/>
              <a:gdLst/>
              <a:ahLst/>
              <a:cxnLst/>
              <a:rect l="l" t="t" r="r" b="b"/>
              <a:pathLst>
                <a:path w="1108" h="1680" fill="none" extrusionOk="0">
                  <a:moveTo>
                    <a:pt x="1" y="977"/>
                  </a:moveTo>
                  <a:lnTo>
                    <a:pt x="1" y="1513"/>
                  </a:lnTo>
                  <a:cubicBezTo>
                    <a:pt x="1" y="1608"/>
                    <a:pt x="96" y="1680"/>
                    <a:pt x="191" y="1668"/>
                  </a:cubicBezTo>
                  <a:lnTo>
                    <a:pt x="203" y="1668"/>
                  </a:lnTo>
                  <a:lnTo>
                    <a:pt x="203" y="1668"/>
                  </a:lnTo>
                  <a:cubicBezTo>
                    <a:pt x="310" y="1668"/>
                    <a:pt x="393" y="1596"/>
                    <a:pt x="405" y="1489"/>
                  </a:cubicBezTo>
                  <a:lnTo>
                    <a:pt x="405" y="144"/>
                  </a:lnTo>
                  <a:cubicBezTo>
                    <a:pt x="417" y="72"/>
                    <a:pt x="477" y="25"/>
                    <a:pt x="548" y="13"/>
                  </a:cubicBezTo>
                  <a:cubicBezTo>
                    <a:pt x="608" y="1"/>
                    <a:pt x="679" y="48"/>
                    <a:pt x="691" y="108"/>
                  </a:cubicBezTo>
                  <a:cubicBezTo>
                    <a:pt x="691" y="120"/>
                    <a:pt x="691" y="120"/>
                    <a:pt x="691" y="120"/>
                  </a:cubicBezTo>
                  <a:lnTo>
                    <a:pt x="691" y="1477"/>
                  </a:lnTo>
                  <a:cubicBezTo>
                    <a:pt x="703" y="1584"/>
                    <a:pt x="786" y="1656"/>
                    <a:pt x="893" y="1644"/>
                  </a:cubicBezTo>
                  <a:lnTo>
                    <a:pt x="905" y="1644"/>
                  </a:lnTo>
                  <a:lnTo>
                    <a:pt x="905" y="1644"/>
                  </a:lnTo>
                  <a:cubicBezTo>
                    <a:pt x="1013" y="1644"/>
                    <a:pt x="1096" y="1561"/>
                    <a:pt x="1108" y="1453"/>
                  </a:cubicBezTo>
                  <a:lnTo>
                    <a:pt x="1108" y="156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3118504" y="1912063"/>
              <a:ext cx="83" cy="13022"/>
            </a:xfrm>
            <a:custGeom>
              <a:avLst/>
              <a:gdLst/>
              <a:ahLst/>
              <a:cxnLst/>
              <a:rect l="l" t="t" r="r" b="b"/>
              <a:pathLst>
                <a:path w="1" h="156" fill="none" extrusionOk="0">
                  <a:moveTo>
                    <a:pt x="1" y="1"/>
                  </a:moveTo>
                  <a:lnTo>
                    <a:pt x="1" y="156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3079771" y="1727246"/>
              <a:ext cx="170044" cy="171045"/>
            </a:xfrm>
            <a:custGeom>
              <a:avLst/>
              <a:gdLst/>
              <a:ahLst/>
              <a:cxnLst/>
              <a:rect l="l" t="t" r="r" b="b"/>
              <a:pathLst>
                <a:path w="2037" h="2049" fill="none" extrusionOk="0">
                  <a:moveTo>
                    <a:pt x="1572" y="1548"/>
                  </a:moveTo>
                  <a:lnTo>
                    <a:pt x="1572" y="500"/>
                  </a:lnTo>
                  <a:cubicBezTo>
                    <a:pt x="1572" y="465"/>
                    <a:pt x="1608" y="441"/>
                    <a:pt x="1643" y="441"/>
                  </a:cubicBezTo>
                  <a:lnTo>
                    <a:pt x="1643" y="441"/>
                  </a:lnTo>
                  <a:cubicBezTo>
                    <a:pt x="1667" y="429"/>
                    <a:pt x="1703" y="453"/>
                    <a:pt x="1703" y="488"/>
                  </a:cubicBezTo>
                  <a:lnTo>
                    <a:pt x="1703" y="1108"/>
                  </a:lnTo>
                  <a:cubicBezTo>
                    <a:pt x="1703" y="1191"/>
                    <a:pt x="1774" y="1250"/>
                    <a:pt x="1858" y="1250"/>
                  </a:cubicBezTo>
                  <a:cubicBezTo>
                    <a:pt x="1953" y="1262"/>
                    <a:pt x="2024" y="1191"/>
                    <a:pt x="2036" y="1096"/>
                  </a:cubicBezTo>
                  <a:lnTo>
                    <a:pt x="2036" y="346"/>
                  </a:lnTo>
                  <a:cubicBezTo>
                    <a:pt x="2036" y="143"/>
                    <a:pt x="1846" y="0"/>
                    <a:pt x="1619" y="12"/>
                  </a:cubicBezTo>
                  <a:lnTo>
                    <a:pt x="417" y="107"/>
                  </a:lnTo>
                  <a:cubicBezTo>
                    <a:pt x="179" y="119"/>
                    <a:pt x="0" y="298"/>
                    <a:pt x="0" y="488"/>
                  </a:cubicBezTo>
                  <a:lnTo>
                    <a:pt x="0" y="1215"/>
                  </a:lnTo>
                  <a:cubicBezTo>
                    <a:pt x="0" y="1298"/>
                    <a:pt x="72" y="1358"/>
                    <a:pt x="143" y="1358"/>
                  </a:cubicBezTo>
                  <a:cubicBezTo>
                    <a:pt x="238" y="1358"/>
                    <a:pt x="322" y="1298"/>
                    <a:pt x="322" y="1203"/>
                  </a:cubicBezTo>
                  <a:lnTo>
                    <a:pt x="322" y="572"/>
                  </a:lnTo>
                  <a:cubicBezTo>
                    <a:pt x="334" y="548"/>
                    <a:pt x="357" y="512"/>
                    <a:pt x="393" y="512"/>
                  </a:cubicBezTo>
                  <a:lnTo>
                    <a:pt x="393" y="512"/>
                  </a:lnTo>
                  <a:cubicBezTo>
                    <a:pt x="429" y="512"/>
                    <a:pt x="453" y="536"/>
                    <a:pt x="465" y="572"/>
                  </a:cubicBezTo>
                  <a:lnTo>
                    <a:pt x="465" y="2048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4"/>
            <p:cNvSpPr/>
            <p:nvPr/>
          </p:nvSpPr>
          <p:spPr>
            <a:xfrm>
              <a:off x="3473365" y="1628826"/>
              <a:ext cx="61690" cy="62692"/>
            </a:xfrm>
            <a:custGeom>
              <a:avLst/>
              <a:gdLst/>
              <a:ahLst/>
              <a:cxnLst/>
              <a:rect l="l" t="t" r="r" b="b"/>
              <a:pathLst>
                <a:path w="739" h="751" fill="none" extrusionOk="0">
                  <a:moveTo>
                    <a:pt x="691" y="370"/>
                  </a:moveTo>
                  <a:cubicBezTo>
                    <a:pt x="703" y="501"/>
                    <a:pt x="738" y="691"/>
                    <a:pt x="738" y="691"/>
                  </a:cubicBezTo>
                  <a:lnTo>
                    <a:pt x="0" y="751"/>
                  </a:lnTo>
                  <a:cubicBezTo>
                    <a:pt x="0" y="751"/>
                    <a:pt x="60" y="334"/>
                    <a:pt x="71" y="298"/>
                  </a:cubicBezTo>
                  <a:cubicBezTo>
                    <a:pt x="95" y="155"/>
                    <a:pt x="214" y="36"/>
                    <a:pt x="369" y="1"/>
                  </a:cubicBezTo>
                  <a:cubicBezTo>
                    <a:pt x="512" y="1"/>
                    <a:pt x="643" y="108"/>
                    <a:pt x="667" y="25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4"/>
            <p:cNvSpPr/>
            <p:nvPr/>
          </p:nvSpPr>
          <p:spPr>
            <a:xfrm>
              <a:off x="3548828" y="1703371"/>
              <a:ext cx="35895" cy="94497"/>
            </a:xfrm>
            <a:custGeom>
              <a:avLst/>
              <a:gdLst/>
              <a:ahLst/>
              <a:cxnLst/>
              <a:rect l="l" t="t" r="r" b="b"/>
              <a:pathLst>
                <a:path w="430" h="1132" fill="none" extrusionOk="0">
                  <a:moveTo>
                    <a:pt x="430" y="1132"/>
                  </a:moveTo>
                  <a:lnTo>
                    <a:pt x="430" y="358"/>
                  </a:lnTo>
                  <a:cubicBezTo>
                    <a:pt x="430" y="143"/>
                    <a:pt x="239" y="1"/>
                    <a:pt x="1" y="1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4"/>
            <p:cNvSpPr/>
            <p:nvPr/>
          </p:nvSpPr>
          <p:spPr>
            <a:xfrm>
              <a:off x="3544905" y="1740185"/>
              <a:ext cx="23958" cy="162030"/>
            </a:xfrm>
            <a:custGeom>
              <a:avLst/>
              <a:gdLst/>
              <a:ahLst/>
              <a:cxnLst/>
              <a:rect l="l" t="t" r="r" b="b"/>
              <a:pathLst>
                <a:path w="287" h="1941" fill="none" extrusionOk="0">
                  <a:moveTo>
                    <a:pt x="0" y="1941"/>
                  </a:moveTo>
                  <a:lnTo>
                    <a:pt x="0" y="1679"/>
                  </a:lnTo>
                  <a:lnTo>
                    <a:pt x="238" y="1667"/>
                  </a:lnTo>
                  <a:cubicBezTo>
                    <a:pt x="143" y="1024"/>
                    <a:pt x="96" y="703"/>
                    <a:pt x="0" y="72"/>
                  </a:cubicBezTo>
                  <a:cubicBezTo>
                    <a:pt x="12" y="36"/>
                    <a:pt x="36" y="12"/>
                    <a:pt x="72" y="12"/>
                  </a:cubicBezTo>
                  <a:cubicBezTo>
                    <a:pt x="107" y="0"/>
                    <a:pt x="131" y="24"/>
                    <a:pt x="143" y="60"/>
                  </a:cubicBezTo>
                  <a:lnTo>
                    <a:pt x="143" y="714"/>
                  </a:lnTo>
                  <a:cubicBezTo>
                    <a:pt x="143" y="786"/>
                    <a:pt x="203" y="857"/>
                    <a:pt x="286" y="85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4"/>
            <p:cNvSpPr/>
            <p:nvPr/>
          </p:nvSpPr>
          <p:spPr>
            <a:xfrm>
              <a:off x="3544905" y="1915069"/>
              <a:ext cx="83" cy="15026"/>
            </a:xfrm>
            <a:custGeom>
              <a:avLst/>
              <a:gdLst/>
              <a:ahLst/>
              <a:cxnLst/>
              <a:rect l="l" t="t" r="r" b="b"/>
              <a:pathLst>
                <a:path w="1" h="180" fill="none" extrusionOk="0">
                  <a:moveTo>
                    <a:pt x="0" y="179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>
              <a:off x="3443480" y="1869323"/>
              <a:ext cx="101509" cy="115449"/>
            </a:xfrm>
            <a:custGeom>
              <a:avLst/>
              <a:gdLst/>
              <a:ahLst/>
              <a:cxnLst/>
              <a:rect l="l" t="t" r="r" b="b"/>
              <a:pathLst>
                <a:path w="1216" h="1383" fill="none" extrusionOk="0">
                  <a:moveTo>
                    <a:pt x="25" y="1"/>
                  </a:moveTo>
                  <a:cubicBezTo>
                    <a:pt x="13" y="72"/>
                    <a:pt x="13" y="120"/>
                    <a:pt x="1" y="191"/>
                  </a:cubicBezTo>
                  <a:lnTo>
                    <a:pt x="227" y="180"/>
                  </a:lnTo>
                  <a:lnTo>
                    <a:pt x="227" y="1192"/>
                  </a:lnTo>
                  <a:cubicBezTo>
                    <a:pt x="239" y="1299"/>
                    <a:pt x="322" y="1382"/>
                    <a:pt x="429" y="1370"/>
                  </a:cubicBezTo>
                  <a:lnTo>
                    <a:pt x="441" y="1370"/>
                  </a:lnTo>
                  <a:cubicBezTo>
                    <a:pt x="549" y="1370"/>
                    <a:pt x="644" y="1287"/>
                    <a:pt x="644" y="1180"/>
                  </a:cubicBezTo>
                  <a:lnTo>
                    <a:pt x="644" y="156"/>
                  </a:lnTo>
                  <a:lnTo>
                    <a:pt x="799" y="144"/>
                  </a:lnTo>
                  <a:lnTo>
                    <a:pt x="799" y="1168"/>
                  </a:lnTo>
                  <a:cubicBezTo>
                    <a:pt x="810" y="1275"/>
                    <a:pt x="894" y="1346"/>
                    <a:pt x="1001" y="1346"/>
                  </a:cubicBezTo>
                  <a:lnTo>
                    <a:pt x="1013" y="1346"/>
                  </a:lnTo>
                  <a:cubicBezTo>
                    <a:pt x="1120" y="1346"/>
                    <a:pt x="1215" y="1263"/>
                    <a:pt x="1215" y="1144"/>
                  </a:cubicBezTo>
                  <a:lnTo>
                    <a:pt x="1215" y="906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4"/>
            <p:cNvSpPr/>
            <p:nvPr/>
          </p:nvSpPr>
          <p:spPr>
            <a:xfrm>
              <a:off x="3424614" y="1706376"/>
              <a:ext cx="94497" cy="136235"/>
            </a:xfrm>
            <a:custGeom>
              <a:avLst/>
              <a:gdLst/>
              <a:ahLst/>
              <a:cxnLst/>
              <a:rect l="l" t="t" r="r" b="b"/>
              <a:pathLst>
                <a:path w="1132" h="1632" fill="none" extrusionOk="0">
                  <a:moveTo>
                    <a:pt x="1132" y="0"/>
                  </a:moveTo>
                  <a:lnTo>
                    <a:pt x="417" y="60"/>
                  </a:lnTo>
                  <a:cubicBezTo>
                    <a:pt x="191" y="60"/>
                    <a:pt x="13" y="238"/>
                    <a:pt x="1" y="453"/>
                  </a:cubicBezTo>
                  <a:lnTo>
                    <a:pt x="1" y="1215"/>
                  </a:lnTo>
                  <a:cubicBezTo>
                    <a:pt x="1" y="1286"/>
                    <a:pt x="60" y="1358"/>
                    <a:pt x="144" y="1358"/>
                  </a:cubicBezTo>
                  <a:cubicBezTo>
                    <a:pt x="239" y="1358"/>
                    <a:pt x="322" y="1286"/>
                    <a:pt x="322" y="1203"/>
                  </a:cubicBezTo>
                  <a:lnTo>
                    <a:pt x="322" y="548"/>
                  </a:lnTo>
                  <a:cubicBezTo>
                    <a:pt x="334" y="512"/>
                    <a:pt x="358" y="488"/>
                    <a:pt x="394" y="488"/>
                  </a:cubicBezTo>
                  <a:lnTo>
                    <a:pt x="394" y="488"/>
                  </a:lnTo>
                  <a:cubicBezTo>
                    <a:pt x="429" y="477"/>
                    <a:pt x="453" y="500"/>
                    <a:pt x="453" y="536"/>
                  </a:cubicBezTo>
                  <a:lnTo>
                    <a:pt x="453" y="536"/>
                  </a:lnTo>
                  <a:lnTo>
                    <a:pt x="298" y="163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4"/>
            <p:cNvSpPr/>
            <p:nvPr/>
          </p:nvSpPr>
          <p:spPr>
            <a:xfrm>
              <a:off x="3805269" y="1663386"/>
              <a:ext cx="107436" cy="99923"/>
            </a:xfrm>
            <a:custGeom>
              <a:avLst/>
              <a:gdLst/>
              <a:ahLst/>
              <a:cxnLst/>
              <a:rect l="l" t="t" r="r" b="b"/>
              <a:pathLst>
                <a:path w="1287" h="1197" extrusionOk="0">
                  <a:moveTo>
                    <a:pt x="951" y="0"/>
                  </a:moveTo>
                  <a:cubicBezTo>
                    <a:pt x="936" y="0"/>
                    <a:pt x="921" y="1"/>
                    <a:pt x="906" y="3"/>
                  </a:cubicBezTo>
                  <a:lnTo>
                    <a:pt x="382" y="39"/>
                  </a:lnTo>
                  <a:cubicBezTo>
                    <a:pt x="179" y="51"/>
                    <a:pt x="13" y="206"/>
                    <a:pt x="1" y="408"/>
                  </a:cubicBezTo>
                  <a:lnTo>
                    <a:pt x="1" y="884"/>
                  </a:lnTo>
                  <a:cubicBezTo>
                    <a:pt x="1" y="884"/>
                    <a:pt x="13" y="896"/>
                    <a:pt x="13" y="908"/>
                  </a:cubicBezTo>
                  <a:cubicBezTo>
                    <a:pt x="35" y="1073"/>
                    <a:pt x="178" y="1197"/>
                    <a:pt x="340" y="1197"/>
                  </a:cubicBezTo>
                  <a:cubicBezTo>
                    <a:pt x="354" y="1197"/>
                    <a:pt x="368" y="1196"/>
                    <a:pt x="382" y="1194"/>
                  </a:cubicBezTo>
                  <a:lnTo>
                    <a:pt x="906" y="1158"/>
                  </a:lnTo>
                  <a:cubicBezTo>
                    <a:pt x="1108" y="1146"/>
                    <a:pt x="1275" y="992"/>
                    <a:pt x="1287" y="789"/>
                  </a:cubicBezTo>
                  <a:lnTo>
                    <a:pt x="1287" y="313"/>
                  </a:lnTo>
                  <a:cubicBezTo>
                    <a:pt x="1287" y="301"/>
                    <a:pt x="1287" y="289"/>
                    <a:pt x="1287" y="277"/>
                  </a:cubicBezTo>
                  <a:cubicBezTo>
                    <a:pt x="1254" y="114"/>
                    <a:pt x="1112" y="0"/>
                    <a:pt x="951" y="0"/>
                  </a:cubicBezTo>
                  <a:close/>
                </a:path>
              </a:pathLst>
            </a:custGeom>
            <a:solidFill>
              <a:srgbClr val="999999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3960370" y="1662634"/>
              <a:ext cx="48751" cy="82559"/>
            </a:xfrm>
            <a:custGeom>
              <a:avLst/>
              <a:gdLst/>
              <a:ahLst/>
              <a:cxnLst/>
              <a:rect l="l" t="t" r="r" b="b"/>
              <a:pathLst>
                <a:path w="584" h="989" extrusionOk="0">
                  <a:moveTo>
                    <a:pt x="333" y="286"/>
                  </a:moveTo>
                  <a:lnTo>
                    <a:pt x="333" y="667"/>
                  </a:lnTo>
                  <a:lnTo>
                    <a:pt x="167" y="679"/>
                  </a:lnTo>
                  <a:cubicBezTo>
                    <a:pt x="226" y="524"/>
                    <a:pt x="262" y="453"/>
                    <a:pt x="333" y="286"/>
                  </a:cubicBezTo>
                  <a:close/>
                  <a:moveTo>
                    <a:pt x="500" y="0"/>
                  </a:moveTo>
                  <a:lnTo>
                    <a:pt x="322" y="12"/>
                  </a:lnTo>
                  <a:cubicBezTo>
                    <a:pt x="191" y="286"/>
                    <a:pt x="131" y="417"/>
                    <a:pt x="0" y="691"/>
                  </a:cubicBezTo>
                  <a:lnTo>
                    <a:pt x="0" y="834"/>
                  </a:lnTo>
                  <a:lnTo>
                    <a:pt x="333" y="810"/>
                  </a:lnTo>
                  <a:lnTo>
                    <a:pt x="333" y="989"/>
                  </a:lnTo>
                  <a:lnTo>
                    <a:pt x="500" y="977"/>
                  </a:lnTo>
                  <a:lnTo>
                    <a:pt x="500" y="798"/>
                  </a:lnTo>
                  <a:lnTo>
                    <a:pt x="584" y="798"/>
                  </a:lnTo>
                  <a:lnTo>
                    <a:pt x="584" y="667"/>
                  </a:lnTo>
                  <a:lnTo>
                    <a:pt x="500" y="6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4"/>
            <p:cNvSpPr/>
            <p:nvPr/>
          </p:nvSpPr>
          <p:spPr>
            <a:xfrm>
              <a:off x="4014964" y="1657626"/>
              <a:ext cx="42824" cy="84980"/>
            </a:xfrm>
            <a:custGeom>
              <a:avLst/>
              <a:gdLst/>
              <a:ahLst/>
              <a:cxnLst/>
              <a:rect l="l" t="t" r="r" b="b"/>
              <a:pathLst>
                <a:path w="513" h="1018" extrusionOk="0">
                  <a:moveTo>
                    <a:pt x="477" y="1"/>
                  </a:moveTo>
                  <a:lnTo>
                    <a:pt x="37" y="37"/>
                  </a:lnTo>
                  <a:cubicBezTo>
                    <a:pt x="25" y="251"/>
                    <a:pt x="13" y="370"/>
                    <a:pt x="1" y="584"/>
                  </a:cubicBezTo>
                  <a:lnTo>
                    <a:pt x="156" y="572"/>
                  </a:lnTo>
                  <a:lnTo>
                    <a:pt x="156" y="560"/>
                  </a:lnTo>
                  <a:cubicBezTo>
                    <a:pt x="156" y="489"/>
                    <a:pt x="191" y="465"/>
                    <a:pt x="251" y="465"/>
                  </a:cubicBezTo>
                  <a:cubicBezTo>
                    <a:pt x="259" y="463"/>
                    <a:pt x="266" y="462"/>
                    <a:pt x="273" y="462"/>
                  </a:cubicBezTo>
                  <a:cubicBezTo>
                    <a:pt x="309" y="462"/>
                    <a:pt x="334" y="489"/>
                    <a:pt x="334" y="549"/>
                  </a:cubicBezTo>
                  <a:lnTo>
                    <a:pt x="334" y="775"/>
                  </a:lnTo>
                  <a:cubicBezTo>
                    <a:pt x="334" y="846"/>
                    <a:pt x="299" y="870"/>
                    <a:pt x="251" y="882"/>
                  </a:cubicBezTo>
                  <a:cubicBezTo>
                    <a:pt x="191" y="882"/>
                    <a:pt x="156" y="858"/>
                    <a:pt x="156" y="787"/>
                  </a:cubicBezTo>
                  <a:lnTo>
                    <a:pt x="156" y="703"/>
                  </a:lnTo>
                  <a:lnTo>
                    <a:pt x="1" y="715"/>
                  </a:lnTo>
                  <a:lnTo>
                    <a:pt x="1" y="787"/>
                  </a:lnTo>
                  <a:cubicBezTo>
                    <a:pt x="1" y="811"/>
                    <a:pt x="1" y="834"/>
                    <a:pt x="1" y="858"/>
                  </a:cubicBezTo>
                  <a:cubicBezTo>
                    <a:pt x="22" y="951"/>
                    <a:pt x="105" y="1018"/>
                    <a:pt x="205" y="1018"/>
                  </a:cubicBezTo>
                  <a:cubicBezTo>
                    <a:pt x="220" y="1018"/>
                    <a:pt x="235" y="1016"/>
                    <a:pt x="251" y="1013"/>
                  </a:cubicBezTo>
                  <a:lnTo>
                    <a:pt x="287" y="1013"/>
                  </a:lnTo>
                  <a:cubicBezTo>
                    <a:pt x="418" y="1001"/>
                    <a:pt x="513" y="882"/>
                    <a:pt x="501" y="751"/>
                  </a:cubicBezTo>
                  <a:lnTo>
                    <a:pt x="501" y="525"/>
                  </a:lnTo>
                  <a:cubicBezTo>
                    <a:pt x="501" y="392"/>
                    <a:pt x="450" y="321"/>
                    <a:pt x="338" y="321"/>
                  </a:cubicBezTo>
                  <a:cubicBezTo>
                    <a:pt x="329" y="321"/>
                    <a:pt x="320" y="322"/>
                    <a:pt x="311" y="322"/>
                  </a:cubicBezTo>
                  <a:cubicBezTo>
                    <a:pt x="251" y="322"/>
                    <a:pt x="203" y="346"/>
                    <a:pt x="168" y="394"/>
                  </a:cubicBezTo>
                  <a:cubicBezTo>
                    <a:pt x="168" y="310"/>
                    <a:pt x="180" y="263"/>
                    <a:pt x="180" y="168"/>
                  </a:cubicBezTo>
                  <a:lnTo>
                    <a:pt x="477" y="144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4"/>
            <p:cNvSpPr/>
            <p:nvPr/>
          </p:nvSpPr>
          <p:spPr>
            <a:xfrm>
              <a:off x="4065718" y="1653702"/>
              <a:ext cx="67617" cy="85564"/>
            </a:xfrm>
            <a:custGeom>
              <a:avLst/>
              <a:gdLst/>
              <a:ahLst/>
              <a:cxnLst/>
              <a:rect l="l" t="t" r="r" b="b"/>
              <a:pathLst>
                <a:path w="810" h="1025" extrusionOk="0">
                  <a:moveTo>
                    <a:pt x="167" y="107"/>
                  </a:moveTo>
                  <a:cubicBezTo>
                    <a:pt x="203" y="107"/>
                    <a:pt x="226" y="119"/>
                    <a:pt x="226" y="167"/>
                  </a:cubicBezTo>
                  <a:lnTo>
                    <a:pt x="226" y="429"/>
                  </a:lnTo>
                  <a:cubicBezTo>
                    <a:pt x="226" y="477"/>
                    <a:pt x="203" y="488"/>
                    <a:pt x="167" y="500"/>
                  </a:cubicBezTo>
                  <a:cubicBezTo>
                    <a:pt x="131" y="500"/>
                    <a:pt x="107" y="477"/>
                    <a:pt x="107" y="441"/>
                  </a:cubicBezTo>
                  <a:lnTo>
                    <a:pt x="107" y="179"/>
                  </a:lnTo>
                  <a:cubicBezTo>
                    <a:pt x="107" y="131"/>
                    <a:pt x="131" y="107"/>
                    <a:pt x="167" y="107"/>
                  </a:cubicBezTo>
                  <a:close/>
                  <a:moveTo>
                    <a:pt x="205" y="18"/>
                  </a:moveTo>
                  <a:cubicBezTo>
                    <a:pt x="192" y="18"/>
                    <a:pt x="180" y="20"/>
                    <a:pt x="167" y="24"/>
                  </a:cubicBezTo>
                  <a:lnTo>
                    <a:pt x="155" y="24"/>
                  </a:lnTo>
                  <a:cubicBezTo>
                    <a:pt x="60" y="24"/>
                    <a:pt x="0" y="107"/>
                    <a:pt x="0" y="191"/>
                  </a:cubicBezTo>
                  <a:lnTo>
                    <a:pt x="0" y="441"/>
                  </a:lnTo>
                  <a:cubicBezTo>
                    <a:pt x="0" y="453"/>
                    <a:pt x="0" y="465"/>
                    <a:pt x="12" y="488"/>
                  </a:cubicBezTo>
                  <a:cubicBezTo>
                    <a:pt x="22" y="547"/>
                    <a:pt x="72" y="590"/>
                    <a:pt x="129" y="590"/>
                  </a:cubicBezTo>
                  <a:cubicBezTo>
                    <a:pt x="142" y="590"/>
                    <a:pt x="154" y="588"/>
                    <a:pt x="167" y="584"/>
                  </a:cubicBezTo>
                  <a:lnTo>
                    <a:pt x="191" y="584"/>
                  </a:lnTo>
                  <a:cubicBezTo>
                    <a:pt x="274" y="584"/>
                    <a:pt x="334" y="500"/>
                    <a:pt x="334" y="417"/>
                  </a:cubicBezTo>
                  <a:lnTo>
                    <a:pt x="334" y="167"/>
                  </a:lnTo>
                  <a:cubicBezTo>
                    <a:pt x="334" y="155"/>
                    <a:pt x="334" y="143"/>
                    <a:pt x="334" y="119"/>
                  </a:cubicBezTo>
                  <a:cubicBezTo>
                    <a:pt x="314" y="61"/>
                    <a:pt x="262" y="18"/>
                    <a:pt x="205" y="18"/>
                  </a:cubicBezTo>
                  <a:close/>
                  <a:moveTo>
                    <a:pt x="643" y="524"/>
                  </a:moveTo>
                  <a:cubicBezTo>
                    <a:pt x="667" y="524"/>
                    <a:pt x="691" y="548"/>
                    <a:pt x="691" y="584"/>
                  </a:cubicBezTo>
                  <a:lnTo>
                    <a:pt x="691" y="846"/>
                  </a:lnTo>
                  <a:cubicBezTo>
                    <a:pt x="691" y="893"/>
                    <a:pt x="667" y="917"/>
                    <a:pt x="643" y="917"/>
                  </a:cubicBezTo>
                  <a:cubicBezTo>
                    <a:pt x="607" y="917"/>
                    <a:pt x="584" y="905"/>
                    <a:pt x="584" y="858"/>
                  </a:cubicBezTo>
                  <a:lnTo>
                    <a:pt x="584" y="596"/>
                  </a:lnTo>
                  <a:cubicBezTo>
                    <a:pt x="584" y="548"/>
                    <a:pt x="607" y="536"/>
                    <a:pt x="643" y="524"/>
                  </a:cubicBezTo>
                  <a:close/>
                  <a:moveTo>
                    <a:pt x="670" y="439"/>
                  </a:moveTo>
                  <a:cubicBezTo>
                    <a:pt x="661" y="439"/>
                    <a:pt x="652" y="439"/>
                    <a:pt x="643" y="441"/>
                  </a:cubicBezTo>
                  <a:lnTo>
                    <a:pt x="619" y="441"/>
                  </a:lnTo>
                  <a:cubicBezTo>
                    <a:pt x="536" y="453"/>
                    <a:pt x="465" y="524"/>
                    <a:pt x="476" y="607"/>
                  </a:cubicBezTo>
                  <a:lnTo>
                    <a:pt x="476" y="858"/>
                  </a:lnTo>
                  <a:cubicBezTo>
                    <a:pt x="476" y="869"/>
                    <a:pt x="476" y="893"/>
                    <a:pt x="476" y="905"/>
                  </a:cubicBezTo>
                  <a:cubicBezTo>
                    <a:pt x="487" y="969"/>
                    <a:pt x="546" y="1014"/>
                    <a:pt x="609" y="1014"/>
                  </a:cubicBezTo>
                  <a:cubicBezTo>
                    <a:pt x="616" y="1014"/>
                    <a:pt x="624" y="1014"/>
                    <a:pt x="631" y="1012"/>
                  </a:cubicBezTo>
                  <a:lnTo>
                    <a:pt x="655" y="1012"/>
                  </a:lnTo>
                  <a:cubicBezTo>
                    <a:pt x="738" y="1000"/>
                    <a:pt x="810" y="929"/>
                    <a:pt x="798" y="834"/>
                  </a:cubicBezTo>
                  <a:lnTo>
                    <a:pt x="798" y="584"/>
                  </a:lnTo>
                  <a:cubicBezTo>
                    <a:pt x="798" y="572"/>
                    <a:pt x="798" y="560"/>
                    <a:pt x="798" y="536"/>
                  </a:cubicBezTo>
                  <a:cubicBezTo>
                    <a:pt x="787" y="474"/>
                    <a:pt x="732" y="439"/>
                    <a:pt x="670" y="439"/>
                  </a:cubicBezTo>
                  <a:close/>
                  <a:moveTo>
                    <a:pt x="560" y="0"/>
                  </a:moveTo>
                  <a:cubicBezTo>
                    <a:pt x="393" y="417"/>
                    <a:pt x="310" y="619"/>
                    <a:pt x="143" y="1024"/>
                  </a:cubicBezTo>
                  <a:lnTo>
                    <a:pt x="250" y="1024"/>
                  </a:lnTo>
                  <a:cubicBezTo>
                    <a:pt x="417" y="607"/>
                    <a:pt x="500" y="405"/>
                    <a:pt x="6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4"/>
            <p:cNvSpPr/>
            <p:nvPr/>
          </p:nvSpPr>
          <p:spPr>
            <a:xfrm>
              <a:off x="3805269" y="1804545"/>
              <a:ext cx="107436" cy="98921"/>
            </a:xfrm>
            <a:custGeom>
              <a:avLst/>
              <a:gdLst/>
              <a:ahLst/>
              <a:cxnLst/>
              <a:rect l="l" t="t" r="r" b="b"/>
              <a:pathLst>
                <a:path w="1287" h="1185" extrusionOk="0">
                  <a:moveTo>
                    <a:pt x="950" y="0"/>
                  </a:moveTo>
                  <a:cubicBezTo>
                    <a:pt x="936" y="0"/>
                    <a:pt x="921" y="1"/>
                    <a:pt x="906" y="3"/>
                  </a:cubicBezTo>
                  <a:lnTo>
                    <a:pt x="382" y="27"/>
                  </a:lnTo>
                  <a:cubicBezTo>
                    <a:pt x="179" y="39"/>
                    <a:pt x="13" y="194"/>
                    <a:pt x="1" y="396"/>
                  </a:cubicBezTo>
                  <a:lnTo>
                    <a:pt x="1" y="872"/>
                  </a:lnTo>
                  <a:cubicBezTo>
                    <a:pt x="1" y="872"/>
                    <a:pt x="1" y="884"/>
                    <a:pt x="1" y="884"/>
                  </a:cubicBezTo>
                  <a:cubicBezTo>
                    <a:pt x="23" y="1060"/>
                    <a:pt x="166" y="1185"/>
                    <a:pt x="337" y="1185"/>
                  </a:cubicBezTo>
                  <a:cubicBezTo>
                    <a:pt x="352" y="1185"/>
                    <a:pt x="367" y="1184"/>
                    <a:pt x="382" y="1182"/>
                  </a:cubicBezTo>
                  <a:lnTo>
                    <a:pt x="906" y="1158"/>
                  </a:lnTo>
                  <a:cubicBezTo>
                    <a:pt x="1108" y="1158"/>
                    <a:pt x="1275" y="1003"/>
                    <a:pt x="1287" y="801"/>
                  </a:cubicBezTo>
                  <a:lnTo>
                    <a:pt x="1287" y="313"/>
                  </a:lnTo>
                  <a:cubicBezTo>
                    <a:pt x="1287" y="313"/>
                    <a:pt x="1287" y="301"/>
                    <a:pt x="1287" y="289"/>
                  </a:cubicBezTo>
                  <a:cubicBezTo>
                    <a:pt x="1265" y="124"/>
                    <a:pt x="1122" y="0"/>
                    <a:pt x="950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3963291" y="1804796"/>
              <a:ext cx="42824" cy="83895"/>
            </a:xfrm>
            <a:custGeom>
              <a:avLst/>
              <a:gdLst/>
              <a:ahLst/>
              <a:cxnLst/>
              <a:rect l="l" t="t" r="r" b="b"/>
              <a:pathLst>
                <a:path w="513" h="1005" extrusionOk="0">
                  <a:moveTo>
                    <a:pt x="477" y="0"/>
                  </a:moveTo>
                  <a:lnTo>
                    <a:pt x="37" y="24"/>
                  </a:lnTo>
                  <a:lnTo>
                    <a:pt x="1" y="572"/>
                  </a:lnTo>
                  <a:lnTo>
                    <a:pt x="168" y="560"/>
                  </a:lnTo>
                  <a:lnTo>
                    <a:pt x="168" y="548"/>
                  </a:lnTo>
                  <a:cubicBezTo>
                    <a:pt x="168" y="476"/>
                    <a:pt x="203" y="452"/>
                    <a:pt x="251" y="452"/>
                  </a:cubicBezTo>
                  <a:cubicBezTo>
                    <a:pt x="259" y="451"/>
                    <a:pt x="266" y="450"/>
                    <a:pt x="273" y="450"/>
                  </a:cubicBezTo>
                  <a:cubicBezTo>
                    <a:pt x="319" y="450"/>
                    <a:pt x="346" y="484"/>
                    <a:pt x="346" y="536"/>
                  </a:cubicBezTo>
                  <a:lnTo>
                    <a:pt x="346" y="762"/>
                  </a:lnTo>
                  <a:cubicBezTo>
                    <a:pt x="346" y="833"/>
                    <a:pt x="310" y="869"/>
                    <a:pt x="251" y="869"/>
                  </a:cubicBezTo>
                  <a:cubicBezTo>
                    <a:pt x="203" y="869"/>
                    <a:pt x="168" y="845"/>
                    <a:pt x="168" y="774"/>
                  </a:cubicBezTo>
                  <a:lnTo>
                    <a:pt x="168" y="691"/>
                  </a:lnTo>
                  <a:lnTo>
                    <a:pt x="1" y="691"/>
                  </a:lnTo>
                  <a:lnTo>
                    <a:pt x="1" y="774"/>
                  </a:lnTo>
                  <a:cubicBezTo>
                    <a:pt x="1" y="798"/>
                    <a:pt x="1" y="822"/>
                    <a:pt x="13" y="845"/>
                  </a:cubicBezTo>
                  <a:cubicBezTo>
                    <a:pt x="23" y="939"/>
                    <a:pt x="114" y="1005"/>
                    <a:pt x="209" y="1005"/>
                  </a:cubicBezTo>
                  <a:cubicBezTo>
                    <a:pt x="223" y="1005"/>
                    <a:pt x="237" y="1003"/>
                    <a:pt x="251" y="1000"/>
                  </a:cubicBezTo>
                  <a:lnTo>
                    <a:pt x="287" y="1000"/>
                  </a:lnTo>
                  <a:cubicBezTo>
                    <a:pt x="418" y="988"/>
                    <a:pt x="513" y="881"/>
                    <a:pt x="501" y="750"/>
                  </a:cubicBezTo>
                  <a:lnTo>
                    <a:pt x="501" y="524"/>
                  </a:lnTo>
                  <a:cubicBezTo>
                    <a:pt x="501" y="390"/>
                    <a:pt x="449" y="308"/>
                    <a:pt x="344" y="308"/>
                  </a:cubicBezTo>
                  <a:cubicBezTo>
                    <a:pt x="337" y="308"/>
                    <a:pt x="330" y="309"/>
                    <a:pt x="322" y="310"/>
                  </a:cubicBezTo>
                  <a:cubicBezTo>
                    <a:pt x="263" y="310"/>
                    <a:pt x="203" y="333"/>
                    <a:pt x="168" y="393"/>
                  </a:cubicBezTo>
                  <a:cubicBezTo>
                    <a:pt x="179" y="298"/>
                    <a:pt x="179" y="250"/>
                    <a:pt x="191" y="155"/>
                  </a:cubicBezTo>
                  <a:lnTo>
                    <a:pt x="477" y="131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4014964" y="1800789"/>
              <a:ext cx="42824" cy="85898"/>
            </a:xfrm>
            <a:custGeom>
              <a:avLst/>
              <a:gdLst/>
              <a:ahLst/>
              <a:cxnLst/>
              <a:rect l="l" t="t" r="r" b="b"/>
              <a:pathLst>
                <a:path w="513" h="1029" extrusionOk="0">
                  <a:moveTo>
                    <a:pt x="477" y="0"/>
                  </a:moveTo>
                  <a:lnTo>
                    <a:pt x="37" y="36"/>
                  </a:lnTo>
                  <a:cubicBezTo>
                    <a:pt x="25" y="250"/>
                    <a:pt x="13" y="358"/>
                    <a:pt x="1" y="584"/>
                  </a:cubicBezTo>
                  <a:lnTo>
                    <a:pt x="156" y="572"/>
                  </a:lnTo>
                  <a:lnTo>
                    <a:pt x="156" y="560"/>
                  </a:lnTo>
                  <a:cubicBezTo>
                    <a:pt x="156" y="489"/>
                    <a:pt x="191" y="465"/>
                    <a:pt x="251" y="465"/>
                  </a:cubicBezTo>
                  <a:cubicBezTo>
                    <a:pt x="299" y="465"/>
                    <a:pt x="334" y="489"/>
                    <a:pt x="334" y="560"/>
                  </a:cubicBezTo>
                  <a:lnTo>
                    <a:pt x="334" y="774"/>
                  </a:lnTo>
                  <a:cubicBezTo>
                    <a:pt x="334" y="846"/>
                    <a:pt x="299" y="881"/>
                    <a:pt x="251" y="881"/>
                  </a:cubicBezTo>
                  <a:cubicBezTo>
                    <a:pt x="191" y="881"/>
                    <a:pt x="156" y="858"/>
                    <a:pt x="156" y="786"/>
                  </a:cubicBezTo>
                  <a:lnTo>
                    <a:pt x="156" y="703"/>
                  </a:lnTo>
                  <a:lnTo>
                    <a:pt x="1" y="715"/>
                  </a:lnTo>
                  <a:lnTo>
                    <a:pt x="1" y="786"/>
                  </a:lnTo>
                  <a:cubicBezTo>
                    <a:pt x="1" y="810"/>
                    <a:pt x="1" y="834"/>
                    <a:pt x="1" y="858"/>
                  </a:cubicBezTo>
                  <a:cubicBezTo>
                    <a:pt x="22" y="952"/>
                    <a:pt x="108" y="1028"/>
                    <a:pt x="210" y="1028"/>
                  </a:cubicBezTo>
                  <a:cubicBezTo>
                    <a:pt x="223" y="1028"/>
                    <a:pt x="237" y="1027"/>
                    <a:pt x="251" y="1024"/>
                  </a:cubicBezTo>
                  <a:lnTo>
                    <a:pt x="287" y="1024"/>
                  </a:lnTo>
                  <a:cubicBezTo>
                    <a:pt x="418" y="1001"/>
                    <a:pt x="513" y="893"/>
                    <a:pt x="501" y="762"/>
                  </a:cubicBezTo>
                  <a:lnTo>
                    <a:pt x="501" y="536"/>
                  </a:lnTo>
                  <a:cubicBezTo>
                    <a:pt x="501" y="402"/>
                    <a:pt x="449" y="321"/>
                    <a:pt x="335" y="321"/>
                  </a:cubicBezTo>
                  <a:cubicBezTo>
                    <a:pt x="327" y="321"/>
                    <a:pt x="319" y="321"/>
                    <a:pt x="311" y="322"/>
                  </a:cubicBezTo>
                  <a:cubicBezTo>
                    <a:pt x="251" y="322"/>
                    <a:pt x="203" y="346"/>
                    <a:pt x="168" y="393"/>
                  </a:cubicBezTo>
                  <a:cubicBezTo>
                    <a:pt x="168" y="310"/>
                    <a:pt x="180" y="262"/>
                    <a:pt x="180" y="167"/>
                  </a:cubicBezTo>
                  <a:lnTo>
                    <a:pt x="477" y="143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4065718" y="1797784"/>
              <a:ext cx="67617" cy="85564"/>
            </a:xfrm>
            <a:custGeom>
              <a:avLst/>
              <a:gdLst/>
              <a:ahLst/>
              <a:cxnLst/>
              <a:rect l="l" t="t" r="r" b="b"/>
              <a:pathLst>
                <a:path w="810" h="1025" extrusionOk="0">
                  <a:moveTo>
                    <a:pt x="167" y="108"/>
                  </a:moveTo>
                  <a:cubicBezTo>
                    <a:pt x="203" y="108"/>
                    <a:pt x="226" y="120"/>
                    <a:pt x="226" y="167"/>
                  </a:cubicBezTo>
                  <a:lnTo>
                    <a:pt x="226" y="429"/>
                  </a:lnTo>
                  <a:cubicBezTo>
                    <a:pt x="226" y="477"/>
                    <a:pt x="203" y="489"/>
                    <a:pt x="167" y="489"/>
                  </a:cubicBezTo>
                  <a:cubicBezTo>
                    <a:pt x="131" y="489"/>
                    <a:pt x="107" y="477"/>
                    <a:pt x="107" y="429"/>
                  </a:cubicBezTo>
                  <a:lnTo>
                    <a:pt x="107" y="167"/>
                  </a:lnTo>
                  <a:cubicBezTo>
                    <a:pt x="107" y="132"/>
                    <a:pt x="131" y="108"/>
                    <a:pt x="167" y="108"/>
                  </a:cubicBezTo>
                  <a:close/>
                  <a:moveTo>
                    <a:pt x="189" y="11"/>
                  </a:moveTo>
                  <a:cubicBezTo>
                    <a:pt x="182" y="11"/>
                    <a:pt x="174" y="11"/>
                    <a:pt x="167" y="13"/>
                  </a:cubicBezTo>
                  <a:lnTo>
                    <a:pt x="143" y="13"/>
                  </a:lnTo>
                  <a:cubicBezTo>
                    <a:pt x="60" y="24"/>
                    <a:pt x="0" y="96"/>
                    <a:pt x="0" y="191"/>
                  </a:cubicBezTo>
                  <a:lnTo>
                    <a:pt x="0" y="429"/>
                  </a:lnTo>
                  <a:cubicBezTo>
                    <a:pt x="0" y="453"/>
                    <a:pt x="0" y="465"/>
                    <a:pt x="12" y="477"/>
                  </a:cubicBezTo>
                  <a:cubicBezTo>
                    <a:pt x="23" y="541"/>
                    <a:pt x="81" y="586"/>
                    <a:pt x="145" y="586"/>
                  </a:cubicBezTo>
                  <a:cubicBezTo>
                    <a:pt x="152" y="586"/>
                    <a:pt x="159" y="585"/>
                    <a:pt x="167" y="584"/>
                  </a:cubicBezTo>
                  <a:lnTo>
                    <a:pt x="191" y="584"/>
                  </a:lnTo>
                  <a:cubicBezTo>
                    <a:pt x="274" y="572"/>
                    <a:pt x="334" y="501"/>
                    <a:pt x="334" y="417"/>
                  </a:cubicBezTo>
                  <a:lnTo>
                    <a:pt x="334" y="167"/>
                  </a:lnTo>
                  <a:cubicBezTo>
                    <a:pt x="334" y="155"/>
                    <a:pt x="334" y="132"/>
                    <a:pt x="322" y="120"/>
                  </a:cubicBezTo>
                  <a:cubicBezTo>
                    <a:pt x="311" y="56"/>
                    <a:pt x="252" y="11"/>
                    <a:pt x="189" y="11"/>
                  </a:cubicBezTo>
                  <a:close/>
                  <a:moveTo>
                    <a:pt x="643" y="536"/>
                  </a:moveTo>
                  <a:cubicBezTo>
                    <a:pt x="667" y="536"/>
                    <a:pt x="691" y="560"/>
                    <a:pt x="691" y="596"/>
                  </a:cubicBezTo>
                  <a:lnTo>
                    <a:pt x="691" y="858"/>
                  </a:lnTo>
                  <a:cubicBezTo>
                    <a:pt x="691" y="906"/>
                    <a:pt x="667" y="929"/>
                    <a:pt x="643" y="929"/>
                  </a:cubicBezTo>
                  <a:cubicBezTo>
                    <a:pt x="607" y="929"/>
                    <a:pt x="584" y="917"/>
                    <a:pt x="584" y="870"/>
                  </a:cubicBezTo>
                  <a:lnTo>
                    <a:pt x="584" y="608"/>
                  </a:lnTo>
                  <a:cubicBezTo>
                    <a:pt x="584" y="560"/>
                    <a:pt x="607" y="548"/>
                    <a:pt x="643" y="536"/>
                  </a:cubicBezTo>
                  <a:close/>
                  <a:moveTo>
                    <a:pt x="670" y="451"/>
                  </a:moveTo>
                  <a:cubicBezTo>
                    <a:pt x="661" y="451"/>
                    <a:pt x="652" y="452"/>
                    <a:pt x="643" y="453"/>
                  </a:cubicBezTo>
                  <a:lnTo>
                    <a:pt x="619" y="453"/>
                  </a:lnTo>
                  <a:cubicBezTo>
                    <a:pt x="536" y="453"/>
                    <a:pt x="465" y="536"/>
                    <a:pt x="476" y="620"/>
                  </a:cubicBezTo>
                  <a:lnTo>
                    <a:pt x="476" y="870"/>
                  </a:lnTo>
                  <a:cubicBezTo>
                    <a:pt x="476" y="886"/>
                    <a:pt x="476" y="898"/>
                    <a:pt x="476" y="917"/>
                  </a:cubicBezTo>
                  <a:cubicBezTo>
                    <a:pt x="486" y="976"/>
                    <a:pt x="536" y="1019"/>
                    <a:pt x="594" y="1019"/>
                  </a:cubicBezTo>
                  <a:cubicBezTo>
                    <a:pt x="606" y="1019"/>
                    <a:pt x="619" y="1017"/>
                    <a:pt x="631" y="1013"/>
                  </a:cubicBezTo>
                  <a:lnTo>
                    <a:pt x="655" y="1013"/>
                  </a:lnTo>
                  <a:cubicBezTo>
                    <a:pt x="750" y="1013"/>
                    <a:pt x="810" y="941"/>
                    <a:pt x="798" y="846"/>
                  </a:cubicBezTo>
                  <a:lnTo>
                    <a:pt x="798" y="596"/>
                  </a:lnTo>
                  <a:cubicBezTo>
                    <a:pt x="798" y="584"/>
                    <a:pt x="798" y="572"/>
                    <a:pt x="798" y="560"/>
                  </a:cubicBezTo>
                  <a:cubicBezTo>
                    <a:pt x="787" y="487"/>
                    <a:pt x="731" y="451"/>
                    <a:pt x="670" y="451"/>
                  </a:cubicBezTo>
                  <a:close/>
                  <a:moveTo>
                    <a:pt x="560" y="1"/>
                  </a:moveTo>
                  <a:cubicBezTo>
                    <a:pt x="393" y="417"/>
                    <a:pt x="310" y="620"/>
                    <a:pt x="143" y="1025"/>
                  </a:cubicBezTo>
                  <a:lnTo>
                    <a:pt x="250" y="1025"/>
                  </a:lnTo>
                  <a:cubicBezTo>
                    <a:pt x="417" y="620"/>
                    <a:pt x="500" y="417"/>
                    <a:pt x="667" y="1"/>
                  </a:cubicBezTo>
                  <a:lnTo>
                    <a:pt x="667" y="1"/>
                  </a:lnTo>
                  <a:lnTo>
                    <a:pt x="560" y="13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1205211" y="1408197"/>
              <a:ext cx="544774" cy="956235"/>
            </a:xfrm>
            <a:custGeom>
              <a:avLst/>
              <a:gdLst/>
              <a:ahLst/>
              <a:cxnLst/>
              <a:rect l="l" t="t" r="r" b="b"/>
              <a:pathLst>
                <a:path w="6526" h="11455" extrusionOk="0">
                  <a:moveTo>
                    <a:pt x="6526" y="0"/>
                  </a:moveTo>
                  <a:lnTo>
                    <a:pt x="1" y="751"/>
                  </a:lnTo>
                  <a:lnTo>
                    <a:pt x="1" y="11454"/>
                  </a:lnTo>
                  <a:lnTo>
                    <a:pt x="6526" y="11299"/>
                  </a:lnTo>
                  <a:lnTo>
                    <a:pt x="6526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1205211" y="1408197"/>
              <a:ext cx="544774" cy="956235"/>
            </a:xfrm>
            <a:custGeom>
              <a:avLst/>
              <a:gdLst/>
              <a:ahLst/>
              <a:cxnLst/>
              <a:rect l="l" t="t" r="r" b="b"/>
              <a:pathLst>
                <a:path w="6526" h="11455" extrusionOk="0">
                  <a:moveTo>
                    <a:pt x="6526" y="0"/>
                  </a:moveTo>
                  <a:lnTo>
                    <a:pt x="1" y="751"/>
                  </a:lnTo>
                  <a:lnTo>
                    <a:pt x="1" y="11454"/>
                  </a:lnTo>
                  <a:lnTo>
                    <a:pt x="6526" y="11299"/>
                  </a:lnTo>
                  <a:lnTo>
                    <a:pt x="65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1749899" y="1345589"/>
              <a:ext cx="543772" cy="1005904"/>
            </a:xfrm>
            <a:custGeom>
              <a:avLst/>
              <a:gdLst/>
              <a:ahLst/>
              <a:cxnLst/>
              <a:rect l="l" t="t" r="r" b="b"/>
              <a:pathLst>
                <a:path w="6514" h="12050" extrusionOk="0">
                  <a:moveTo>
                    <a:pt x="6513" y="0"/>
                  </a:moveTo>
                  <a:lnTo>
                    <a:pt x="1" y="750"/>
                  </a:lnTo>
                  <a:lnTo>
                    <a:pt x="1" y="12049"/>
                  </a:lnTo>
                  <a:lnTo>
                    <a:pt x="6513" y="11895"/>
                  </a:lnTo>
                  <a:lnTo>
                    <a:pt x="6513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1749899" y="1345589"/>
              <a:ext cx="543772" cy="1005904"/>
            </a:xfrm>
            <a:custGeom>
              <a:avLst/>
              <a:gdLst/>
              <a:ahLst/>
              <a:cxnLst/>
              <a:rect l="l" t="t" r="r" b="b"/>
              <a:pathLst>
                <a:path w="6514" h="12050" extrusionOk="0">
                  <a:moveTo>
                    <a:pt x="6513" y="0"/>
                  </a:moveTo>
                  <a:lnTo>
                    <a:pt x="1" y="750"/>
                  </a:lnTo>
                  <a:lnTo>
                    <a:pt x="1" y="12049"/>
                  </a:lnTo>
                  <a:lnTo>
                    <a:pt x="6513" y="11895"/>
                  </a:lnTo>
                  <a:lnTo>
                    <a:pt x="6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2293584" y="1282981"/>
              <a:ext cx="544691" cy="1055573"/>
            </a:xfrm>
            <a:custGeom>
              <a:avLst/>
              <a:gdLst/>
              <a:ahLst/>
              <a:cxnLst/>
              <a:rect l="l" t="t" r="r" b="b"/>
              <a:pathLst>
                <a:path w="6525" h="12645" extrusionOk="0">
                  <a:moveTo>
                    <a:pt x="6525" y="0"/>
                  </a:moveTo>
                  <a:lnTo>
                    <a:pt x="0" y="750"/>
                  </a:lnTo>
                  <a:lnTo>
                    <a:pt x="0" y="12645"/>
                  </a:lnTo>
                  <a:lnTo>
                    <a:pt x="6525" y="12502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2293584" y="1282981"/>
              <a:ext cx="544691" cy="1055573"/>
            </a:xfrm>
            <a:custGeom>
              <a:avLst/>
              <a:gdLst/>
              <a:ahLst/>
              <a:cxnLst/>
              <a:rect l="l" t="t" r="r" b="b"/>
              <a:pathLst>
                <a:path w="6525" h="12645" extrusionOk="0">
                  <a:moveTo>
                    <a:pt x="6525" y="0"/>
                  </a:moveTo>
                  <a:lnTo>
                    <a:pt x="0" y="750"/>
                  </a:lnTo>
                  <a:lnTo>
                    <a:pt x="0" y="12645"/>
                  </a:lnTo>
                  <a:lnTo>
                    <a:pt x="6525" y="12502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1206213" y="1282981"/>
              <a:ext cx="1632069" cy="187908"/>
            </a:xfrm>
            <a:custGeom>
              <a:avLst/>
              <a:gdLst/>
              <a:ahLst/>
              <a:cxnLst/>
              <a:rect l="l" t="t" r="r" b="b"/>
              <a:pathLst>
                <a:path w="19551" h="2251" fill="none" extrusionOk="0">
                  <a:moveTo>
                    <a:pt x="19551" y="0"/>
                  </a:moveTo>
                  <a:lnTo>
                    <a:pt x="1" y="225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1206213" y="1432071"/>
              <a:ext cx="1632069" cy="167038"/>
            </a:xfrm>
            <a:custGeom>
              <a:avLst/>
              <a:gdLst/>
              <a:ahLst/>
              <a:cxnLst/>
              <a:rect l="l" t="t" r="r" b="b"/>
              <a:pathLst>
                <a:path w="19551" h="2001" fill="none" extrusionOk="0">
                  <a:moveTo>
                    <a:pt x="1" y="2000"/>
                  </a:moveTo>
                  <a:lnTo>
                    <a:pt x="19551" y="0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1206213" y="1581161"/>
              <a:ext cx="1632069" cy="145167"/>
            </a:xfrm>
            <a:custGeom>
              <a:avLst/>
              <a:gdLst/>
              <a:ahLst/>
              <a:cxnLst/>
              <a:rect l="l" t="t" r="r" b="b"/>
              <a:pathLst>
                <a:path w="19551" h="1739" fill="none" extrusionOk="0">
                  <a:moveTo>
                    <a:pt x="19551" y="0"/>
                  </a:moveTo>
                  <a:lnTo>
                    <a:pt x="1" y="1738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1206213" y="1730251"/>
              <a:ext cx="1632069" cy="124298"/>
            </a:xfrm>
            <a:custGeom>
              <a:avLst/>
              <a:gdLst/>
              <a:ahLst/>
              <a:cxnLst/>
              <a:rect l="l" t="t" r="r" b="b"/>
              <a:pathLst>
                <a:path w="19551" h="1489" fill="none" extrusionOk="0">
                  <a:moveTo>
                    <a:pt x="1" y="1488"/>
                  </a:moveTo>
                  <a:lnTo>
                    <a:pt x="19551" y="0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1206213" y="1879257"/>
              <a:ext cx="1632069" cy="102510"/>
            </a:xfrm>
            <a:custGeom>
              <a:avLst/>
              <a:gdLst/>
              <a:ahLst/>
              <a:cxnLst/>
              <a:rect l="l" t="t" r="r" b="b"/>
              <a:pathLst>
                <a:path w="19551" h="1228" fill="none" extrusionOk="0">
                  <a:moveTo>
                    <a:pt x="19551" y="1"/>
                  </a:moveTo>
                  <a:lnTo>
                    <a:pt x="1" y="1227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1206213" y="2028347"/>
              <a:ext cx="1632069" cy="80639"/>
            </a:xfrm>
            <a:custGeom>
              <a:avLst/>
              <a:gdLst/>
              <a:ahLst/>
              <a:cxnLst/>
              <a:rect l="l" t="t" r="r" b="b"/>
              <a:pathLst>
                <a:path w="19551" h="966" fill="none" extrusionOk="0">
                  <a:moveTo>
                    <a:pt x="1" y="965"/>
                  </a:moveTo>
                  <a:lnTo>
                    <a:pt x="1955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1206213" y="2177437"/>
              <a:ext cx="1632069" cy="58768"/>
            </a:xfrm>
            <a:custGeom>
              <a:avLst/>
              <a:gdLst/>
              <a:ahLst/>
              <a:cxnLst/>
              <a:rect l="l" t="t" r="r" b="b"/>
              <a:pathLst>
                <a:path w="19551" h="704" fill="none" extrusionOk="0">
                  <a:moveTo>
                    <a:pt x="19551" y="1"/>
                  </a:moveTo>
                  <a:lnTo>
                    <a:pt x="1" y="703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1206213" y="2326526"/>
              <a:ext cx="1632069" cy="37899"/>
            </a:xfrm>
            <a:custGeom>
              <a:avLst/>
              <a:gdLst/>
              <a:ahLst/>
              <a:cxnLst/>
              <a:rect l="l" t="t" r="r" b="b"/>
              <a:pathLst>
                <a:path w="19551" h="454" fill="none" extrusionOk="0">
                  <a:moveTo>
                    <a:pt x="1" y="453"/>
                  </a:moveTo>
                  <a:lnTo>
                    <a:pt x="1955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1342447" y="1455862"/>
              <a:ext cx="83" cy="905564"/>
            </a:xfrm>
            <a:custGeom>
              <a:avLst/>
              <a:gdLst/>
              <a:ahLst/>
              <a:cxnLst/>
              <a:rect l="l" t="t" r="r" b="b"/>
              <a:pathLst>
                <a:path w="1" h="10848" fill="none" extrusionOk="0">
                  <a:moveTo>
                    <a:pt x="0" y="10848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1206213" y="1470804"/>
              <a:ext cx="83" cy="893627"/>
            </a:xfrm>
            <a:custGeom>
              <a:avLst/>
              <a:gdLst/>
              <a:ahLst/>
              <a:cxnLst/>
              <a:rect l="l" t="t" r="r" b="b"/>
              <a:pathLst>
                <a:path w="1" h="10705" fill="none" extrusionOk="0">
                  <a:moveTo>
                    <a:pt x="1" y="1"/>
                  </a:moveTo>
                  <a:lnTo>
                    <a:pt x="1" y="10704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1613748" y="1424057"/>
              <a:ext cx="83" cy="930440"/>
            </a:xfrm>
            <a:custGeom>
              <a:avLst/>
              <a:gdLst/>
              <a:ahLst/>
              <a:cxnLst/>
              <a:rect l="l" t="t" r="r" b="b"/>
              <a:pathLst>
                <a:path w="1" h="11146" fill="none" extrusionOk="0">
                  <a:moveTo>
                    <a:pt x="0" y="11145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1477597" y="1440001"/>
              <a:ext cx="83" cy="918419"/>
            </a:xfrm>
            <a:custGeom>
              <a:avLst/>
              <a:gdLst/>
              <a:ahLst/>
              <a:cxnLst/>
              <a:rect l="l" t="t" r="r" b="b"/>
              <a:pathLst>
                <a:path w="1" h="11002" fill="none" extrusionOk="0">
                  <a:moveTo>
                    <a:pt x="0" y="0"/>
                  </a:moveTo>
                  <a:lnTo>
                    <a:pt x="0" y="11002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1886050" y="1392253"/>
              <a:ext cx="83" cy="956235"/>
            </a:xfrm>
            <a:custGeom>
              <a:avLst/>
              <a:gdLst/>
              <a:ahLst/>
              <a:cxnLst/>
              <a:rect l="l" t="t" r="r" b="b"/>
              <a:pathLst>
                <a:path w="1" h="11455" fill="none" extrusionOk="0">
                  <a:moveTo>
                    <a:pt x="1" y="11455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1749899" y="1408197"/>
              <a:ext cx="83" cy="943296"/>
            </a:xfrm>
            <a:custGeom>
              <a:avLst/>
              <a:gdLst/>
              <a:ahLst/>
              <a:cxnLst/>
              <a:rect l="l" t="t" r="r" b="b"/>
              <a:pathLst>
                <a:path w="1" h="11300" fill="none" extrusionOk="0">
                  <a:moveTo>
                    <a:pt x="1" y="0"/>
                  </a:moveTo>
                  <a:lnTo>
                    <a:pt x="1" y="11299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2158435" y="1361450"/>
              <a:ext cx="83" cy="981111"/>
            </a:xfrm>
            <a:custGeom>
              <a:avLst/>
              <a:gdLst/>
              <a:ahLst/>
              <a:cxnLst/>
              <a:rect l="l" t="t" r="r" b="b"/>
              <a:pathLst>
                <a:path w="1" h="11753" fill="none" extrusionOk="0">
                  <a:moveTo>
                    <a:pt x="0" y="11752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2022201" y="1377394"/>
              <a:ext cx="83" cy="968172"/>
            </a:xfrm>
            <a:custGeom>
              <a:avLst/>
              <a:gdLst/>
              <a:ahLst/>
              <a:cxnLst/>
              <a:rect l="l" t="t" r="r" b="b"/>
              <a:pathLst>
                <a:path w="1" h="11598" fill="none" extrusionOk="0">
                  <a:moveTo>
                    <a:pt x="1" y="0"/>
                  </a:moveTo>
                  <a:lnTo>
                    <a:pt x="1" y="11597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2429735" y="1329645"/>
              <a:ext cx="83" cy="1005904"/>
            </a:xfrm>
            <a:custGeom>
              <a:avLst/>
              <a:gdLst/>
              <a:ahLst/>
              <a:cxnLst/>
              <a:rect l="l" t="t" r="r" b="b"/>
              <a:pathLst>
                <a:path w="1" h="12050" fill="none" extrusionOk="0">
                  <a:moveTo>
                    <a:pt x="0" y="12050"/>
                  </a:moveTo>
                  <a:lnTo>
                    <a:pt x="0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2293584" y="1345589"/>
              <a:ext cx="83" cy="992965"/>
            </a:xfrm>
            <a:custGeom>
              <a:avLst/>
              <a:gdLst/>
              <a:ahLst/>
              <a:cxnLst/>
              <a:rect l="l" t="t" r="r" b="b"/>
              <a:pathLst>
                <a:path w="1" h="11895" fill="none" extrusionOk="0">
                  <a:moveTo>
                    <a:pt x="0" y="0"/>
                  </a:moveTo>
                  <a:lnTo>
                    <a:pt x="0" y="11895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2702037" y="1298842"/>
              <a:ext cx="83" cy="1030780"/>
            </a:xfrm>
            <a:custGeom>
              <a:avLst/>
              <a:gdLst/>
              <a:ahLst/>
              <a:cxnLst/>
              <a:rect l="l" t="t" r="r" b="b"/>
              <a:pathLst>
                <a:path w="1" h="12348" fill="none" extrusionOk="0">
                  <a:moveTo>
                    <a:pt x="1" y="12348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2565886" y="1314786"/>
              <a:ext cx="83" cy="1017841"/>
            </a:xfrm>
            <a:custGeom>
              <a:avLst/>
              <a:gdLst/>
              <a:ahLst/>
              <a:cxnLst/>
              <a:rect l="l" t="t" r="r" b="b"/>
              <a:pathLst>
                <a:path w="1" h="12193" fill="none" extrusionOk="0">
                  <a:moveTo>
                    <a:pt x="1" y="0"/>
                  </a:moveTo>
                  <a:lnTo>
                    <a:pt x="1" y="12192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2838188" y="1282981"/>
              <a:ext cx="83" cy="1043636"/>
            </a:xfrm>
            <a:custGeom>
              <a:avLst/>
              <a:gdLst/>
              <a:ahLst/>
              <a:cxnLst/>
              <a:rect l="l" t="t" r="r" b="b"/>
              <a:pathLst>
                <a:path w="1" h="12502" fill="none" extrusionOk="0">
                  <a:moveTo>
                    <a:pt x="1" y="0"/>
                  </a:moveTo>
                  <a:lnTo>
                    <a:pt x="1" y="12502"/>
                  </a:ln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1206213" y="1283983"/>
              <a:ext cx="1632069" cy="1080449"/>
            </a:xfrm>
            <a:custGeom>
              <a:avLst/>
              <a:gdLst/>
              <a:ahLst/>
              <a:cxnLst/>
              <a:rect l="l" t="t" r="r" b="b"/>
              <a:pathLst>
                <a:path w="19551" h="12943" fill="none" extrusionOk="0">
                  <a:moveTo>
                    <a:pt x="1" y="2239"/>
                  </a:moveTo>
                  <a:lnTo>
                    <a:pt x="1" y="12942"/>
                  </a:lnTo>
                  <a:lnTo>
                    <a:pt x="19551" y="12490"/>
                  </a:lnTo>
                  <a:lnTo>
                    <a:pt x="19551" y="0"/>
                  </a:ln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1206213" y="2236121"/>
              <a:ext cx="10017" cy="83"/>
            </a:xfrm>
            <a:custGeom>
              <a:avLst/>
              <a:gdLst/>
              <a:ahLst/>
              <a:cxnLst/>
              <a:rect l="l" t="t" r="r" b="b"/>
              <a:pathLst>
                <a:path w="120" h="1" fill="none" extrusionOk="0">
                  <a:moveTo>
                    <a:pt x="1" y="0"/>
                  </a:moveTo>
                  <a:lnTo>
                    <a:pt x="120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1232091" y="2232114"/>
              <a:ext cx="91491" cy="3089"/>
            </a:xfrm>
            <a:custGeom>
              <a:avLst/>
              <a:gdLst/>
              <a:ahLst/>
              <a:cxnLst/>
              <a:rect l="l" t="t" r="r" b="b"/>
              <a:pathLst>
                <a:path w="1096" h="37" fill="none" extrusionOk="0">
                  <a:moveTo>
                    <a:pt x="0" y="36"/>
                  </a:moveTo>
                  <a:lnTo>
                    <a:pt x="1096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1332430" y="2225185"/>
              <a:ext cx="17029" cy="7012"/>
            </a:xfrm>
            <a:custGeom>
              <a:avLst/>
              <a:gdLst/>
              <a:ahLst/>
              <a:cxnLst/>
              <a:rect l="l" t="t" r="r" b="b"/>
              <a:pathLst>
                <a:path w="204" h="84" fill="none" extrusionOk="0">
                  <a:moveTo>
                    <a:pt x="1" y="84"/>
                  </a:moveTo>
                  <a:lnTo>
                    <a:pt x="120" y="84"/>
                  </a:lnTo>
                  <a:lnTo>
                    <a:pt x="203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1362315" y="2108902"/>
              <a:ext cx="102427" cy="102427"/>
            </a:xfrm>
            <a:custGeom>
              <a:avLst/>
              <a:gdLst/>
              <a:ahLst/>
              <a:cxnLst/>
              <a:rect l="l" t="t" r="r" b="b"/>
              <a:pathLst>
                <a:path w="1227" h="1227" fill="none" extrusionOk="0">
                  <a:moveTo>
                    <a:pt x="0" y="1227"/>
                  </a:moveTo>
                  <a:cubicBezTo>
                    <a:pt x="488" y="739"/>
                    <a:pt x="726" y="500"/>
                    <a:pt x="1227" y="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1471586" y="2095963"/>
              <a:ext cx="14024" cy="7012"/>
            </a:xfrm>
            <a:custGeom>
              <a:avLst/>
              <a:gdLst/>
              <a:ahLst/>
              <a:cxnLst/>
              <a:rect l="l" t="t" r="r" b="b"/>
              <a:pathLst>
                <a:path w="168" h="84" fill="none" extrusionOk="0">
                  <a:moveTo>
                    <a:pt x="1" y="84"/>
                  </a:moveTo>
                  <a:lnTo>
                    <a:pt x="84" y="1"/>
                  </a:lnTo>
                  <a:cubicBezTo>
                    <a:pt x="108" y="24"/>
                    <a:pt x="132" y="36"/>
                    <a:pt x="168" y="7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1495461" y="2111907"/>
              <a:ext cx="38817" cy="34810"/>
            </a:xfrm>
            <a:custGeom>
              <a:avLst/>
              <a:gdLst/>
              <a:ahLst/>
              <a:cxnLst/>
              <a:rect l="l" t="t" r="r" b="b"/>
              <a:pathLst>
                <a:path w="465" h="417" fill="none" extrusionOk="0">
                  <a:moveTo>
                    <a:pt x="1" y="0"/>
                  </a:moveTo>
                  <a:lnTo>
                    <a:pt x="465" y="417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1539203" y="2148637"/>
              <a:ext cx="10017" cy="10017"/>
            </a:xfrm>
            <a:custGeom>
              <a:avLst/>
              <a:gdLst/>
              <a:ahLst/>
              <a:cxnLst/>
              <a:rect l="l" t="t" r="r" b="b"/>
              <a:pathLst>
                <a:path w="120" h="120" fill="none" extrusionOk="0">
                  <a:moveTo>
                    <a:pt x="0" y="36"/>
                  </a:moveTo>
                  <a:lnTo>
                    <a:pt x="84" y="120"/>
                  </a:lnTo>
                  <a:cubicBezTo>
                    <a:pt x="96" y="72"/>
                    <a:pt x="108" y="48"/>
                    <a:pt x="120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1555063" y="1972751"/>
              <a:ext cx="52758" cy="159108"/>
            </a:xfrm>
            <a:custGeom>
              <a:avLst/>
              <a:gdLst/>
              <a:ahLst/>
              <a:cxnLst/>
              <a:rect l="l" t="t" r="r" b="b"/>
              <a:pathLst>
                <a:path w="632" h="1906" fill="none" extrusionOk="0">
                  <a:moveTo>
                    <a:pt x="1" y="1905"/>
                  </a:moveTo>
                  <a:cubicBezTo>
                    <a:pt x="251" y="1155"/>
                    <a:pt x="382" y="774"/>
                    <a:pt x="632" y="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1610743" y="1954804"/>
              <a:ext cx="13022" cy="10017"/>
            </a:xfrm>
            <a:custGeom>
              <a:avLst/>
              <a:gdLst/>
              <a:ahLst/>
              <a:cxnLst/>
              <a:rect l="l" t="t" r="r" b="b"/>
              <a:pathLst>
                <a:path w="156" h="120" fill="none" extrusionOk="0">
                  <a:moveTo>
                    <a:pt x="1" y="120"/>
                  </a:moveTo>
                  <a:cubicBezTo>
                    <a:pt x="13" y="84"/>
                    <a:pt x="25" y="60"/>
                    <a:pt x="36" y="13"/>
                  </a:cubicBezTo>
                  <a:lnTo>
                    <a:pt x="156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1639626" y="1952884"/>
              <a:ext cx="24876" cy="1002"/>
            </a:xfrm>
            <a:custGeom>
              <a:avLst/>
              <a:gdLst/>
              <a:ahLst/>
              <a:cxnLst/>
              <a:rect l="l" t="t" r="r" b="b"/>
              <a:pathLst>
                <a:path w="298" h="12" fill="none" extrusionOk="0">
                  <a:moveTo>
                    <a:pt x="0" y="12"/>
                  </a:moveTo>
                  <a:lnTo>
                    <a:pt x="298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1672349" y="1942866"/>
              <a:ext cx="14024" cy="9099"/>
            </a:xfrm>
            <a:custGeom>
              <a:avLst/>
              <a:gdLst/>
              <a:ahLst/>
              <a:cxnLst/>
              <a:rect l="l" t="t" r="r" b="b"/>
              <a:pathLst>
                <a:path w="168" h="109" fill="none" extrusionOk="0">
                  <a:moveTo>
                    <a:pt x="1" y="108"/>
                  </a:moveTo>
                  <a:lnTo>
                    <a:pt x="120" y="108"/>
                  </a:lnTo>
                  <a:lnTo>
                    <a:pt x="168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1695221" y="1829588"/>
              <a:ext cx="45829" cy="95498"/>
            </a:xfrm>
            <a:custGeom>
              <a:avLst/>
              <a:gdLst/>
              <a:ahLst/>
              <a:cxnLst/>
              <a:rect l="l" t="t" r="r" b="b"/>
              <a:pathLst>
                <a:path w="549" h="1144" fill="none" extrusionOk="0">
                  <a:moveTo>
                    <a:pt x="1" y="1144"/>
                  </a:moveTo>
                  <a:lnTo>
                    <a:pt x="548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1745892" y="1811724"/>
              <a:ext cx="14024" cy="10017"/>
            </a:xfrm>
            <a:custGeom>
              <a:avLst/>
              <a:gdLst/>
              <a:ahLst/>
              <a:cxnLst/>
              <a:rect l="l" t="t" r="r" b="b"/>
              <a:pathLst>
                <a:path w="168" h="120" fill="none" extrusionOk="0">
                  <a:moveTo>
                    <a:pt x="1" y="119"/>
                  </a:moveTo>
                  <a:lnTo>
                    <a:pt x="49" y="12"/>
                  </a:lnTo>
                  <a:lnTo>
                    <a:pt x="168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1776778" y="1803794"/>
              <a:ext cx="91491" cy="7012"/>
            </a:xfrm>
            <a:custGeom>
              <a:avLst/>
              <a:gdLst/>
              <a:ahLst/>
              <a:cxnLst/>
              <a:rect l="l" t="t" r="r" b="b"/>
              <a:pathLst>
                <a:path w="1096" h="84" fill="none" extrusionOk="0">
                  <a:moveTo>
                    <a:pt x="0" y="83"/>
                  </a:moveTo>
                  <a:lnTo>
                    <a:pt x="1095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1876116" y="1794778"/>
              <a:ext cx="17029" cy="8097"/>
            </a:xfrm>
            <a:custGeom>
              <a:avLst/>
              <a:gdLst/>
              <a:ahLst/>
              <a:cxnLst/>
              <a:rect l="l" t="t" r="r" b="b"/>
              <a:pathLst>
                <a:path w="204" h="97" fill="none" extrusionOk="0">
                  <a:moveTo>
                    <a:pt x="1" y="96"/>
                  </a:moveTo>
                  <a:lnTo>
                    <a:pt x="120" y="96"/>
                  </a:lnTo>
                  <a:lnTo>
                    <a:pt x="203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1903997" y="1742104"/>
              <a:ext cx="37815" cy="40904"/>
            </a:xfrm>
            <a:custGeom>
              <a:avLst/>
              <a:gdLst/>
              <a:ahLst/>
              <a:cxnLst/>
              <a:rect l="l" t="t" r="r" b="b"/>
              <a:pathLst>
                <a:path w="453" h="490" fill="none" extrusionOk="0">
                  <a:moveTo>
                    <a:pt x="0" y="489"/>
                  </a:moveTo>
                  <a:lnTo>
                    <a:pt x="453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1946737" y="1727246"/>
              <a:ext cx="16946" cy="9016"/>
            </a:xfrm>
            <a:custGeom>
              <a:avLst/>
              <a:gdLst/>
              <a:ahLst/>
              <a:cxnLst/>
              <a:rect l="l" t="t" r="r" b="b"/>
              <a:pathLst>
                <a:path w="203" h="108" fill="none" extrusionOk="0">
                  <a:moveTo>
                    <a:pt x="0" y="107"/>
                  </a:moveTo>
                  <a:lnTo>
                    <a:pt x="83" y="12"/>
                  </a:lnTo>
                  <a:lnTo>
                    <a:pt x="202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1983467" y="1656624"/>
              <a:ext cx="161112" cy="69704"/>
            </a:xfrm>
            <a:custGeom>
              <a:avLst/>
              <a:gdLst/>
              <a:ahLst/>
              <a:cxnLst/>
              <a:rect l="l" t="t" r="r" b="b"/>
              <a:pathLst>
                <a:path w="1930" h="835" fill="none" extrusionOk="0">
                  <a:moveTo>
                    <a:pt x="1" y="834"/>
                  </a:moveTo>
                  <a:lnTo>
                    <a:pt x="1275" y="727"/>
                  </a:lnTo>
                  <a:cubicBezTo>
                    <a:pt x="1536" y="442"/>
                    <a:pt x="1667" y="299"/>
                    <a:pt x="1929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2151423" y="1641765"/>
              <a:ext cx="13022" cy="7012"/>
            </a:xfrm>
            <a:custGeom>
              <a:avLst/>
              <a:gdLst/>
              <a:ahLst/>
              <a:cxnLst/>
              <a:rect l="l" t="t" r="r" b="b"/>
              <a:pathLst>
                <a:path w="156" h="84" fill="none" extrusionOk="0">
                  <a:moveTo>
                    <a:pt x="1" y="84"/>
                  </a:moveTo>
                  <a:cubicBezTo>
                    <a:pt x="25" y="48"/>
                    <a:pt x="48" y="36"/>
                    <a:pt x="72" y="0"/>
                  </a:cubicBezTo>
                  <a:lnTo>
                    <a:pt x="156" y="72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2178303" y="1660631"/>
              <a:ext cx="102427" cy="97502"/>
            </a:xfrm>
            <a:custGeom>
              <a:avLst/>
              <a:gdLst/>
              <a:ahLst/>
              <a:cxnLst/>
              <a:rect l="l" t="t" r="r" b="b"/>
              <a:pathLst>
                <a:path w="1227" h="1168" fill="none" extrusionOk="0">
                  <a:moveTo>
                    <a:pt x="0" y="1"/>
                  </a:moveTo>
                  <a:cubicBezTo>
                    <a:pt x="488" y="465"/>
                    <a:pt x="726" y="691"/>
                    <a:pt x="1227" y="116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2286572" y="1763975"/>
              <a:ext cx="14024" cy="7096"/>
            </a:xfrm>
            <a:custGeom>
              <a:avLst/>
              <a:gdLst/>
              <a:ahLst/>
              <a:cxnLst/>
              <a:rect l="l" t="t" r="r" b="b"/>
              <a:pathLst>
                <a:path w="168" h="85" fill="none" extrusionOk="0">
                  <a:moveTo>
                    <a:pt x="1" y="13"/>
                  </a:moveTo>
                  <a:lnTo>
                    <a:pt x="84" y="84"/>
                  </a:lnTo>
                  <a:cubicBezTo>
                    <a:pt x="120" y="48"/>
                    <a:pt x="132" y="37"/>
                    <a:pt x="168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2311448" y="1708380"/>
              <a:ext cx="37899" cy="42824"/>
            </a:xfrm>
            <a:custGeom>
              <a:avLst/>
              <a:gdLst/>
              <a:ahLst/>
              <a:cxnLst/>
              <a:rect l="l" t="t" r="r" b="b"/>
              <a:pathLst>
                <a:path w="454" h="513" fill="none" extrusionOk="0">
                  <a:moveTo>
                    <a:pt x="1" y="512"/>
                  </a:moveTo>
                  <a:cubicBezTo>
                    <a:pt x="179" y="310"/>
                    <a:pt x="274" y="214"/>
                    <a:pt x="453" y="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2355190" y="1694439"/>
              <a:ext cx="15944" cy="8014"/>
            </a:xfrm>
            <a:custGeom>
              <a:avLst/>
              <a:gdLst/>
              <a:ahLst/>
              <a:cxnLst/>
              <a:rect l="l" t="t" r="r" b="b"/>
              <a:pathLst>
                <a:path w="191" h="96" fill="none" extrusionOk="0">
                  <a:moveTo>
                    <a:pt x="1" y="96"/>
                  </a:moveTo>
                  <a:lnTo>
                    <a:pt x="84" y="0"/>
                  </a:lnTo>
                  <a:lnTo>
                    <a:pt x="19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2390000" y="1601028"/>
              <a:ext cx="224721" cy="91491"/>
            </a:xfrm>
            <a:custGeom>
              <a:avLst/>
              <a:gdLst/>
              <a:ahLst/>
              <a:cxnLst/>
              <a:rect l="l" t="t" r="r" b="b"/>
              <a:pathLst>
                <a:path w="2692" h="1096" fill="none" extrusionOk="0">
                  <a:moveTo>
                    <a:pt x="0" y="1096"/>
                  </a:moveTo>
                  <a:lnTo>
                    <a:pt x="1298" y="988"/>
                  </a:lnTo>
                  <a:cubicBezTo>
                    <a:pt x="1619" y="619"/>
                    <a:pt x="1786" y="429"/>
                    <a:pt x="2108" y="60"/>
                  </a:cubicBezTo>
                  <a:lnTo>
                    <a:pt x="2691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2624571" y="1590093"/>
              <a:ext cx="13941" cy="10017"/>
            </a:xfrm>
            <a:custGeom>
              <a:avLst/>
              <a:gdLst/>
              <a:ahLst/>
              <a:cxnLst/>
              <a:rect l="l" t="t" r="r" b="b"/>
              <a:pathLst>
                <a:path w="167" h="120" fill="none" extrusionOk="0">
                  <a:moveTo>
                    <a:pt x="0" y="119"/>
                  </a:moveTo>
                  <a:lnTo>
                    <a:pt x="107" y="107"/>
                  </a:lnTo>
                  <a:lnTo>
                    <a:pt x="167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646442" y="1465796"/>
              <a:ext cx="46747" cy="104514"/>
            </a:xfrm>
            <a:custGeom>
              <a:avLst/>
              <a:gdLst/>
              <a:ahLst/>
              <a:cxnLst/>
              <a:rect l="l" t="t" r="r" b="b"/>
              <a:pathLst>
                <a:path w="560" h="1252" fill="none" extrusionOk="0">
                  <a:moveTo>
                    <a:pt x="0" y="1251"/>
                  </a:moveTo>
                  <a:cubicBezTo>
                    <a:pt x="226" y="751"/>
                    <a:pt x="333" y="501"/>
                    <a:pt x="560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4"/>
            <p:cNvSpPr/>
            <p:nvPr/>
          </p:nvSpPr>
          <p:spPr>
            <a:xfrm>
              <a:off x="2697112" y="1445928"/>
              <a:ext cx="5009" cy="10017"/>
            </a:xfrm>
            <a:custGeom>
              <a:avLst/>
              <a:gdLst/>
              <a:ahLst/>
              <a:cxnLst/>
              <a:rect l="l" t="t" r="r" b="b"/>
              <a:pathLst>
                <a:path w="60" h="120" fill="none" extrusionOk="0">
                  <a:moveTo>
                    <a:pt x="0" y="120"/>
                  </a:moveTo>
                  <a:lnTo>
                    <a:pt x="60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1206213" y="1298842"/>
              <a:ext cx="1495917" cy="810149"/>
            </a:xfrm>
            <a:custGeom>
              <a:avLst/>
              <a:gdLst/>
              <a:ahLst/>
              <a:cxnLst/>
              <a:rect l="l" t="t" r="r" b="b"/>
              <a:pathLst>
                <a:path w="17920" h="9705" fill="none" extrusionOk="0">
                  <a:moveTo>
                    <a:pt x="1" y="9704"/>
                  </a:moveTo>
                  <a:lnTo>
                    <a:pt x="1632" y="9621"/>
                  </a:lnTo>
                  <a:cubicBezTo>
                    <a:pt x="2275" y="9276"/>
                    <a:pt x="2608" y="9109"/>
                    <a:pt x="3251" y="8752"/>
                  </a:cubicBezTo>
                  <a:lnTo>
                    <a:pt x="4073" y="8716"/>
                  </a:lnTo>
                  <a:cubicBezTo>
                    <a:pt x="4394" y="8061"/>
                    <a:pt x="4561" y="7728"/>
                    <a:pt x="4882" y="7073"/>
                  </a:cubicBezTo>
                  <a:cubicBezTo>
                    <a:pt x="5216" y="6728"/>
                    <a:pt x="5371" y="6561"/>
                    <a:pt x="5704" y="6216"/>
                  </a:cubicBezTo>
                  <a:cubicBezTo>
                    <a:pt x="6025" y="5549"/>
                    <a:pt x="6192" y="5216"/>
                    <a:pt x="6514" y="4537"/>
                  </a:cubicBezTo>
                  <a:cubicBezTo>
                    <a:pt x="7168" y="4811"/>
                    <a:pt x="7490" y="4942"/>
                    <a:pt x="8145" y="5216"/>
                  </a:cubicBezTo>
                  <a:cubicBezTo>
                    <a:pt x="8466" y="5513"/>
                    <a:pt x="8633" y="5668"/>
                    <a:pt x="8954" y="5966"/>
                  </a:cubicBezTo>
                  <a:cubicBezTo>
                    <a:pt x="9609" y="5263"/>
                    <a:pt x="9931" y="4906"/>
                    <a:pt x="10586" y="4180"/>
                  </a:cubicBezTo>
                  <a:cubicBezTo>
                    <a:pt x="10907" y="3489"/>
                    <a:pt x="11074" y="3144"/>
                    <a:pt x="11407" y="2430"/>
                  </a:cubicBezTo>
                  <a:cubicBezTo>
                    <a:pt x="12050" y="3037"/>
                    <a:pt x="12383" y="3346"/>
                    <a:pt x="13026" y="3966"/>
                  </a:cubicBezTo>
                  <a:cubicBezTo>
                    <a:pt x="13360" y="4608"/>
                    <a:pt x="13514" y="4942"/>
                    <a:pt x="13848" y="5597"/>
                  </a:cubicBezTo>
                  <a:lnTo>
                    <a:pt x="15479" y="5478"/>
                  </a:lnTo>
                  <a:cubicBezTo>
                    <a:pt x="15800" y="5109"/>
                    <a:pt x="15967" y="4918"/>
                    <a:pt x="16289" y="4537"/>
                  </a:cubicBezTo>
                  <a:cubicBezTo>
                    <a:pt x="16610" y="3465"/>
                    <a:pt x="16777" y="2930"/>
                    <a:pt x="17110" y="1846"/>
                  </a:cubicBezTo>
                  <a:cubicBezTo>
                    <a:pt x="17432" y="1108"/>
                    <a:pt x="17598" y="739"/>
                    <a:pt x="17920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1437862" y="2390052"/>
              <a:ext cx="42740" cy="86817"/>
            </a:xfrm>
            <a:custGeom>
              <a:avLst/>
              <a:gdLst/>
              <a:ahLst/>
              <a:cxnLst/>
              <a:rect l="l" t="t" r="r" b="b"/>
              <a:pathLst>
                <a:path w="512" h="1040" extrusionOk="0">
                  <a:moveTo>
                    <a:pt x="250" y="145"/>
                  </a:moveTo>
                  <a:cubicBezTo>
                    <a:pt x="298" y="145"/>
                    <a:pt x="322" y="168"/>
                    <a:pt x="322" y="228"/>
                  </a:cubicBezTo>
                  <a:lnTo>
                    <a:pt x="322" y="740"/>
                  </a:lnTo>
                  <a:cubicBezTo>
                    <a:pt x="322" y="811"/>
                    <a:pt x="298" y="835"/>
                    <a:pt x="250" y="835"/>
                  </a:cubicBezTo>
                  <a:cubicBezTo>
                    <a:pt x="202" y="835"/>
                    <a:pt x="167" y="811"/>
                    <a:pt x="167" y="752"/>
                  </a:cubicBezTo>
                  <a:lnTo>
                    <a:pt x="167" y="240"/>
                  </a:lnTo>
                  <a:cubicBezTo>
                    <a:pt x="167" y="168"/>
                    <a:pt x="191" y="145"/>
                    <a:pt x="250" y="145"/>
                  </a:cubicBezTo>
                  <a:close/>
                  <a:moveTo>
                    <a:pt x="264" y="0"/>
                  </a:moveTo>
                  <a:cubicBezTo>
                    <a:pt x="255" y="0"/>
                    <a:pt x="247" y="1"/>
                    <a:pt x="238" y="2"/>
                  </a:cubicBezTo>
                  <a:lnTo>
                    <a:pt x="202" y="2"/>
                  </a:lnTo>
                  <a:cubicBezTo>
                    <a:pt x="83" y="14"/>
                    <a:pt x="0" y="121"/>
                    <a:pt x="12" y="240"/>
                  </a:cubicBezTo>
                  <a:lnTo>
                    <a:pt x="12" y="740"/>
                  </a:lnTo>
                  <a:cubicBezTo>
                    <a:pt x="12" y="752"/>
                    <a:pt x="12" y="776"/>
                    <a:pt x="12" y="788"/>
                  </a:cubicBezTo>
                  <a:cubicBezTo>
                    <a:pt x="22" y="893"/>
                    <a:pt x="108" y="970"/>
                    <a:pt x="201" y="970"/>
                  </a:cubicBezTo>
                  <a:cubicBezTo>
                    <a:pt x="213" y="970"/>
                    <a:pt x="226" y="969"/>
                    <a:pt x="238" y="966"/>
                  </a:cubicBezTo>
                  <a:cubicBezTo>
                    <a:pt x="249" y="970"/>
                    <a:pt x="259" y="971"/>
                    <a:pt x="270" y="971"/>
                  </a:cubicBezTo>
                  <a:cubicBezTo>
                    <a:pt x="295" y="971"/>
                    <a:pt x="320" y="963"/>
                    <a:pt x="345" y="954"/>
                  </a:cubicBezTo>
                  <a:cubicBezTo>
                    <a:pt x="356" y="1006"/>
                    <a:pt x="402" y="1040"/>
                    <a:pt x="453" y="1040"/>
                  </a:cubicBezTo>
                  <a:cubicBezTo>
                    <a:pt x="461" y="1040"/>
                    <a:pt x="469" y="1039"/>
                    <a:pt x="476" y="1038"/>
                  </a:cubicBezTo>
                  <a:lnTo>
                    <a:pt x="512" y="1038"/>
                  </a:lnTo>
                  <a:lnTo>
                    <a:pt x="512" y="907"/>
                  </a:lnTo>
                  <a:lnTo>
                    <a:pt x="488" y="907"/>
                  </a:lnTo>
                  <a:cubicBezTo>
                    <a:pt x="464" y="907"/>
                    <a:pt x="441" y="907"/>
                    <a:pt x="429" y="883"/>
                  </a:cubicBezTo>
                  <a:cubicBezTo>
                    <a:pt x="464" y="835"/>
                    <a:pt x="476" y="788"/>
                    <a:pt x="476" y="728"/>
                  </a:cubicBezTo>
                  <a:lnTo>
                    <a:pt x="476" y="228"/>
                  </a:lnTo>
                  <a:cubicBezTo>
                    <a:pt x="476" y="216"/>
                    <a:pt x="476" y="204"/>
                    <a:pt x="476" y="180"/>
                  </a:cubicBezTo>
                  <a:cubicBezTo>
                    <a:pt x="465" y="70"/>
                    <a:pt x="372" y="0"/>
                    <a:pt x="2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1490536" y="2390136"/>
              <a:ext cx="26880" cy="79638"/>
            </a:xfrm>
            <a:custGeom>
              <a:avLst/>
              <a:gdLst/>
              <a:ahLst/>
              <a:cxnLst/>
              <a:rect l="l" t="t" r="r" b="b"/>
              <a:pathLst>
                <a:path w="322" h="954" extrusionOk="0">
                  <a:moveTo>
                    <a:pt x="214" y="1"/>
                  </a:moveTo>
                  <a:cubicBezTo>
                    <a:pt x="179" y="96"/>
                    <a:pt x="131" y="132"/>
                    <a:pt x="0" y="132"/>
                  </a:cubicBezTo>
                  <a:lnTo>
                    <a:pt x="0" y="227"/>
                  </a:lnTo>
                  <a:lnTo>
                    <a:pt x="167" y="227"/>
                  </a:lnTo>
                  <a:lnTo>
                    <a:pt x="167" y="953"/>
                  </a:lnTo>
                  <a:lnTo>
                    <a:pt x="322" y="953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1977540" y="2379200"/>
              <a:ext cx="43742" cy="92577"/>
            </a:xfrm>
            <a:custGeom>
              <a:avLst/>
              <a:gdLst/>
              <a:ahLst/>
              <a:cxnLst/>
              <a:rect l="l" t="t" r="r" b="b"/>
              <a:pathLst>
                <a:path w="524" h="1109" extrusionOk="0">
                  <a:moveTo>
                    <a:pt x="250" y="144"/>
                  </a:moveTo>
                  <a:cubicBezTo>
                    <a:pt x="298" y="144"/>
                    <a:pt x="334" y="168"/>
                    <a:pt x="334" y="239"/>
                  </a:cubicBezTo>
                  <a:lnTo>
                    <a:pt x="334" y="787"/>
                  </a:lnTo>
                  <a:cubicBezTo>
                    <a:pt x="334" y="858"/>
                    <a:pt x="298" y="882"/>
                    <a:pt x="250" y="882"/>
                  </a:cubicBezTo>
                  <a:cubicBezTo>
                    <a:pt x="203" y="882"/>
                    <a:pt x="179" y="858"/>
                    <a:pt x="179" y="787"/>
                  </a:cubicBezTo>
                  <a:lnTo>
                    <a:pt x="179" y="251"/>
                  </a:lnTo>
                  <a:cubicBezTo>
                    <a:pt x="179" y="179"/>
                    <a:pt x="203" y="144"/>
                    <a:pt x="250" y="144"/>
                  </a:cubicBezTo>
                  <a:close/>
                  <a:moveTo>
                    <a:pt x="214" y="1"/>
                  </a:moveTo>
                  <a:cubicBezTo>
                    <a:pt x="83" y="25"/>
                    <a:pt x="0" y="132"/>
                    <a:pt x="12" y="263"/>
                  </a:cubicBezTo>
                  <a:lnTo>
                    <a:pt x="12" y="775"/>
                  </a:lnTo>
                  <a:lnTo>
                    <a:pt x="12" y="822"/>
                  </a:lnTo>
                  <a:cubicBezTo>
                    <a:pt x="23" y="945"/>
                    <a:pt x="118" y="1026"/>
                    <a:pt x="228" y="1026"/>
                  </a:cubicBezTo>
                  <a:cubicBezTo>
                    <a:pt x="235" y="1026"/>
                    <a:pt x="243" y="1026"/>
                    <a:pt x="250" y="1025"/>
                  </a:cubicBezTo>
                  <a:cubicBezTo>
                    <a:pt x="286" y="1025"/>
                    <a:pt x="322" y="1025"/>
                    <a:pt x="357" y="1013"/>
                  </a:cubicBezTo>
                  <a:cubicBezTo>
                    <a:pt x="369" y="1072"/>
                    <a:pt x="417" y="1108"/>
                    <a:pt x="476" y="1108"/>
                  </a:cubicBezTo>
                  <a:lnTo>
                    <a:pt x="524" y="1108"/>
                  </a:lnTo>
                  <a:lnTo>
                    <a:pt x="524" y="953"/>
                  </a:lnTo>
                  <a:lnTo>
                    <a:pt x="500" y="953"/>
                  </a:lnTo>
                  <a:cubicBezTo>
                    <a:pt x="464" y="953"/>
                    <a:pt x="453" y="953"/>
                    <a:pt x="441" y="930"/>
                  </a:cubicBezTo>
                  <a:cubicBezTo>
                    <a:pt x="476" y="882"/>
                    <a:pt x="488" y="834"/>
                    <a:pt x="488" y="775"/>
                  </a:cubicBezTo>
                  <a:lnTo>
                    <a:pt x="488" y="251"/>
                  </a:lnTo>
                  <a:cubicBezTo>
                    <a:pt x="488" y="96"/>
                    <a:pt x="405" y="1"/>
                    <a:pt x="2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2026208" y="2378199"/>
              <a:ext cx="38817" cy="85564"/>
            </a:xfrm>
            <a:custGeom>
              <a:avLst/>
              <a:gdLst/>
              <a:ahLst/>
              <a:cxnLst/>
              <a:rect l="l" t="t" r="r" b="b"/>
              <a:pathLst>
                <a:path w="465" h="1025" extrusionOk="0">
                  <a:moveTo>
                    <a:pt x="239" y="1"/>
                  </a:moveTo>
                  <a:cubicBezTo>
                    <a:pt x="84" y="13"/>
                    <a:pt x="1" y="96"/>
                    <a:pt x="1" y="263"/>
                  </a:cubicBezTo>
                  <a:lnTo>
                    <a:pt x="1" y="358"/>
                  </a:lnTo>
                  <a:lnTo>
                    <a:pt x="155" y="358"/>
                  </a:lnTo>
                  <a:lnTo>
                    <a:pt x="155" y="251"/>
                  </a:lnTo>
                  <a:cubicBezTo>
                    <a:pt x="155" y="180"/>
                    <a:pt x="179" y="144"/>
                    <a:pt x="227" y="144"/>
                  </a:cubicBezTo>
                  <a:cubicBezTo>
                    <a:pt x="274" y="144"/>
                    <a:pt x="310" y="180"/>
                    <a:pt x="310" y="263"/>
                  </a:cubicBezTo>
                  <a:cubicBezTo>
                    <a:pt x="310" y="346"/>
                    <a:pt x="274" y="430"/>
                    <a:pt x="155" y="561"/>
                  </a:cubicBezTo>
                  <a:cubicBezTo>
                    <a:pt x="60" y="644"/>
                    <a:pt x="1" y="775"/>
                    <a:pt x="1" y="918"/>
                  </a:cubicBezTo>
                  <a:lnTo>
                    <a:pt x="1" y="1025"/>
                  </a:lnTo>
                  <a:lnTo>
                    <a:pt x="453" y="1013"/>
                  </a:lnTo>
                  <a:lnTo>
                    <a:pt x="453" y="870"/>
                  </a:lnTo>
                  <a:lnTo>
                    <a:pt x="155" y="870"/>
                  </a:lnTo>
                  <a:lnTo>
                    <a:pt x="155" y="846"/>
                  </a:lnTo>
                  <a:cubicBezTo>
                    <a:pt x="155" y="787"/>
                    <a:pt x="179" y="739"/>
                    <a:pt x="274" y="632"/>
                  </a:cubicBezTo>
                  <a:cubicBezTo>
                    <a:pt x="417" y="477"/>
                    <a:pt x="465" y="370"/>
                    <a:pt x="465" y="251"/>
                  </a:cubicBezTo>
                  <a:cubicBezTo>
                    <a:pt x="465" y="96"/>
                    <a:pt x="382" y="1"/>
                    <a:pt x="2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2523146" y="2368265"/>
              <a:ext cx="41822" cy="96500"/>
            </a:xfrm>
            <a:custGeom>
              <a:avLst/>
              <a:gdLst/>
              <a:ahLst/>
              <a:cxnLst/>
              <a:rect l="l" t="t" r="r" b="b"/>
              <a:pathLst>
                <a:path w="501" h="1156" extrusionOk="0">
                  <a:moveTo>
                    <a:pt x="239" y="156"/>
                  </a:moveTo>
                  <a:cubicBezTo>
                    <a:pt x="286" y="156"/>
                    <a:pt x="322" y="179"/>
                    <a:pt x="322" y="251"/>
                  </a:cubicBezTo>
                  <a:lnTo>
                    <a:pt x="322" y="822"/>
                  </a:lnTo>
                  <a:lnTo>
                    <a:pt x="310" y="822"/>
                  </a:lnTo>
                  <a:cubicBezTo>
                    <a:pt x="310" y="906"/>
                    <a:pt x="286" y="930"/>
                    <a:pt x="239" y="930"/>
                  </a:cubicBezTo>
                  <a:cubicBezTo>
                    <a:pt x="191" y="930"/>
                    <a:pt x="155" y="906"/>
                    <a:pt x="155" y="822"/>
                  </a:cubicBezTo>
                  <a:lnTo>
                    <a:pt x="155" y="251"/>
                  </a:lnTo>
                  <a:cubicBezTo>
                    <a:pt x="155" y="179"/>
                    <a:pt x="191" y="156"/>
                    <a:pt x="239" y="156"/>
                  </a:cubicBezTo>
                  <a:close/>
                  <a:moveTo>
                    <a:pt x="239" y="1"/>
                  </a:moveTo>
                  <a:cubicBezTo>
                    <a:pt x="84" y="13"/>
                    <a:pt x="1" y="108"/>
                    <a:pt x="1" y="275"/>
                  </a:cubicBezTo>
                  <a:lnTo>
                    <a:pt x="1" y="822"/>
                  </a:lnTo>
                  <a:cubicBezTo>
                    <a:pt x="1" y="989"/>
                    <a:pt x="84" y="1084"/>
                    <a:pt x="239" y="1084"/>
                  </a:cubicBezTo>
                  <a:cubicBezTo>
                    <a:pt x="275" y="1084"/>
                    <a:pt x="310" y="1072"/>
                    <a:pt x="334" y="1061"/>
                  </a:cubicBezTo>
                  <a:cubicBezTo>
                    <a:pt x="346" y="1120"/>
                    <a:pt x="405" y="1156"/>
                    <a:pt x="465" y="1156"/>
                  </a:cubicBezTo>
                  <a:lnTo>
                    <a:pt x="501" y="1156"/>
                  </a:lnTo>
                  <a:lnTo>
                    <a:pt x="501" y="1001"/>
                  </a:lnTo>
                  <a:lnTo>
                    <a:pt x="477" y="1001"/>
                  </a:lnTo>
                  <a:cubicBezTo>
                    <a:pt x="470" y="1004"/>
                    <a:pt x="464" y="1006"/>
                    <a:pt x="459" y="1006"/>
                  </a:cubicBezTo>
                  <a:cubicBezTo>
                    <a:pt x="446" y="1006"/>
                    <a:pt x="438" y="997"/>
                    <a:pt x="429" y="989"/>
                  </a:cubicBezTo>
                  <a:cubicBezTo>
                    <a:pt x="453" y="930"/>
                    <a:pt x="477" y="870"/>
                    <a:pt x="465" y="810"/>
                  </a:cubicBezTo>
                  <a:lnTo>
                    <a:pt x="465" y="263"/>
                  </a:lnTo>
                  <a:cubicBezTo>
                    <a:pt x="465" y="96"/>
                    <a:pt x="382" y="1"/>
                    <a:pt x="2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2569893" y="2368181"/>
              <a:ext cx="38817" cy="89655"/>
            </a:xfrm>
            <a:custGeom>
              <a:avLst/>
              <a:gdLst/>
              <a:ahLst/>
              <a:cxnLst/>
              <a:rect l="l" t="t" r="r" b="b"/>
              <a:pathLst>
                <a:path w="465" h="1074" extrusionOk="0">
                  <a:moveTo>
                    <a:pt x="250" y="1"/>
                  </a:moveTo>
                  <a:cubicBezTo>
                    <a:pt x="242" y="1"/>
                    <a:pt x="234" y="1"/>
                    <a:pt x="226" y="2"/>
                  </a:cubicBezTo>
                  <a:cubicBezTo>
                    <a:pt x="84" y="2"/>
                    <a:pt x="0" y="97"/>
                    <a:pt x="0" y="264"/>
                  </a:cubicBezTo>
                  <a:lnTo>
                    <a:pt x="0" y="311"/>
                  </a:lnTo>
                  <a:lnTo>
                    <a:pt x="143" y="311"/>
                  </a:lnTo>
                  <a:lnTo>
                    <a:pt x="143" y="252"/>
                  </a:lnTo>
                  <a:cubicBezTo>
                    <a:pt x="143" y="180"/>
                    <a:pt x="179" y="145"/>
                    <a:pt x="226" y="145"/>
                  </a:cubicBezTo>
                  <a:cubicBezTo>
                    <a:pt x="262" y="145"/>
                    <a:pt x="298" y="180"/>
                    <a:pt x="298" y="252"/>
                  </a:cubicBezTo>
                  <a:lnTo>
                    <a:pt x="298" y="335"/>
                  </a:lnTo>
                  <a:cubicBezTo>
                    <a:pt x="298" y="419"/>
                    <a:pt x="262" y="442"/>
                    <a:pt x="203" y="442"/>
                  </a:cubicBezTo>
                  <a:lnTo>
                    <a:pt x="155" y="442"/>
                  </a:lnTo>
                  <a:lnTo>
                    <a:pt x="155" y="597"/>
                  </a:lnTo>
                  <a:lnTo>
                    <a:pt x="203" y="597"/>
                  </a:lnTo>
                  <a:cubicBezTo>
                    <a:pt x="274" y="597"/>
                    <a:pt x="310" y="633"/>
                    <a:pt x="310" y="728"/>
                  </a:cubicBezTo>
                  <a:lnTo>
                    <a:pt x="310" y="811"/>
                  </a:lnTo>
                  <a:cubicBezTo>
                    <a:pt x="310" y="907"/>
                    <a:pt x="274" y="931"/>
                    <a:pt x="226" y="931"/>
                  </a:cubicBezTo>
                  <a:cubicBezTo>
                    <a:pt x="179" y="931"/>
                    <a:pt x="143" y="895"/>
                    <a:pt x="143" y="823"/>
                  </a:cubicBezTo>
                  <a:lnTo>
                    <a:pt x="143" y="728"/>
                  </a:lnTo>
                  <a:lnTo>
                    <a:pt x="0" y="728"/>
                  </a:lnTo>
                  <a:lnTo>
                    <a:pt x="0" y="811"/>
                  </a:lnTo>
                  <a:cubicBezTo>
                    <a:pt x="0" y="990"/>
                    <a:pt x="84" y="1073"/>
                    <a:pt x="226" y="1073"/>
                  </a:cubicBezTo>
                  <a:cubicBezTo>
                    <a:pt x="381" y="1073"/>
                    <a:pt x="465" y="978"/>
                    <a:pt x="465" y="811"/>
                  </a:cubicBezTo>
                  <a:lnTo>
                    <a:pt x="465" y="716"/>
                  </a:lnTo>
                  <a:cubicBezTo>
                    <a:pt x="465" y="609"/>
                    <a:pt x="429" y="538"/>
                    <a:pt x="346" y="514"/>
                  </a:cubicBezTo>
                  <a:cubicBezTo>
                    <a:pt x="417" y="478"/>
                    <a:pt x="453" y="407"/>
                    <a:pt x="453" y="300"/>
                  </a:cubicBezTo>
                  <a:lnTo>
                    <a:pt x="453" y="252"/>
                  </a:lnTo>
                  <a:cubicBezTo>
                    <a:pt x="453" y="95"/>
                    <a:pt x="378" y="1"/>
                    <a:pt x="2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1569004" y="1606955"/>
              <a:ext cx="463217" cy="355948"/>
            </a:xfrm>
            <a:custGeom>
              <a:avLst/>
              <a:gdLst/>
              <a:ahLst/>
              <a:cxnLst/>
              <a:rect l="l" t="t" r="r" b="b"/>
              <a:pathLst>
                <a:path w="5549" h="4264" extrusionOk="0">
                  <a:moveTo>
                    <a:pt x="3977" y="1"/>
                  </a:moveTo>
                  <a:cubicBezTo>
                    <a:pt x="3977" y="1"/>
                    <a:pt x="4621" y="739"/>
                    <a:pt x="3605" y="739"/>
                  </a:cubicBezTo>
                  <a:cubicBezTo>
                    <a:pt x="3481" y="739"/>
                    <a:pt x="3333" y="728"/>
                    <a:pt x="3156" y="703"/>
                  </a:cubicBezTo>
                  <a:cubicBezTo>
                    <a:pt x="3051" y="689"/>
                    <a:pt x="2951" y="683"/>
                    <a:pt x="2855" y="683"/>
                  </a:cubicBezTo>
                  <a:cubicBezTo>
                    <a:pt x="1464" y="683"/>
                    <a:pt x="1037" y="2049"/>
                    <a:pt x="1037" y="2049"/>
                  </a:cubicBezTo>
                  <a:cubicBezTo>
                    <a:pt x="1" y="2930"/>
                    <a:pt x="1548" y="4263"/>
                    <a:pt x="1548" y="4263"/>
                  </a:cubicBezTo>
                  <a:lnTo>
                    <a:pt x="3037" y="3394"/>
                  </a:lnTo>
                  <a:cubicBezTo>
                    <a:pt x="3037" y="3394"/>
                    <a:pt x="3114" y="3401"/>
                    <a:pt x="3237" y="3401"/>
                  </a:cubicBezTo>
                  <a:cubicBezTo>
                    <a:pt x="3664" y="3401"/>
                    <a:pt x="4637" y="3315"/>
                    <a:pt x="4739" y="2537"/>
                  </a:cubicBezTo>
                  <a:cubicBezTo>
                    <a:pt x="4825" y="1891"/>
                    <a:pt x="5068" y="1779"/>
                    <a:pt x="5226" y="1779"/>
                  </a:cubicBezTo>
                  <a:cubicBezTo>
                    <a:pt x="5310" y="1779"/>
                    <a:pt x="5370" y="1810"/>
                    <a:pt x="5370" y="1810"/>
                  </a:cubicBezTo>
                  <a:cubicBezTo>
                    <a:pt x="5549" y="1418"/>
                    <a:pt x="4858" y="1239"/>
                    <a:pt x="4858" y="1239"/>
                  </a:cubicBezTo>
                  <a:cubicBezTo>
                    <a:pt x="5394" y="1013"/>
                    <a:pt x="5108" y="513"/>
                    <a:pt x="5108" y="513"/>
                  </a:cubicBezTo>
                  <a:lnTo>
                    <a:pt x="5108" y="513"/>
                  </a:lnTo>
                  <a:cubicBezTo>
                    <a:pt x="4983" y="729"/>
                    <a:pt x="4759" y="859"/>
                    <a:pt x="4510" y="859"/>
                  </a:cubicBezTo>
                  <a:cubicBezTo>
                    <a:pt x="4499" y="859"/>
                    <a:pt x="4488" y="858"/>
                    <a:pt x="4477" y="858"/>
                  </a:cubicBezTo>
                  <a:cubicBezTo>
                    <a:pt x="4894" y="489"/>
                    <a:pt x="3977" y="1"/>
                    <a:pt x="3977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1679862" y="1990532"/>
              <a:ext cx="82058" cy="82142"/>
            </a:xfrm>
            <a:custGeom>
              <a:avLst/>
              <a:gdLst/>
              <a:ahLst/>
              <a:cxnLst/>
              <a:rect l="l" t="t" r="r" b="b"/>
              <a:pathLst>
                <a:path w="983" h="984" extrusionOk="0">
                  <a:moveTo>
                    <a:pt x="327" y="0"/>
                  </a:moveTo>
                  <a:lnTo>
                    <a:pt x="327" y="0"/>
                  </a:lnTo>
                  <a:cubicBezTo>
                    <a:pt x="313" y="0"/>
                    <a:pt x="1" y="984"/>
                    <a:pt x="570" y="984"/>
                  </a:cubicBezTo>
                  <a:cubicBezTo>
                    <a:pt x="594" y="984"/>
                    <a:pt x="621" y="982"/>
                    <a:pt x="649" y="978"/>
                  </a:cubicBezTo>
                  <a:cubicBezTo>
                    <a:pt x="982" y="930"/>
                    <a:pt x="518" y="1"/>
                    <a:pt x="518" y="1"/>
                  </a:cubicBezTo>
                  <a:lnTo>
                    <a:pt x="328" y="1"/>
                  </a:lnTo>
                  <a:cubicBezTo>
                    <a:pt x="328" y="0"/>
                    <a:pt x="327" y="0"/>
                    <a:pt x="327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1950661" y="1731169"/>
              <a:ext cx="41822" cy="40904"/>
            </a:xfrm>
            <a:custGeom>
              <a:avLst/>
              <a:gdLst/>
              <a:ahLst/>
              <a:cxnLst/>
              <a:rect l="l" t="t" r="r" b="b"/>
              <a:pathLst>
                <a:path w="501" h="490" fill="none" extrusionOk="0">
                  <a:moveTo>
                    <a:pt x="501" y="72"/>
                  </a:moveTo>
                  <a:cubicBezTo>
                    <a:pt x="501" y="72"/>
                    <a:pt x="84" y="1"/>
                    <a:pt x="1" y="489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1895983" y="1727246"/>
              <a:ext cx="14024" cy="44827"/>
            </a:xfrm>
            <a:custGeom>
              <a:avLst/>
              <a:gdLst/>
              <a:ahLst/>
              <a:cxnLst/>
              <a:rect l="l" t="t" r="r" b="b"/>
              <a:pathLst>
                <a:path w="168" h="537" fill="none" extrusionOk="0">
                  <a:moveTo>
                    <a:pt x="168" y="0"/>
                  </a:moveTo>
                  <a:cubicBezTo>
                    <a:pt x="1" y="215"/>
                    <a:pt x="60" y="536"/>
                    <a:pt x="60" y="536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1929792" y="1679497"/>
              <a:ext cx="52758" cy="34894"/>
            </a:xfrm>
            <a:custGeom>
              <a:avLst/>
              <a:gdLst/>
              <a:ahLst/>
              <a:cxnLst/>
              <a:rect l="l" t="t" r="r" b="b"/>
              <a:pathLst>
                <a:path w="632" h="418" fill="none" extrusionOk="0">
                  <a:moveTo>
                    <a:pt x="632" y="1"/>
                  </a:moveTo>
                  <a:cubicBezTo>
                    <a:pt x="477" y="203"/>
                    <a:pt x="251" y="346"/>
                    <a:pt x="1" y="418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1822440" y="1714307"/>
              <a:ext cx="55763" cy="57766"/>
            </a:xfrm>
            <a:custGeom>
              <a:avLst/>
              <a:gdLst/>
              <a:ahLst/>
              <a:cxnLst/>
              <a:rect l="l" t="t" r="r" b="b"/>
              <a:pathLst>
                <a:path w="668" h="692" fill="none" extrusionOk="0">
                  <a:moveTo>
                    <a:pt x="1" y="132"/>
                  </a:moveTo>
                  <a:cubicBezTo>
                    <a:pt x="1" y="132"/>
                    <a:pt x="668" y="1"/>
                    <a:pt x="584" y="691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1733036" y="3062042"/>
              <a:ext cx="409541" cy="1526720"/>
            </a:xfrm>
            <a:custGeom>
              <a:avLst/>
              <a:gdLst/>
              <a:ahLst/>
              <a:cxnLst/>
              <a:rect l="l" t="t" r="r" b="b"/>
              <a:pathLst>
                <a:path w="4906" h="18289" extrusionOk="0">
                  <a:moveTo>
                    <a:pt x="4179" y="0"/>
                  </a:moveTo>
                  <a:lnTo>
                    <a:pt x="0" y="143"/>
                  </a:lnTo>
                  <a:lnTo>
                    <a:pt x="0" y="18288"/>
                  </a:lnTo>
                  <a:lnTo>
                    <a:pt x="3453" y="18288"/>
                  </a:lnTo>
                  <a:cubicBezTo>
                    <a:pt x="3453" y="18288"/>
                    <a:pt x="3798" y="9168"/>
                    <a:pt x="4346" y="6335"/>
                  </a:cubicBezTo>
                  <a:cubicBezTo>
                    <a:pt x="4906" y="3489"/>
                    <a:pt x="4346" y="596"/>
                    <a:pt x="4346" y="596"/>
                  </a:cubicBezTo>
                  <a:lnTo>
                    <a:pt x="4358" y="596"/>
                  </a:lnTo>
                  <a:lnTo>
                    <a:pt x="417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1711165" y="3435768"/>
              <a:ext cx="351440" cy="1151989"/>
            </a:xfrm>
            <a:custGeom>
              <a:avLst/>
              <a:gdLst/>
              <a:ahLst/>
              <a:cxnLst/>
              <a:rect l="l" t="t" r="r" b="b"/>
              <a:pathLst>
                <a:path w="4210" h="13800" extrusionOk="0">
                  <a:moveTo>
                    <a:pt x="2001" y="0"/>
                  </a:moveTo>
                  <a:lnTo>
                    <a:pt x="1369" y="274"/>
                  </a:lnTo>
                  <a:lnTo>
                    <a:pt x="0" y="2286"/>
                  </a:lnTo>
                  <a:lnTo>
                    <a:pt x="310" y="13799"/>
                  </a:lnTo>
                  <a:lnTo>
                    <a:pt x="1822" y="13799"/>
                  </a:lnTo>
                  <a:cubicBezTo>
                    <a:pt x="1822" y="13799"/>
                    <a:pt x="2036" y="8787"/>
                    <a:pt x="2167" y="5679"/>
                  </a:cubicBezTo>
                  <a:cubicBezTo>
                    <a:pt x="2310" y="2584"/>
                    <a:pt x="3179" y="1727"/>
                    <a:pt x="3798" y="1155"/>
                  </a:cubicBezTo>
                  <a:cubicBezTo>
                    <a:pt x="4209" y="790"/>
                    <a:pt x="4130" y="623"/>
                    <a:pt x="3818" y="623"/>
                  </a:cubicBezTo>
                  <a:cubicBezTo>
                    <a:pt x="3651" y="623"/>
                    <a:pt x="3417" y="671"/>
                    <a:pt x="3155" y="762"/>
                  </a:cubicBezTo>
                  <a:cubicBezTo>
                    <a:pt x="3072" y="790"/>
                    <a:pt x="3000" y="802"/>
                    <a:pt x="2937" y="802"/>
                  </a:cubicBezTo>
                  <a:cubicBezTo>
                    <a:pt x="2438" y="802"/>
                    <a:pt x="2560" y="12"/>
                    <a:pt x="2560" y="12"/>
                  </a:cubicBezTo>
                  <a:lnTo>
                    <a:pt x="20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1733036" y="3062042"/>
              <a:ext cx="409541" cy="1526720"/>
            </a:xfrm>
            <a:custGeom>
              <a:avLst/>
              <a:gdLst/>
              <a:ahLst/>
              <a:cxnLst/>
              <a:rect l="l" t="t" r="r" b="b"/>
              <a:pathLst>
                <a:path w="4906" h="18289" fill="none" extrusionOk="0">
                  <a:moveTo>
                    <a:pt x="4346" y="596"/>
                  </a:moveTo>
                  <a:cubicBezTo>
                    <a:pt x="4346" y="596"/>
                    <a:pt x="4906" y="3489"/>
                    <a:pt x="4346" y="6335"/>
                  </a:cubicBezTo>
                  <a:cubicBezTo>
                    <a:pt x="3798" y="9168"/>
                    <a:pt x="3453" y="18288"/>
                    <a:pt x="3453" y="18288"/>
                  </a:cubicBezTo>
                  <a:lnTo>
                    <a:pt x="0" y="18288"/>
                  </a:lnTo>
                  <a:lnTo>
                    <a:pt x="0" y="143"/>
                  </a:lnTo>
                  <a:lnTo>
                    <a:pt x="4179" y="0"/>
                  </a:lnTo>
                  <a:lnTo>
                    <a:pt x="4358" y="596"/>
                  </a:ln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1924867" y="3485437"/>
              <a:ext cx="136235" cy="80556"/>
            </a:xfrm>
            <a:custGeom>
              <a:avLst/>
              <a:gdLst/>
              <a:ahLst/>
              <a:cxnLst/>
              <a:rect l="l" t="t" r="r" b="b"/>
              <a:pathLst>
                <a:path w="1632" h="965" fill="none" extrusionOk="0">
                  <a:moveTo>
                    <a:pt x="1631" y="167"/>
                  </a:moveTo>
                  <a:cubicBezTo>
                    <a:pt x="1631" y="167"/>
                    <a:pt x="857" y="0"/>
                    <a:pt x="0" y="965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1447795" y="3073979"/>
              <a:ext cx="529832" cy="1514783"/>
            </a:xfrm>
            <a:custGeom>
              <a:avLst/>
              <a:gdLst/>
              <a:ahLst/>
              <a:cxnLst/>
              <a:rect l="l" t="t" r="r" b="b"/>
              <a:pathLst>
                <a:path w="6347" h="18146" extrusionOk="0">
                  <a:moveTo>
                    <a:pt x="1000" y="0"/>
                  </a:moveTo>
                  <a:cubicBezTo>
                    <a:pt x="0" y="4513"/>
                    <a:pt x="726" y="4239"/>
                    <a:pt x="857" y="5822"/>
                  </a:cubicBezTo>
                  <a:cubicBezTo>
                    <a:pt x="1000" y="7418"/>
                    <a:pt x="1215" y="18145"/>
                    <a:pt x="1215" y="18145"/>
                  </a:cubicBezTo>
                  <a:lnTo>
                    <a:pt x="4786" y="18145"/>
                  </a:lnTo>
                  <a:cubicBezTo>
                    <a:pt x="4715" y="12204"/>
                    <a:pt x="5334" y="6453"/>
                    <a:pt x="5751" y="5239"/>
                  </a:cubicBezTo>
                  <a:cubicBezTo>
                    <a:pt x="6168" y="4013"/>
                    <a:pt x="6203" y="786"/>
                    <a:pt x="6203" y="786"/>
                  </a:cubicBezTo>
                  <a:lnTo>
                    <a:pt x="6346" y="0"/>
                  </a:lnTo>
                  <a:close/>
                </a:path>
              </a:pathLst>
            </a:custGeom>
            <a:solidFill>
              <a:srgbClr val="999999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>
              <a:off x="1908922" y="3191264"/>
              <a:ext cx="65697" cy="50754"/>
            </a:xfrm>
            <a:custGeom>
              <a:avLst/>
              <a:gdLst/>
              <a:ahLst/>
              <a:cxnLst/>
              <a:rect l="l" t="t" r="r" b="b"/>
              <a:pathLst>
                <a:path w="787" h="608" extrusionOk="0">
                  <a:moveTo>
                    <a:pt x="763" y="0"/>
                  </a:moveTo>
                  <a:cubicBezTo>
                    <a:pt x="536" y="24"/>
                    <a:pt x="286" y="48"/>
                    <a:pt x="1" y="72"/>
                  </a:cubicBezTo>
                  <a:lnTo>
                    <a:pt x="1" y="607"/>
                  </a:lnTo>
                  <a:cubicBezTo>
                    <a:pt x="286" y="584"/>
                    <a:pt x="548" y="560"/>
                    <a:pt x="786" y="536"/>
                  </a:cubicBezTo>
                  <a:lnTo>
                    <a:pt x="76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4"/>
            <p:cNvSpPr/>
            <p:nvPr/>
          </p:nvSpPr>
          <p:spPr>
            <a:xfrm>
              <a:off x="2004337" y="3176322"/>
              <a:ext cx="82559" cy="56765"/>
            </a:xfrm>
            <a:custGeom>
              <a:avLst/>
              <a:gdLst/>
              <a:ahLst/>
              <a:cxnLst/>
              <a:rect l="l" t="t" r="r" b="b"/>
              <a:pathLst>
                <a:path w="989" h="680" extrusionOk="0">
                  <a:moveTo>
                    <a:pt x="917" y="1"/>
                  </a:moveTo>
                  <a:cubicBezTo>
                    <a:pt x="751" y="36"/>
                    <a:pt x="441" y="84"/>
                    <a:pt x="1" y="143"/>
                  </a:cubicBezTo>
                  <a:lnTo>
                    <a:pt x="1" y="679"/>
                  </a:lnTo>
                  <a:cubicBezTo>
                    <a:pt x="453" y="620"/>
                    <a:pt x="798" y="572"/>
                    <a:pt x="989" y="536"/>
                  </a:cubicBezTo>
                  <a:lnTo>
                    <a:pt x="91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1515328" y="3188259"/>
              <a:ext cx="147171" cy="55763"/>
            </a:xfrm>
            <a:custGeom>
              <a:avLst/>
              <a:gdLst/>
              <a:ahLst/>
              <a:cxnLst/>
              <a:rect l="l" t="t" r="r" b="b"/>
              <a:pathLst>
                <a:path w="1763" h="668" extrusionOk="0">
                  <a:moveTo>
                    <a:pt x="84" y="0"/>
                  </a:moveTo>
                  <a:lnTo>
                    <a:pt x="1" y="524"/>
                  </a:lnTo>
                  <a:cubicBezTo>
                    <a:pt x="608" y="584"/>
                    <a:pt x="1179" y="632"/>
                    <a:pt x="1727" y="667"/>
                  </a:cubicBezTo>
                  <a:lnTo>
                    <a:pt x="1763" y="131"/>
                  </a:lnTo>
                  <a:cubicBezTo>
                    <a:pt x="1227" y="108"/>
                    <a:pt x="667" y="60"/>
                    <a:pt x="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1695221" y="3199194"/>
              <a:ext cx="183984" cy="47749"/>
            </a:xfrm>
            <a:custGeom>
              <a:avLst/>
              <a:gdLst/>
              <a:ahLst/>
              <a:cxnLst/>
              <a:rect l="l" t="t" r="r" b="b"/>
              <a:pathLst>
                <a:path w="2204" h="572" extrusionOk="0">
                  <a:moveTo>
                    <a:pt x="2203" y="0"/>
                  </a:moveTo>
                  <a:cubicBezTo>
                    <a:pt x="1788" y="24"/>
                    <a:pt x="1338" y="37"/>
                    <a:pt x="850" y="37"/>
                  </a:cubicBezTo>
                  <a:cubicBezTo>
                    <a:pt x="583" y="37"/>
                    <a:pt x="304" y="33"/>
                    <a:pt x="13" y="24"/>
                  </a:cubicBezTo>
                  <a:lnTo>
                    <a:pt x="1" y="548"/>
                  </a:lnTo>
                  <a:cubicBezTo>
                    <a:pt x="298" y="560"/>
                    <a:pt x="596" y="572"/>
                    <a:pt x="882" y="572"/>
                  </a:cubicBezTo>
                  <a:cubicBezTo>
                    <a:pt x="1358" y="572"/>
                    <a:pt x="1799" y="548"/>
                    <a:pt x="2203" y="536"/>
                  </a:cubicBezTo>
                  <a:lnTo>
                    <a:pt x="220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2525150" y="2517939"/>
              <a:ext cx="394682" cy="312623"/>
            </a:xfrm>
            <a:custGeom>
              <a:avLst/>
              <a:gdLst/>
              <a:ahLst/>
              <a:cxnLst/>
              <a:rect l="l" t="t" r="r" b="b"/>
              <a:pathLst>
                <a:path w="4728" h="3745" extrusionOk="0">
                  <a:moveTo>
                    <a:pt x="4384" y="1"/>
                  </a:moveTo>
                  <a:cubicBezTo>
                    <a:pt x="4219" y="1"/>
                    <a:pt x="3823" y="216"/>
                    <a:pt x="3477" y="375"/>
                  </a:cubicBezTo>
                  <a:cubicBezTo>
                    <a:pt x="2927" y="631"/>
                    <a:pt x="2468" y="834"/>
                    <a:pt x="2400" y="834"/>
                  </a:cubicBezTo>
                  <a:cubicBezTo>
                    <a:pt x="2382" y="834"/>
                    <a:pt x="2391" y="821"/>
                    <a:pt x="2429" y="791"/>
                  </a:cubicBezTo>
                  <a:cubicBezTo>
                    <a:pt x="2727" y="577"/>
                    <a:pt x="2870" y="351"/>
                    <a:pt x="2751" y="291"/>
                  </a:cubicBezTo>
                  <a:cubicBezTo>
                    <a:pt x="2737" y="283"/>
                    <a:pt x="2718" y="279"/>
                    <a:pt x="2695" y="279"/>
                  </a:cubicBezTo>
                  <a:cubicBezTo>
                    <a:pt x="2522" y="279"/>
                    <a:pt x="2113" y="501"/>
                    <a:pt x="1703" y="732"/>
                  </a:cubicBezTo>
                  <a:cubicBezTo>
                    <a:pt x="1239" y="994"/>
                    <a:pt x="870" y="1958"/>
                    <a:pt x="870" y="1958"/>
                  </a:cubicBezTo>
                  <a:lnTo>
                    <a:pt x="0" y="2494"/>
                  </a:lnTo>
                  <a:lnTo>
                    <a:pt x="417" y="3744"/>
                  </a:lnTo>
                  <a:lnTo>
                    <a:pt x="1572" y="2935"/>
                  </a:lnTo>
                  <a:cubicBezTo>
                    <a:pt x="2048" y="2899"/>
                    <a:pt x="2513" y="2768"/>
                    <a:pt x="2929" y="2530"/>
                  </a:cubicBezTo>
                  <a:cubicBezTo>
                    <a:pt x="3132" y="2399"/>
                    <a:pt x="3275" y="2208"/>
                    <a:pt x="3346" y="1994"/>
                  </a:cubicBezTo>
                  <a:lnTo>
                    <a:pt x="3537" y="1768"/>
                  </a:lnTo>
                  <a:cubicBezTo>
                    <a:pt x="3703" y="1649"/>
                    <a:pt x="3632" y="1327"/>
                    <a:pt x="3632" y="1327"/>
                  </a:cubicBezTo>
                  <a:cubicBezTo>
                    <a:pt x="3789" y="1012"/>
                    <a:pt x="3437" y="994"/>
                    <a:pt x="3352" y="994"/>
                  </a:cubicBezTo>
                  <a:cubicBezTo>
                    <a:pt x="3341" y="994"/>
                    <a:pt x="3334" y="994"/>
                    <a:pt x="3334" y="994"/>
                  </a:cubicBezTo>
                  <a:cubicBezTo>
                    <a:pt x="3334" y="994"/>
                    <a:pt x="4727" y="458"/>
                    <a:pt x="4453" y="30"/>
                  </a:cubicBezTo>
                  <a:cubicBezTo>
                    <a:pt x="4441" y="9"/>
                    <a:pt x="4417" y="1"/>
                    <a:pt x="4384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2697112" y="2604838"/>
              <a:ext cx="82559" cy="113362"/>
            </a:xfrm>
            <a:custGeom>
              <a:avLst/>
              <a:gdLst/>
              <a:ahLst/>
              <a:cxnLst/>
              <a:rect l="l" t="t" r="r" b="b"/>
              <a:pathLst>
                <a:path w="989" h="1358" fill="none" extrusionOk="0">
                  <a:moveTo>
                    <a:pt x="988" y="1"/>
                  </a:moveTo>
                  <a:cubicBezTo>
                    <a:pt x="988" y="1"/>
                    <a:pt x="0" y="191"/>
                    <a:pt x="60" y="417"/>
                  </a:cubicBezTo>
                  <a:cubicBezTo>
                    <a:pt x="107" y="632"/>
                    <a:pt x="417" y="477"/>
                    <a:pt x="417" y="477"/>
                  </a:cubicBezTo>
                  <a:cubicBezTo>
                    <a:pt x="417" y="477"/>
                    <a:pt x="84" y="584"/>
                    <a:pt x="119" y="715"/>
                  </a:cubicBezTo>
                  <a:cubicBezTo>
                    <a:pt x="155" y="834"/>
                    <a:pt x="393" y="834"/>
                    <a:pt x="393" y="834"/>
                  </a:cubicBezTo>
                  <a:cubicBezTo>
                    <a:pt x="393" y="834"/>
                    <a:pt x="84" y="893"/>
                    <a:pt x="119" y="1036"/>
                  </a:cubicBezTo>
                  <a:cubicBezTo>
                    <a:pt x="155" y="1179"/>
                    <a:pt x="357" y="1227"/>
                    <a:pt x="524" y="1203"/>
                  </a:cubicBezTo>
                  <a:cubicBezTo>
                    <a:pt x="691" y="1179"/>
                    <a:pt x="822" y="1120"/>
                    <a:pt x="869" y="1203"/>
                  </a:cubicBezTo>
                  <a:cubicBezTo>
                    <a:pt x="905" y="1286"/>
                    <a:pt x="417" y="1155"/>
                    <a:pt x="119" y="1358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2664306" y="2590898"/>
              <a:ext cx="49753" cy="102510"/>
            </a:xfrm>
            <a:custGeom>
              <a:avLst/>
              <a:gdLst/>
              <a:ahLst/>
              <a:cxnLst/>
              <a:rect l="l" t="t" r="r" b="b"/>
              <a:pathLst>
                <a:path w="596" h="1228" fill="none" extrusionOk="0">
                  <a:moveTo>
                    <a:pt x="596" y="1"/>
                  </a:moveTo>
                  <a:cubicBezTo>
                    <a:pt x="584" y="120"/>
                    <a:pt x="536" y="239"/>
                    <a:pt x="453" y="334"/>
                  </a:cubicBezTo>
                  <a:cubicBezTo>
                    <a:pt x="334" y="441"/>
                    <a:pt x="441" y="810"/>
                    <a:pt x="0" y="122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2751790" y="2636643"/>
              <a:ext cx="45746" cy="5092"/>
            </a:xfrm>
            <a:custGeom>
              <a:avLst/>
              <a:gdLst/>
              <a:ahLst/>
              <a:cxnLst/>
              <a:rect l="l" t="t" r="r" b="b"/>
              <a:pathLst>
                <a:path w="548" h="61" fill="none" extrusionOk="0">
                  <a:moveTo>
                    <a:pt x="548" y="1"/>
                  </a:moveTo>
                  <a:lnTo>
                    <a:pt x="0" y="6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2751790" y="2670451"/>
              <a:ext cx="41822" cy="4007"/>
            </a:xfrm>
            <a:custGeom>
              <a:avLst/>
              <a:gdLst/>
              <a:ahLst/>
              <a:cxnLst/>
              <a:rect l="l" t="t" r="r" b="b"/>
              <a:pathLst>
                <a:path w="501" h="48" fill="none" extrusionOk="0">
                  <a:moveTo>
                    <a:pt x="500" y="0"/>
                  </a:moveTo>
                  <a:lnTo>
                    <a:pt x="0" y="48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1962598" y="2365343"/>
              <a:ext cx="715736" cy="637935"/>
            </a:xfrm>
            <a:custGeom>
              <a:avLst/>
              <a:gdLst/>
              <a:ahLst/>
              <a:cxnLst/>
              <a:rect l="l" t="t" r="r" b="b"/>
              <a:pathLst>
                <a:path w="8574" h="7642" extrusionOk="0">
                  <a:moveTo>
                    <a:pt x="1703" y="0"/>
                  </a:moveTo>
                  <a:lnTo>
                    <a:pt x="239" y="357"/>
                  </a:lnTo>
                  <a:cubicBezTo>
                    <a:pt x="239" y="357"/>
                    <a:pt x="1" y="5215"/>
                    <a:pt x="489" y="6215"/>
                  </a:cubicBezTo>
                  <a:cubicBezTo>
                    <a:pt x="977" y="7227"/>
                    <a:pt x="1322" y="7394"/>
                    <a:pt x="2358" y="7620"/>
                  </a:cubicBezTo>
                  <a:cubicBezTo>
                    <a:pt x="2424" y="7634"/>
                    <a:pt x="2499" y="7641"/>
                    <a:pt x="2583" y="7641"/>
                  </a:cubicBezTo>
                  <a:cubicBezTo>
                    <a:pt x="3830" y="7641"/>
                    <a:pt x="6901" y="6159"/>
                    <a:pt x="7359" y="6025"/>
                  </a:cubicBezTo>
                  <a:cubicBezTo>
                    <a:pt x="7847" y="5882"/>
                    <a:pt x="8573" y="5477"/>
                    <a:pt x="7811" y="5203"/>
                  </a:cubicBezTo>
                  <a:cubicBezTo>
                    <a:pt x="7275" y="5013"/>
                    <a:pt x="7120" y="4334"/>
                    <a:pt x="7073" y="3929"/>
                  </a:cubicBezTo>
                  <a:cubicBezTo>
                    <a:pt x="7061" y="3905"/>
                    <a:pt x="7049" y="3882"/>
                    <a:pt x="7037" y="3858"/>
                  </a:cubicBezTo>
                  <a:cubicBezTo>
                    <a:pt x="7000" y="3806"/>
                    <a:pt x="6945" y="3777"/>
                    <a:pt x="6888" y="3777"/>
                  </a:cubicBezTo>
                  <a:cubicBezTo>
                    <a:pt x="6853" y="3777"/>
                    <a:pt x="6819" y="3788"/>
                    <a:pt x="6787" y="3810"/>
                  </a:cubicBezTo>
                  <a:cubicBezTo>
                    <a:pt x="6335" y="4096"/>
                    <a:pt x="5418" y="4667"/>
                    <a:pt x="4656" y="4882"/>
                  </a:cubicBezTo>
                  <a:cubicBezTo>
                    <a:pt x="4394" y="4953"/>
                    <a:pt x="3441" y="5179"/>
                    <a:pt x="3441" y="5179"/>
                  </a:cubicBezTo>
                  <a:cubicBezTo>
                    <a:pt x="3519" y="4962"/>
                    <a:pt x="3474" y="4889"/>
                    <a:pt x="3378" y="4889"/>
                  </a:cubicBezTo>
                  <a:cubicBezTo>
                    <a:pt x="3180" y="4889"/>
                    <a:pt x="2763" y="5203"/>
                    <a:pt x="2763" y="5203"/>
                  </a:cubicBezTo>
                  <a:cubicBezTo>
                    <a:pt x="2763" y="5203"/>
                    <a:pt x="2453" y="4917"/>
                    <a:pt x="2263" y="2619"/>
                  </a:cubicBezTo>
                  <a:cubicBezTo>
                    <a:pt x="2084" y="334"/>
                    <a:pt x="1703" y="0"/>
                    <a:pt x="1703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2130554" y="2830477"/>
              <a:ext cx="78636" cy="104430"/>
            </a:xfrm>
            <a:custGeom>
              <a:avLst/>
              <a:gdLst/>
              <a:ahLst/>
              <a:cxnLst/>
              <a:rect l="l" t="t" r="r" b="b"/>
              <a:pathLst>
                <a:path w="942" h="1251" fill="none" extrusionOk="0">
                  <a:moveTo>
                    <a:pt x="941" y="0"/>
                  </a:moveTo>
                  <a:cubicBezTo>
                    <a:pt x="941" y="0"/>
                    <a:pt x="560" y="1250"/>
                    <a:pt x="286" y="1155"/>
                  </a:cubicBezTo>
                  <a:cubicBezTo>
                    <a:pt x="1" y="1060"/>
                    <a:pt x="72" y="715"/>
                    <a:pt x="536" y="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1369244" y="2245303"/>
              <a:ext cx="779262" cy="939790"/>
            </a:xfrm>
            <a:custGeom>
              <a:avLst/>
              <a:gdLst/>
              <a:ahLst/>
              <a:cxnLst/>
              <a:rect l="l" t="t" r="r" b="b"/>
              <a:pathLst>
                <a:path w="9335" h="11258" extrusionOk="0">
                  <a:moveTo>
                    <a:pt x="4408" y="0"/>
                  </a:moveTo>
                  <a:cubicBezTo>
                    <a:pt x="2472" y="0"/>
                    <a:pt x="193" y="465"/>
                    <a:pt x="108" y="1176"/>
                  </a:cubicBezTo>
                  <a:cubicBezTo>
                    <a:pt x="1" y="1962"/>
                    <a:pt x="1179" y="6213"/>
                    <a:pt x="1179" y="10011"/>
                  </a:cubicBezTo>
                  <a:cubicBezTo>
                    <a:pt x="1179" y="10570"/>
                    <a:pt x="1251" y="11201"/>
                    <a:pt x="2429" y="11201"/>
                  </a:cubicBezTo>
                  <a:cubicBezTo>
                    <a:pt x="2876" y="11201"/>
                    <a:pt x="3933" y="11258"/>
                    <a:pt x="5077" y="11258"/>
                  </a:cubicBezTo>
                  <a:cubicBezTo>
                    <a:pt x="6949" y="11258"/>
                    <a:pt x="9053" y="11106"/>
                    <a:pt x="9097" y="10308"/>
                  </a:cubicBezTo>
                  <a:cubicBezTo>
                    <a:pt x="9168" y="9022"/>
                    <a:pt x="8811" y="7737"/>
                    <a:pt x="8918" y="5891"/>
                  </a:cubicBezTo>
                  <a:cubicBezTo>
                    <a:pt x="9025" y="4034"/>
                    <a:pt x="9335" y="1926"/>
                    <a:pt x="8811" y="1438"/>
                  </a:cubicBezTo>
                  <a:cubicBezTo>
                    <a:pt x="8132" y="795"/>
                    <a:pt x="7144" y="152"/>
                    <a:pt x="5096" y="21"/>
                  </a:cubicBezTo>
                  <a:cubicBezTo>
                    <a:pt x="4875" y="7"/>
                    <a:pt x="4644" y="0"/>
                    <a:pt x="4408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1222157" y="2296725"/>
              <a:ext cx="362877" cy="834775"/>
            </a:xfrm>
            <a:custGeom>
              <a:avLst/>
              <a:gdLst/>
              <a:ahLst/>
              <a:cxnLst/>
              <a:rect l="l" t="t" r="r" b="b"/>
              <a:pathLst>
                <a:path w="4347" h="10000" extrusionOk="0">
                  <a:moveTo>
                    <a:pt x="2441" y="1"/>
                  </a:moveTo>
                  <a:cubicBezTo>
                    <a:pt x="2441" y="1"/>
                    <a:pt x="1596" y="263"/>
                    <a:pt x="1405" y="1537"/>
                  </a:cubicBezTo>
                  <a:cubicBezTo>
                    <a:pt x="1227" y="2810"/>
                    <a:pt x="417" y="5692"/>
                    <a:pt x="715" y="5763"/>
                  </a:cubicBezTo>
                  <a:cubicBezTo>
                    <a:pt x="1012" y="5823"/>
                    <a:pt x="0" y="6335"/>
                    <a:pt x="369" y="7085"/>
                  </a:cubicBezTo>
                  <a:cubicBezTo>
                    <a:pt x="719" y="7784"/>
                    <a:pt x="2233" y="9999"/>
                    <a:pt x="3211" y="9999"/>
                  </a:cubicBezTo>
                  <a:cubicBezTo>
                    <a:pt x="3266" y="9999"/>
                    <a:pt x="3319" y="9993"/>
                    <a:pt x="3370" y="9978"/>
                  </a:cubicBezTo>
                  <a:cubicBezTo>
                    <a:pt x="4346" y="9716"/>
                    <a:pt x="4299" y="8216"/>
                    <a:pt x="4001" y="7954"/>
                  </a:cubicBezTo>
                  <a:cubicBezTo>
                    <a:pt x="3691" y="7692"/>
                    <a:pt x="2679" y="7144"/>
                    <a:pt x="2679" y="7144"/>
                  </a:cubicBezTo>
                  <a:cubicBezTo>
                    <a:pt x="2679" y="7144"/>
                    <a:pt x="2977" y="6966"/>
                    <a:pt x="2608" y="6632"/>
                  </a:cubicBezTo>
                  <a:cubicBezTo>
                    <a:pt x="2239" y="6311"/>
                    <a:pt x="2870" y="6799"/>
                    <a:pt x="3072" y="5692"/>
                  </a:cubicBezTo>
                  <a:cubicBezTo>
                    <a:pt x="3298" y="4370"/>
                    <a:pt x="4108" y="2477"/>
                    <a:pt x="3620" y="1334"/>
                  </a:cubicBezTo>
                  <a:lnTo>
                    <a:pt x="2441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1222157" y="2296725"/>
              <a:ext cx="362877" cy="855811"/>
            </a:xfrm>
            <a:custGeom>
              <a:avLst/>
              <a:gdLst/>
              <a:ahLst/>
              <a:cxnLst/>
              <a:rect l="l" t="t" r="r" b="b"/>
              <a:pathLst>
                <a:path w="4347" h="10252" fill="none" extrusionOk="0">
                  <a:moveTo>
                    <a:pt x="2441" y="1"/>
                  </a:moveTo>
                  <a:cubicBezTo>
                    <a:pt x="2441" y="1"/>
                    <a:pt x="1596" y="263"/>
                    <a:pt x="1405" y="1537"/>
                  </a:cubicBezTo>
                  <a:cubicBezTo>
                    <a:pt x="1227" y="2810"/>
                    <a:pt x="417" y="5692"/>
                    <a:pt x="715" y="5763"/>
                  </a:cubicBezTo>
                  <a:cubicBezTo>
                    <a:pt x="1012" y="5823"/>
                    <a:pt x="0" y="6335"/>
                    <a:pt x="369" y="7085"/>
                  </a:cubicBezTo>
                  <a:cubicBezTo>
                    <a:pt x="739" y="7823"/>
                    <a:pt x="2405" y="10252"/>
                    <a:pt x="3370" y="9978"/>
                  </a:cubicBezTo>
                  <a:cubicBezTo>
                    <a:pt x="4346" y="9716"/>
                    <a:pt x="4299" y="8216"/>
                    <a:pt x="4001" y="7954"/>
                  </a:cubicBezTo>
                  <a:cubicBezTo>
                    <a:pt x="3691" y="7692"/>
                    <a:pt x="2679" y="7144"/>
                    <a:pt x="2679" y="7144"/>
                  </a:cubicBezTo>
                  <a:cubicBezTo>
                    <a:pt x="2679" y="7144"/>
                    <a:pt x="2977" y="6966"/>
                    <a:pt x="2608" y="6632"/>
                  </a:cubicBezTo>
                  <a:cubicBezTo>
                    <a:pt x="2239" y="6311"/>
                    <a:pt x="2870" y="6799"/>
                    <a:pt x="3072" y="5692"/>
                  </a:cubicBezTo>
                  <a:cubicBezTo>
                    <a:pt x="3298" y="4370"/>
                    <a:pt x="4108" y="2477"/>
                    <a:pt x="3620" y="1334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1261892" y="2767869"/>
              <a:ext cx="168040" cy="88486"/>
            </a:xfrm>
            <a:custGeom>
              <a:avLst/>
              <a:gdLst/>
              <a:ahLst/>
              <a:cxnLst/>
              <a:rect l="l" t="t" r="r" b="b"/>
              <a:pathLst>
                <a:path w="2013" h="1060" fill="none" extrusionOk="0">
                  <a:moveTo>
                    <a:pt x="2013" y="310"/>
                  </a:moveTo>
                  <a:cubicBezTo>
                    <a:pt x="2013" y="310"/>
                    <a:pt x="703" y="0"/>
                    <a:pt x="346" y="524"/>
                  </a:cubicBezTo>
                  <a:cubicBezTo>
                    <a:pt x="1" y="1060"/>
                    <a:pt x="894" y="417"/>
                    <a:pt x="1763" y="643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1411984" y="2982822"/>
              <a:ext cx="313124" cy="215539"/>
            </a:xfrm>
            <a:custGeom>
              <a:avLst/>
              <a:gdLst/>
              <a:ahLst/>
              <a:cxnLst/>
              <a:rect l="l" t="t" r="r" b="b"/>
              <a:pathLst>
                <a:path w="3751" h="2582" extrusionOk="0">
                  <a:moveTo>
                    <a:pt x="1467" y="1"/>
                  </a:moveTo>
                  <a:cubicBezTo>
                    <a:pt x="1335" y="1"/>
                    <a:pt x="1205" y="39"/>
                    <a:pt x="1096" y="140"/>
                  </a:cubicBezTo>
                  <a:cubicBezTo>
                    <a:pt x="774" y="449"/>
                    <a:pt x="0" y="628"/>
                    <a:pt x="48" y="854"/>
                  </a:cubicBezTo>
                  <a:cubicBezTo>
                    <a:pt x="75" y="981"/>
                    <a:pt x="177" y="1059"/>
                    <a:pt x="353" y="1059"/>
                  </a:cubicBezTo>
                  <a:cubicBezTo>
                    <a:pt x="491" y="1059"/>
                    <a:pt x="675" y="1011"/>
                    <a:pt x="905" y="902"/>
                  </a:cubicBezTo>
                  <a:cubicBezTo>
                    <a:pt x="1029" y="841"/>
                    <a:pt x="1098" y="814"/>
                    <a:pt x="1133" y="814"/>
                  </a:cubicBezTo>
                  <a:cubicBezTo>
                    <a:pt x="1240" y="814"/>
                    <a:pt x="1012" y="1085"/>
                    <a:pt x="1084" y="1473"/>
                  </a:cubicBezTo>
                  <a:cubicBezTo>
                    <a:pt x="1172" y="1934"/>
                    <a:pt x="1239" y="2364"/>
                    <a:pt x="1575" y="2364"/>
                  </a:cubicBezTo>
                  <a:cubicBezTo>
                    <a:pt x="1604" y="2364"/>
                    <a:pt x="1634" y="2361"/>
                    <a:pt x="1667" y="2354"/>
                  </a:cubicBezTo>
                  <a:cubicBezTo>
                    <a:pt x="1667" y="2354"/>
                    <a:pt x="1691" y="2498"/>
                    <a:pt x="1902" y="2498"/>
                  </a:cubicBezTo>
                  <a:cubicBezTo>
                    <a:pt x="1949" y="2498"/>
                    <a:pt x="2005" y="2491"/>
                    <a:pt x="2072" y="2473"/>
                  </a:cubicBezTo>
                  <a:cubicBezTo>
                    <a:pt x="2072" y="2473"/>
                    <a:pt x="2203" y="2581"/>
                    <a:pt x="2429" y="2581"/>
                  </a:cubicBezTo>
                  <a:cubicBezTo>
                    <a:pt x="2530" y="2581"/>
                    <a:pt x="2650" y="2560"/>
                    <a:pt x="2787" y="2497"/>
                  </a:cubicBezTo>
                  <a:cubicBezTo>
                    <a:pt x="2787" y="2497"/>
                    <a:pt x="2859" y="2570"/>
                    <a:pt x="2982" y="2570"/>
                  </a:cubicBezTo>
                  <a:cubicBezTo>
                    <a:pt x="3087" y="2570"/>
                    <a:pt x="3229" y="2516"/>
                    <a:pt x="3394" y="2319"/>
                  </a:cubicBezTo>
                  <a:cubicBezTo>
                    <a:pt x="3751" y="1890"/>
                    <a:pt x="3525" y="1783"/>
                    <a:pt x="3525" y="1783"/>
                  </a:cubicBezTo>
                  <a:cubicBezTo>
                    <a:pt x="3525" y="1783"/>
                    <a:pt x="3456" y="1561"/>
                    <a:pt x="3301" y="1561"/>
                  </a:cubicBezTo>
                  <a:cubicBezTo>
                    <a:pt x="3223" y="1561"/>
                    <a:pt x="3124" y="1616"/>
                    <a:pt x="3001" y="1783"/>
                  </a:cubicBezTo>
                  <a:cubicBezTo>
                    <a:pt x="3001" y="1783"/>
                    <a:pt x="3072" y="1164"/>
                    <a:pt x="2703" y="783"/>
                  </a:cubicBezTo>
                  <a:cubicBezTo>
                    <a:pt x="2525" y="592"/>
                    <a:pt x="2334" y="414"/>
                    <a:pt x="2132" y="247"/>
                  </a:cubicBezTo>
                  <a:cubicBezTo>
                    <a:pt x="1990" y="145"/>
                    <a:pt x="1724" y="1"/>
                    <a:pt x="1467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1546131" y="3097853"/>
              <a:ext cx="66699" cy="68619"/>
            </a:xfrm>
            <a:custGeom>
              <a:avLst/>
              <a:gdLst/>
              <a:ahLst/>
              <a:cxnLst/>
              <a:rect l="l" t="t" r="r" b="b"/>
              <a:pathLst>
                <a:path w="799" h="822" fill="none" extrusionOk="0">
                  <a:moveTo>
                    <a:pt x="215" y="822"/>
                  </a:moveTo>
                  <a:cubicBezTo>
                    <a:pt x="215" y="822"/>
                    <a:pt x="799" y="452"/>
                    <a:pt x="668" y="226"/>
                  </a:cubicBezTo>
                  <a:cubicBezTo>
                    <a:pt x="537" y="0"/>
                    <a:pt x="72" y="464"/>
                    <a:pt x="72" y="464"/>
                  </a:cubicBezTo>
                  <a:cubicBezTo>
                    <a:pt x="72" y="464"/>
                    <a:pt x="144" y="345"/>
                    <a:pt x="1" y="16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1598805" y="3111710"/>
              <a:ext cx="74629" cy="64695"/>
            </a:xfrm>
            <a:custGeom>
              <a:avLst/>
              <a:gdLst/>
              <a:ahLst/>
              <a:cxnLst/>
              <a:rect l="l" t="t" r="r" b="b"/>
              <a:pathLst>
                <a:path w="894" h="775" fill="none" extrusionOk="0">
                  <a:moveTo>
                    <a:pt x="1" y="775"/>
                  </a:moveTo>
                  <a:cubicBezTo>
                    <a:pt x="1" y="775"/>
                    <a:pt x="894" y="501"/>
                    <a:pt x="691" y="239"/>
                  </a:cubicBezTo>
                  <a:cubicBezTo>
                    <a:pt x="501" y="1"/>
                    <a:pt x="120" y="275"/>
                    <a:pt x="120" y="275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1654485" y="3139592"/>
              <a:ext cx="42824" cy="42824"/>
            </a:xfrm>
            <a:custGeom>
              <a:avLst/>
              <a:gdLst/>
              <a:ahLst/>
              <a:cxnLst/>
              <a:rect l="l" t="t" r="r" b="b"/>
              <a:pathLst>
                <a:path w="513" h="513" fill="none" extrusionOk="0">
                  <a:moveTo>
                    <a:pt x="513" y="0"/>
                  </a:moveTo>
                  <a:cubicBezTo>
                    <a:pt x="513" y="0"/>
                    <a:pt x="417" y="262"/>
                    <a:pt x="1" y="51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1575014" y="3073979"/>
              <a:ext cx="41822" cy="37815"/>
            </a:xfrm>
            <a:custGeom>
              <a:avLst/>
              <a:gdLst/>
              <a:ahLst/>
              <a:cxnLst/>
              <a:rect l="l" t="t" r="r" b="b"/>
              <a:pathLst>
                <a:path w="501" h="453" fill="none" extrusionOk="0">
                  <a:moveTo>
                    <a:pt x="0" y="0"/>
                  </a:moveTo>
                  <a:cubicBezTo>
                    <a:pt x="119" y="203"/>
                    <a:pt x="298" y="357"/>
                    <a:pt x="500" y="453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1320577" y="2854268"/>
              <a:ext cx="109356" cy="29968"/>
            </a:xfrm>
            <a:custGeom>
              <a:avLst/>
              <a:gdLst/>
              <a:ahLst/>
              <a:cxnLst/>
              <a:rect l="l" t="t" r="r" b="b"/>
              <a:pathLst>
                <a:path w="1310" h="359" fill="none" extrusionOk="0">
                  <a:moveTo>
                    <a:pt x="1310" y="358"/>
                  </a:moveTo>
                  <a:cubicBezTo>
                    <a:pt x="1310" y="358"/>
                    <a:pt x="572" y="1"/>
                    <a:pt x="0" y="275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1794642" y="2284788"/>
              <a:ext cx="266460" cy="975101"/>
            </a:xfrm>
            <a:custGeom>
              <a:avLst/>
              <a:gdLst/>
              <a:ahLst/>
              <a:cxnLst/>
              <a:rect l="l" t="t" r="r" b="b"/>
              <a:pathLst>
                <a:path w="3192" h="11681" extrusionOk="0">
                  <a:moveTo>
                    <a:pt x="679" y="1"/>
                  </a:moveTo>
                  <a:lnTo>
                    <a:pt x="0" y="215"/>
                  </a:lnTo>
                  <a:cubicBezTo>
                    <a:pt x="0" y="215"/>
                    <a:pt x="453" y="894"/>
                    <a:pt x="631" y="929"/>
                  </a:cubicBezTo>
                  <a:cubicBezTo>
                    <a:pt x="631" y="929"/>
                    <a:pt x="1286" y="5990"/>
                    <a:pt x="1501" y="8359"/>
                  </a:cubicBezTo>
                  <a:cubicBezTo>
                    <a:pt x="1703" y="10728"/>
                    <a:pt x="1632" y="10943"/>
                    <a:pt x="1632" y="10943"/>
                  </a:cubicBezTo>
                  <a:lnTo>
                    <a:pt x="2536" y="11681"/>
                  </a:lnTo>
                  <a:lnTo>
                    <a:pt x="3191" y="10752"/>
                  </a:lnTo>
                  <a:cubicBezTo>
                    <a:pt x="3191" y="10752"/>
                    <a:pt x="2846" y="7025"/>
                    <a:pt x="2394" y="4823"/>
                  </a:cubicBezTo>
                  <a:cubicBezTo>
                    <a:pt x="2120" y="3465"/>
                    <a:pt x="1691" y="2144"/>
                    <a:pt x="1108" y="894"/>
                  </a:cubicBezTo>
                  <a:cubicBezTo>
                    <a:pt x="1108" y="894"/>
                    <a:pt x="1382" y="548"/>
                    <a:pt x="1274" y="215"/>
                  </a:cubicBezTo>
                  <a:lnTo>
                    <a:pt x="679" y="1"/>
                  </a:ln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1794642" y="2284788"/>
              <a:ext cx="266460" cy="975101"/>
            </a:xfrm>
            <a:custGeom>
              <a:avLst/>
              <a:gdLst/>
              <a:ahLst/>
              <a:cxnLst/>
              <a:rect l="l" t="t" r="r" b="b"/>
              <a:pathLst>
                <a:path w="3192" h="11681" extrusionOk="0">
                  <a:moveTo>
                    <a:pt x="679" y="1"/>
                  </a:moveTo>
                  <a:lnTo>
                    <a:pt x="0" y="215"/>
                  </a:lnTo>
                  <a:cubicBezTo>
                    <a:pt x="0" y="215"/>
                    <a:pt x="453" y="894"/>
                    <a:pt x="631" y="929"/>
                  </a:cubicBezTo>
                  <a:cubicBezTo>
                    <a:pt x="631" y="929"/>
                    <a:pt x="1286" y="5990"/>
                    <a:pt x="1501" y="8359"/>
                  </a:cubicBezTo>
                  <a:cubicBezTo>
                    <a:pt x="1703" y="10728"/>
                    <a:pt x="1632" y="10943"/>
                    <a:pt x="1632" y="10943"/>
                  </a:cubicBezTo>
                  <a:lnTo>
                    <a:pt x="2536" y="11681"/>
                  </a:lnTo>
                  <a:lnTo>
                    <a:pt x="3191" y="10752"/>
                  </a:lnTo>
                  <a:cubicBezTo>
                    <a:pt x="3191" y="10752"/>
                    <a:pt x="2846" y="7025"/>
                    <a:pt x="2394" y="4823"/>
                  </a:cubicBezTo>
                  <a:cubicBezTo>
                    <a:pt x="2120" y="3465"/>
                    <a:pt x="1691" y="2144"/>
                    <a:pt x="1108" y="894"/>
                  </a:cubicBezTo>
                  <a:cubicBezTo>
                    <a:pt x="1108" y="894"/>
                    <a:pt x="1382" y="548"/>
                    <a:pt x="1274" y="215"/>
                  </a:cubicBezTo>
                  <a:lnTo>
                    <a:pt x="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4"/>
            <p:cNvSpPr/>
            <p:nvPr/>
          </p:nvSpPr>
          <p:spPr>
            <a:xfrm>
              <a:off x="1794642" y="2284788"/>
              <a:ext cx="266460" cy="975101"/>
            </a:xfrm>
            <a:custGeom>
              <a:avLst/>
              <a:gdLst/>
              <a:ahLst/>
              <a:cxnLst/>
              <a:rect l="l" t="t" r="r" b="b"/>
              <a:pathLst>
                <a:path w="3192" h="11681" fill="none" extrusionOk="0">
                  <a:moveTo>
                    <a:pt x="1274" y="215"/>
                  </a:moveTo>
                  <a:lnTo>
                    <a:pt x="679" y="1"/>
                  </a:lnTo>
                  <a:lnTo>
                    <a:pt x="0" y="215"/>
                  </a:lnTo>
                  <a:cubicBezTo>
                    <a:pt x="0" y="215"/>
                    <a:pt x="453" y="894"/>
                    <a:pt x="631" y="929"/>
                  </a:cubicBezTo>
                  <a:cubicBezTo>
                    <a:pt x="631" y="929"/>
                    <a:pt x="1286" y="5990"/>
                    <a:pt x="1501" y="8359"/>
                  </a:cubicBezTo>
                  <a:cubicBezTo>
                    <a:pt x="1703" y="10728"/>
                    <a:pt x="1632" y="10943"/>
                    <a:pt x="1632" y="10943"/>
                  </a:cubicBezTo>
                  <a:lnTo>
                    <a:pt x="2536" y="11681"/>
                  </a:lnTo>
                  <a:lnTo>
                    <a:pt x="3191" y="10752"/>
                  </a:lnTo>
                  <a:cubicBezTo>
                    <a:pt x="3191" y="10752"/>
                    <a:pt x="2846" y="7025"/>
                    <a:pt x="2394" y="4823"/>
                  </a:cubicBezTo>
                  <a:cubicBezTo>
                    <a:pt x="2120" y="3465"/>
                    <a:pt x="1691" y="2144"/>
                    <a:pt x="1108" y="894"/>
                  </a:cubicBezTo>
                  <a:cubicBezTo>
                    <a:pt x="1108" y="894"/>
                    <a:pt x="1382" y="548"/>
                    <a:pt x="1274" y="215"/>
                  </a:cubicBez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1707158" y="1962817"/>
              <a:ext cx="213786" cy="329068"/>
            </a:xfrm>
            <a:custGeom>
              <a:avLst/>
              <a:gdLst/>
              <a:ahLst/>
              <a:cxnLst/>
              <a:rect l="l" t="t" r="r" b="b"/>
              <a:pathLst>
                <a:path w="2561" h="3942" extrusionOk="0">
                  <a:moveTo>
                    <a:pt x="372" y="0"/>
                  </a:moveTo>
                  <a:cubicBezTo>
                    <a:pt x="244" y="0"/>
                    <a:pt x="169" y="132"/>
                    <a:pt x="191" y="476"/>
                  </a:cubicBezTo>
                  <a:cubicBezTo>
                    <a:pt x="239" y="1369"/>
                    <a:pt x="179" y="2262"/>
                    <a:pt x="1" y="3143"/>
                  </a:cubicBezTo>
                  <a:cubicBezTo>
                    <a:pt x="1" y="3143"/>
                    <a:pt x="1343" y="3942"/>
                    <a:pt x="1643" y="3942"/>
                  </a:cubicBezTo>
                  <a:cubicBezTo>
                    <a:pt x="1648" y="3942"/>
                    <a:pt x="1652" y="3941"/>
                    <a:pt x="1656" y="3941"/>
                  </a:cubicBezTo>
                  <a:cubicBezTo>
                    <a:pt x="1929" y="3905"/>
                    <a:pt x="2560" y="3620"/>
                    <a:pt x="2560" y="3620"/>
                  </a:cubicBezTo>
                  <a:cubicBezTo>
                    <a:pt x="2275" y="3096"/>
                    <a:pt x="2394" y="2346"/>
                    <a:pt x="2394" y="2346"/>
                  </a:cubicBezTo>
                  <a:lnTo>
                    <a:pt x="2560" y="2131"/>
                  </a:lnTo>
                  <a:lnTo>
                    <a:pt x="1763" y="1393"/>
                  </a:lnTo>
                  <a:cubicBezTo>
                    <a:pt x="1763" y="1393"/>
                    <a:pt x="788" y="0"/>
                    <a:pt x="3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1723103" y="1969746"/>
              <a:ext cx="219713" cy="234655"/>
            </a:xfrm>
            <a:custGeom>
              <a:avLst/>
              <a:gdLst/>
              <a:ahLst/>
              <a:cxnLst/>
              <a:rect l="l" t="t" r="r" b="b"/>
              <a:pathLst>
                <a:path w="2632" h="2811" extrusionOk="0">
                  <a:moveTo>
                    <a:pt x="0" y="0"/>
                  </a:moveTo>
                  <a:cubicBezTo>
                    <a:pt x="0" y="0"/>
                    <a:pt x="143" y="1227"/>
                    <a:pt x="262" y="1489"/>
                  </a:cubicBezTo>
                  <a:cubicBezTo>
                    <a:pt x="369" y="1751"/>
                    <a:pt x="1072" y="2787"/>
                    <a:pt x="1774" y="2810"/>
                  </a:cubicBezTo>
                  <a:cubicBezTo>
                    <a:pt x="1782" y="2810"/>
                    <a:pt x="1791" y="2811"/>
                    <a:pt x="1799" y="2811"/>
                  </a:cubicBezTo>
                  <a:cubicBezTo>
                    <a:pt x="2476" y="2811"/>
                    <a:pt x="2453" y="2322"/>
                    <a:pt x="2453" y="2322"/>
                  </a:cubicBezTo>
                  <a:lnTo>
                    <a:pt x="2631" y="2251"/>
                  </a:lnTo>
                  <a:lnTo>
                    <a:pt x="1774" y="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1707158" y="1880259"/>
              <a:ext cx="213786" cy="413548"/>
            </a:xfrm>
            <a:custGeom>
              <a:avLst/>
              <a:gdLst/>
              <a:ahLst/>
              <a:cxnLst/>
              <a:rect l="l" t="t" r="r" b="b"/>
              <a:pathLst>
                <a:path w="2561" h="4954" fill="none" extrusionOk="0">
                  <a:moveTo>
                    <a:pt x="2394" y="3335"/>
                  </a:moveTo>
                  <a:cubicBezTo>
                    <a:pt x="2394" y="3335"/>
                    <a:pt x="2275" y="4085"/>
                    <a:pt x="2560" y="4609"/>
                  </a:cubicBezTo>
                  <a:cubicBezTo>
                    <a:pt x="2560" y="4609"/>
                    <a:pt x="1929" y="4894"/>
                    <a:pt x="1656" y="4930"/>
                  </a:cubicBezTo>
                  <a:cubicBezTo>
                    <a:pt x="1382" y="4954"/>
                    <a:pt x="1" y="4132"/>
                    <a:pt x="1" y="4132"/>
                  </a:cubicBezTo>
                  <a:cubicBezTo>
                    <a:pt x="179" y="3251"/>
                    <a:pt x="239" y="2358"/>
                    <a:pt x="191" y="1465"/>
                  </a:cubicBezTo>
                  <a:cubicBezTo>
                    <a:pt x="96" y="1"/>
                    <a:pt x="1763" y="2382"/>
                    <a:pt x="1763" y="2382"/>
                  </a:cubicBezTo>
                  <a:lnTo>
                    <a:pt x="2560" y="3120"/>
                  </a:lnTo>
                  <a:lnTo>
                    <a:pt x="2394" y="3335"/>
                  </a:ln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1655486" y="2195551"/>
              <a:ext cx="290335" cy="161863"/>
            </a:xfrm>
            <a:custGeom>
              <a:avLst/>
              <a:gdLst/>
              <a:ahLst/>
              <a:cxnLst/>
              <a:rect l="l" t="t" r="r" b="b"/>
              <a:pathLst>
                <a:path w="3478" h="1939" extrusionOk="0">
                  <a:moveTo>
                    <a:pt x="434" y="0"/>
                  </a:moveTo>
                  <a:cubicBezTo>
                    <a:pt x="404" y="0"/>
                    <a:pt x="378" y="7"/>
                    <a:pt x="358" y="22"/>
                  </a:cubicBezTo>
                  <a:cubicBezTo>
                    <a:pt x="179" y="153"/>
                    <a:pt x="60" y="332"/>
                    <a:pt x="1" y="534"/>
                  </a:cubicBezTo>
                  <a:lnTo>
                    <a:pt x="1179" y="1939"/>
                  </a:lnTo>
                  <a:cubicBezTo>
                    <a:pt x="1179" y="1939"/>
                    <a:pt x="2009" y="1224"/>
                    <a:pt x="2365" y="1224"/>
                  </a:cubicBezTo>
                  <a:cubicBezTo>
                    <a:pt x="2371" y="1224"/>
                    <a:pt x="2376" y="1224"/>
                    <a:pt x="2382" y="1225"/>
                  </a:cubicBezTo>
                  <a:cubicBezTo>
                    <a:pt x="2727" y="1236"/>
                    <a:pt x="3477" y="1939"/>
                    <a:pt x="3477" y="1939"/>
                  </a:cubicBezTo>
                  <a:lnTo>
                    <a:pt x="3477" y="927"/>
                  </a:lnTo>
                  <a:cubicBezTo>
                    <a:pt x="3477" y="927"/>
                    <a:pt x="3312" y="413"/>
                    <a:pt x="3160" y="413"/>
                  </a:cubicBezTo>
                  <a:cubicBezTo>
                    <a:pt x="3134" y="413"/>
                    <a:pt x="3108" y="428"/>
                    <a:pt x="3084" y="463"/>
                  </a:cubicBezTo>
                  <a:cubicBezTo>
                    <a:pt x="3084" y="463"/>
                    <a:pt x="2739" y="1046"/>
                    <a:pt x="2346" y="1070"/>
                  </a:cubicBezTo>
                  <a:cubicBezTo>
                    <a:pt x="2342" y="1070"/>
                    <a:pt x="2339" y="1070"/>
                    <a:pt x="2335" y="1070"/>
                  </a:cubicBezTo>
                  <a:cubicBezTo>
                    <a:pt x="1959" y="1070"/>
                    <a:pt x="817" y="0"/>
                    <a:pt x="434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1663250" y="1787850"/>
              <a:ext cx="362042" cy="394515"/>
            </a:xfrm>
            <a:custGeom>
              <a:avLst/>
              <a:gdLst/>
              <a:ahLst/>
              <a:cxnLst/>
              <a:rect l="l" t="t" r="r" b="b"/>
              <a:pathLst>
                <a:path w="4337" h="4726" extrusionOk="0">
                  <a:moveTo>
                    <a:pt x="3491" y="1"/>
                  </a:moveTo>
                  <a:cubicBezTo>
                    <a:pt x="3156" y="136"/>
                    <a:pt x="2746" y="173"/>
                    <a:pt x="2400" y="173"/>
                  </a:cubicBezTo>
                  <a:cubicBezTo>
                    <a:pt x="1984" y="173"/>
                    <a:pt x="1658" y="120"/>
                    <a:pt x="1658" y="120"/>
                  </a:cubicBezTo>
                  <a:cubicBezTo>
                    <a:pt x="1562" y="465"/>
                    <a:pt x="1110" y="382"/>
                    <a:pt x="1134" y="739"/>
                  </a:cubicBezTo>
                  <a:cubicBezTo>
                    <a:pt x="1158" y="1084"/>
                    <a:pt x="836" y="1953"/>
                    <a:pt x="836" y="1953"/>
                  </a:cubicBezTo>
                  <a:cubicBezTo>
                    <a:pt x="685" y="1633"/>
                    <a:pt x="517" y="1509"/>
                    <a:pt x="379" y="1509"/>
                  </a:cubicBezTo>
                  <a:cubicBezTo>
                    <a:pt x="148" y="1509"/>
                    <a:pt x="1" y="1857"/>
                    <a:pt x="158" y="2215"/>
                  </a:cubicBezTo>
                  <a:cubicBezTo>
                    <a:pt x="390" y="2723"/>
                    <a:pt x="755" y="2751"/>
                    <a:pt x="833" y="2751"/>
                  </a:cubicBezTo>
                  <a:cubicBezTo>
                    <a:pt x="843" y="2751"/>
                    <a:pt x="848" y="2751"/>
                    <a:pt x="848" y="2751"/>
                  </a:cubicBezTo>
                  <a:lnTo>
                    <a:pt x="1051" y="3358"/>
                  </a:lnTo>
                  <a:cubicBezTo>
                    <a:pt x="1098" y="3489"/>
                    <a:pt x="1158" y="3596"/>
                    <a:pt x="1253" y="3703"/>
                  </a:cubicBezTo>
                  <a:cubicBezTo>
                    <a:pt x="1545" y="4028"/>
                    <a:pt x="2260" y="4726"/>
                    <a:pt x="3022" y="4726"/>
                  </a:cubicBezTo>
                  <a:cubicBezTo>
                    <a:pt x="3099" y="4726"/>
                    <a:pt x="3176" y="4719"/>
                    <a:pt x="3253" y="4704"/>
                  </a:cubicBezTo>
                  <a:cubicBezTo>
                    <a:pt x="4337" y="4489"/>
                    <a:pt x="3884" y="1787"/>
                    <a:pt x="3884" y="1787"/>
                  </a:cubicBezTo>
                  <a:cubicBezTo>
                    <a:pt x="3979" y="1429"/>
                    <a:pt x="3491" y="1"/>
                    <a:pt x="3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1655486" y="1787850"/>
              <a:ext cx="369805" cy="406619"/>
            </a:xfrm>
            <a:custGeom>
              <a:avLst/>
              <a:gdLst/>
              <a:ahLst/>
              <a:cxnLst/>
              <a:rect l="l" t="t" r="r" b="b"/>
              <a:pathLst>
                <a:path w="4430" h="4871" fill="none" extrusionOk="0">
                  <a:moveTo>
                    <a:pt x="3584" y="1"/>
                  </a:moveTo>
                  <a:cubicBezTo>
                    <a:pt x="3584" y="1"/>
                    <a:pt x="4072" y="1429"/>
                    <a:pt x="3977" y="1787"/>
                  </a:cubicBezTo>
                  <a:cubicBezTo>
                    <a:pt x="3977" y="1787"/>
                    <a:pt x="4430" y="4489"/>
                    <a:pt x="3346" y="4704"/>
                  </a:cubicBezTo>
                  <a:cubicBezTo>
                    <a:pt x="2501" y="4870"/>
                    <a:pt x="1667" y="4061"/>
                    <a:pt x="1346" y="3703"/>
                  </a:cubicBezTo>
                  <a:cubicBezTo>
                    <a:pt x="1251" y="3596"/>
                    <a:pt x="1191" y="3489"/>
                    <a:pt x="1144" y="3358"/>
                  </a:cubicBezTo>
                  <a:lnTo>
                    <a:pt x="941" y="2751"/>
                  </a:lnTo>
                  <a:cubicBezTo>
                    <a:pt x="941" y="2751"/>
                    <a:pt x="512" y="2787"/>
                    <a:pt x="251" y="2215"/>
                  </a:cubicBezTo>
                  <a:cubicBezTo>
                    <a:pt x="1" y="1644"/>
                    <a:pt x="524" y="1096"/>
                    <a:pt x="929" y="1953"/>
                  </a:cubicBezTo>
                  <a:cubicBezTo>
                    <a:pt x="929" y="1953"/>
                    <a:pt x="1251" y="1084"/>
                    <a:pt x="1227" y="739"/>
                  </a:cubicBezTo>
                  <a:cubicBezTo>
                    <a:pt x="1203" y="382"/>
                    <a:pt x="1655" y="465"/>
                    <a:pt x="1751" y="120"/>
                  </a:cubicBezTo>
                  <a:cubicBezTo>
                    <a:pt x="1751" y="120"/>
                    <a:pt x="2846" y="298"/>
                    <a:pt x="3584" y="1"/>
                  </a:cubicBez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1950661" y="1957809"/>
              <a:ext cx="51756" cy="90573"/>
            </a:xfrm>
            <a:custGeom>
              <a:avLst/>
              <a:gdLst/>
              <a:ahLst/>
              <a:cxnLst/>
              <a:rect l="l" t="t" r="r" b="b"/>
              <a:pathLst>
                <a:path w="620" h="1085" extrusionOk="0">
                  <a:moveTo>
                    <a:pt x="1" y="1"/>
                  </a:moveTo>
                  <a:lnTo>
                    <a:pt x="96" y="1084"/>
                  </a:lnTo>
                  <a:lnTo>
                    <a:pt x="513" y="941"/>
                  </a:lnTo>
                  <a:cubicBezTo>
                    <a:pt x="525" y="929"/>
                    <a:pt x="536" y="929"/>
                    <a:pt x="548" y="917"/>
                  </a:cubicBezTo>
                  <a:cubicBezTo>
                    <a:pt x="608" y="870"/>
                    <a:pt x="620" y="786"/>
                    <a:pt x="572" y="72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1950661" y="1957809"/>
              <a:ext cx="51756" cy="90573"/>
            </a:xfrm>
            <a:custGeom>
              <a:avLst/>
              <a:gdLst/>
              <a:ahLst/>
              <a:cxnLst/>
              <a:rect l="l" t="t" r="r" b="b"/>
              <a:pathLst>
                <a:path w="620" h="1085" fill="none" extrusionOk="0">
                  <a:moveTo>
                    <a:pt x="1" y="1"/>
                  </a:moveTo>
                  <a:lnTo>
                    <a:pt x="572" y="727"/>
                  </a:lnTo>
                  <a:cubicBezTo>
                    <a:pt x="620" y="786"/>
                    <a:pt x="608" y="870"/>
                    <a:pt x="548" y="917"/>
                  </a:cubicBezTo>
                  <a:cubicBezTo>
                    <a:pt x="536" y="929"/>
                    <a:pt x="525" y="929"/>
                    <a:pt x="513" y="941"/>
                  </a:cubicBezTo>
                  <a:lnTo>
                    <a:pt x="96" y="1084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1881125" y="2072089"/>
              <a:ext cx="64695" cy="30887"/>
            </a:xfrm>
            <a:custGeom>
              <a:avLst/>
              <a:gdLst/>
              <a:ahLst/>
              <a:cxnLst/>
              <a:rect l="l" t="t" r="r" b="b"/>
              <a:pathLst>
                <a:path w="775" h="370" fill="none" extrusionOk="0">
                  <a:moveTo>
                    <a:pt x="0" y="1"/>
                  </a:moveTo>
                  <a:cubicBezTo>
                    <a:pt x="0" y="1"/>
                    <a:pt x="179" y="370"/>
                    <a:pt x="774" y="3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1869187" y="1918074"/>
              <a:ext cx="74629" cy="93495"/>
            </a:xfrm>
            <a:custGeom>
              <a:avLst/>
              <a:gdLst/>
              <a:ahLst/>
              <a:cxnLst/>
              <a:rect l="l" t="t" r="r" b="b"/>
              <a:pathLst>
                <a:path w="894" h="1120" fill="none" extrusionOk="0">
                  <a:moveTo>
                    <a:pt x="881" y="441"/>
                  </a:moveTo>
                  <a:cubicBezTo>
                    <a:pt x="893" y="810"/>
                    <a:pt x="715" y="1108"/>
                    <a:pt x="477" y="1120"/>
                  </a:cubicBezTo>
                  <a:cubicBezTo>
                    <a:pt x="250" y="1120"/>
                    <a:pt x="36" y="846"/>
                    <a:pt x="24" y="488"/>
                  </a:cubicBezTo>
                  <a:cubicBezTo>
                    <a:pt x="0" y="119"/>
                    <a:pt x="179" y="24"/>
                    <a:pt x="417" y="12"/>
                  </a:cubicBezTo>
                  <a:cubicBezTo>
                    <a:pt x="655" y="0"/>
                    <a:pt x="858" y="84"/>
                    <a:pt x="881" y="441"/>
                  </a:cubicBezTo>
                  <a:close/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1973534" y="1911980"/>
              <a:ext cx="60688" cy="91658"/>
            </a:xfrm>
            <a:custGeom>
              <a:avLst/>
              <a:gdLst/>
              <a:ahLst/>
              <a:cxnLst/>
              <a:rect l="l" t="t" r="r" b="b"/>
              <a:pathLst>
                <a:path w="727" h="1098" extrusionOk="0">
                  <a:moveTo>
                    <a:pt x="367" y="1"/>
                  </a:moveTo>
                  <a:cubicBezTo>
                    <a:pt x="356" y="1"/>
                    <a:pt x="345" y="1"/>
                    <a:pt x="334" y="2"/>
                  </a:cubicBezTo>
                  <a:cubicBezTo>
                    <a:pt x="143" y="2"/>
                    <a:pt x="1" y="109"/>
                    <a:pt x="12" y="466"/>
                  </a:cubicBezTo>
                  <a:cubicBezTo>
                    <a:pt x="36" y="816"/>
                    <a:pt x="196" y="1098"/>
                    <a:pt x="382" y="1098"/>
                  </a:cubicBezTo>
                  <a:cubicBezTo>
                    <a:pt x="386" y="1098"/>
                    <a:pt x="390" y="1098"/>
                    <a:pt x="393" y="1097"/>
                  </a:cubicBezTo>
                  <a:cubicBezTo>
                    <a:pt x="584" y="1097"/>
                    <a:pt x="727" y="800"/>
                    <a:pt x="715" y="442"/>
                  </a:cubicBezTo>
                  <a:cubicBezTo>
                    <a:pt x="692" y="95"/>
                    <a:pt x="544" y="1"/>
                    <a:pt x="367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1871191" y="1880259"/>
              <a:ext cx="59686" cy="30887"/>
            </a:xfrm>
            <a:custGeom>
              <a:avLst/>
              <a:gdLst/>
              <a:ahLst/>
              <a:cxnLst/>
              <a:rect l="l" t="t" r="r" b="b"/>
              <a:pathLst>
                <a:path w="715" h="370" fill="none" extrusionOk="0">
                  <a:moveTo>
                    <a:pt x="0" y="370"/>
                  </a:moveTo>
                  <a:cubicBezTo>
                    <a:pt x="0" y="370"/>
                    <a:pt x="262" y="1"/>
                    <a:pt x="715" y="28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1975537" y="1889274"/>
              <a:ext cx="25878" cy="14942"/>
            </a:xfrm>
            <a:custGeom>
              <a:avLst/>
              <a:gdLst/>
              <a:ahLst/>
              <a:cxnLst/>
              <a:rect l="l" t="t" r="r" b="b"/>
              <a:pathLst>
                <a:path w="310" h="179" fill="none" extrusionOk="0">
                  <a:moveTo>
                    <a:pt x="0" y="179"/>
                  </a:moveTo>
                  <a:cubicBezTo>
                    <a:pt x="84" y="83"/>
                    <a:pt x="191" y="24"/>
                    <a:pt x="310" y="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1723103" y="1922999"/>
              <a:ext cx="148173" cy="41822"/>
            </a:xfrm>
            <a:custGeom>
              <a:avLst/>
              <a:gdLst/>
              <a:ahLst/>
              <a:cxnLst/>
              <a:rect l="l" t="t" r="r" b="b"/>
              <a:pathLst>
                <a:path w="1775" h="501" fill="none" extrusionOk="0">
                  <a:moveTo>
                    <a:pt x="1774" y="418"/>
                  </a:moveTo>
                  <a:cubicBezTo>
                    <a:pt x="1619" y="465"/>
                    <a:pt x="1465" y="489"/>
                    <a:pt x="1310" y="501"/>
                  </a:cubicBezTo>
                  <a:cubicBezTo>
                    <a:pt x="965" y="465"/>
                    <a:pt x="0" y="1"/>
                    <a:pt x="0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1943732" y="1945872"/>
              <a:ext cx="30887" cy="6094"/>
            </a:xfrm>
            <a:custGeom>
              <a:avLst/>
              <a:gdLst/>
              <a:ahLst/>
              <a:cxnLst/>
              <a:rect l="l" t="t" r="r" b="b"/>
              <a:pathLst>
                <a:path w="370" h="73" fill="none" extrusionOk="0">
                  <a:moveTo>
                    <a:pt x="369" y="1"/>
                  </a:moveTo>
                  <a:lnTo>
                    <a:pt x="0" y="72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1901994" y="1941865"/>
              <a:ext cx="23875" cy="32974"/>
            </a:xfrm>
            <a:custGeom>
              <a:avLst/>
              <a:gdLst/>
              <a:ahLst/>
              <a:cxnLst/>
              <a:rect l="l" t="t" r="r" b="b"/>
              <a:pathLst>
                <a:path w="286" h="395" extrusionOk="0">
                  <a:moveTo>
                    <a:pt x="155" y="0"/>
                  </a:moveTo>
                  <a:cubicBezTo>
                    <a:pt x="88" y="0"/>
                    <a:pt x="23" y="90"/>
                    <a:pt x="12" y="180"/>
                  </a:cubicBezTo>
                  <a:cubicBezTo>
                    <a:pt x="0" y="287"/>
                    <a:pt x="48" y="382"/>
                    <a:pt x="131" y="394"/>
                  </a:cubicBezTo>
                  <a:cubicBezTo>
                    <a:pt x="135" y="395"/>
                    <a:pt x="139" y="395"/>
                    <a:pt x="143" y="395"/>
                  </a:cubicBezTo>
                  <a:cubicBezTo>
                    <a:pt x="209" y="395"/>
                    <a:pt x="263" y="305"/>
                    <a:pt x="274" y="203"/>
                  </a:cubicBezTo>
                  <a:cubicBezTo>
                    <a:pt x="286" y="96"/>
                    <a:pt x="238" y="1"/>
                    <a:pt x="167" y="1"/>
                  </a:cubicBezTo>
                  <a:cubicBezTo>
                    <a:pt x="163" y="0"/>
                    <a:pt x="159" y="0"/>
                    <a:pt x="1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1983467" y="1931848"/>
              <a:ext cx="16946" cy="32974"/>
            </a:xfrm>
            <a:custGeom>
              <a:avLst/>
              <a:gdLst/>
              <a:ahLst/>
              <a:cxnLst/>
              <a:rect l="l" t="t" r="r" b="b"/>
              <a:pathLst>
                <a:path w="203" h="395" extrusionOk="0">
                  <a:moveTo>
                    <a:pt x="110" y="1"/>
                  </a:moveTo>
                  <a:cubicBezTo>
                    <a:pt x="66" y="1"/>
                    <a:pt x="24" y="80"/>
                    <a:pt x="12" y="181"/>
                  </a:cubicBezTo>
                  <a:cubicBezTo>
                    <a:pt x="1" y="300"/>
                    <a:pt x="36" y="383"/>
                    <a:pt x="84" y="395"/>
                  </a:cubicBezTo>
                  <a:cubicBezTo>
                    <a:pt x="132" y="395"/>
                    <a:pt x="191" y="312"/>
                    <a:pt x="203" y="204"/>
                  </a:cubicBezTo>
                  <a:cubicBezTo>
                    <a:pt x="203" y="97"/>
                    <a:pt x="179" y="2"/>
                    <a:pt x="120" y="2"/>
                  </a:cubicBezTo>
                  <a:cubicBezTo>
                    <a:pt x="117" y="1"/>
                    <a:pt x="114" y="1"/>
                    <a:pt x="1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1656488" y="2956694"/>
              <a:ext cx="117369" cy="38817"/>
            </a:xfrm>
            <a:custGeom>
              <a:avLst/>
              <a:gdLst/>
              <a:ahLst/>
              <a:cxnLst/>
              <a:rect l="l" t="t" r="r" b="b"/>
              <a:pathLst>
                <a:path w="1406" h="465" fill="none" extrusionOk="0">
                  <a:moveTo>
                    <a:pt x="0" y="465"/>
                  </a:moveTo>
                  <a:cubicBezTo>
                    <a:pt x="179" y="0"/>
                    <a:pt x="1405" y="72"/>
                    <a:pt x="1405" y="7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1658491" y="3015295"/>
              <a:ext cx="241584" cy="44827"/>
            </a:xfrm>
            <a:custGeom>
              <a:avLst/>
              <a:gdLst/>
              <a:ahLst/>
              <a:cxnLst/>
              <a:rect l="l" t="t" r="r" b="b"/>
              <a:pathLst>
                <a:path w="2894" h="537" fill="none" extrusionOk="0">
                  <a:moveTo>
                    <a:pt x="2893" y="1"/>
                  </a:moveTo>
                  <a:cubicBezTo>
                    <a:pt x="1596" y="310"/>
                    <a:pt x="191" y="537"/>
                    <a:pt x="0" y="96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2057011" y="2962621"/>
              <a:ext cx="29885" cy="10017"/>
            </a:xfrm>
            <a:custGeom>
              <a:avLst/>
              <a:gdLst/>
              <a:ahLst/>
              <a:cxnLst/>
              <a:rect l="l" t="t" r="r" b="b"/>
              <a:pathLst>
                <a:path w="358" h="120" fill="none" extrusionOk="0">
                  <a:moveTo>
                    <a:pt x="358" y="1"/>
                  </a:moveTo>
                  <a:cubicBezTo>
                    <a:pt x="358" y="1"/>
                    <a:pt x="227" y="48"/>
                    <a:pt x="1" y="12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492652" y="3793550"/>
              <a:ext cx="3817677" cy="795207"/>
            </a:xfrm>
            <a:custGeom>
              <a:avLst/>
              <a:gdLst/>
              <a:ahLst/>
              <a:cxnLst/>
              <a:rect l="l" t="t" r="r" b="b"/>
              <a:pathLst>
                <a:path w="45733" h="9526" extrusionOk="0">
                  <a:moveTo>
                    <a:pt x="20300" y="0"/>
                  </a:moveTo>
                  <a:cubicBezTo>
                    <a:pt x="8858" y="0"/>
                    <a:pt x="0" y="3429"/>
                    <a:pt x="0" y="3429"/>
                  </a:cubicBezTo>
                  <a:lnTo>
                    <a:pt x="0" y="9525"/>
                  </a:lnTo>
                  <a:lnTo>
                    <a:pt x="45732" y="9525"/>
                  </a:lnTo>
                  <a:cubicBezTo>
                    <a:pt x="45732" y="9525"/>
                    <a:pt x="34254" y="0"/>
                    <a:pt x="20300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1828451" y="3875023"/>
              <a:ext cx="908486" cy="138239"/>
            </a:xfrm>
            <a:custGeom>
              <a:avLst/>
              <a:gdLst/>
              <a:ahLst/>
              <a:cxnLst/>
              <a:rect l="l" t="t" r="r" b="b"/>
              <a:pathLst>
                <a:path w="10883" h="1656" extrusionOk="0">
                  <a:moveTo>
                    <a:pt x="5489" y="1"/>
                  </a:moveTo>
                  <a:lnTo>
                    <a:pt x="0" y="929"/>
                  </a:lnTo>
                  <a:lnTo>
                    <a:pt x="5394" y="1656"/>
                  </a:lnTo>
                  <a:lnTo>
                    <a:pt x="10883" y="727"/>
                  </a:lnTo>
                  <a:lnTo>
                    <a:pt x="54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1837383" y="3875023"/>
              <a:ext cx="844876" cy="128305"/>
            </a:xfrm>
            <a:custGeom>
              <a:avLst/>
              <a:gdLst/>
              <a:ahLst/>
              <a:cxnLst/>
              <a:rect l="l" t="t" r="r" b="b"/>
              <a:pathLst>
                <a:path w="10121" h="1537" extrusionOk="0">
                  <a:moveTo>
                    <a:pt x="5096" y="1"/>
                  </a:moveTo>
                  <a:lnTo>
                    <a:pt x="0" y="858"/>
                  </a:lnTo>
                  <a:lnTo>
                    <a:pt x="5013" y="1537"/>
                  </a:lnTo>
                  <a:lnTo>
                    <a:pt x="10121" y="679"/>
                  </a:lnTo>
                  <a:lnTo>
                    <a:pt x="5096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1892060" y="3858161"/>
              <a:ext cx="844876" cy="128305"/>
            </a:xfrm>
            <a:custGeom>
              <a:avLst/>
              <a:gdLst/>
              <a:ahLst/>
              <a:cxnLst/>
              <a:rect l="l" t="t" r="r" b="b"/>
              <a:pathLst>
                <a:path w="10121" h="1537" extrusionOk="0">
                  <a:moveTo>
                    <a:pt x="5108" y="0"/>
                  </a:moveTo>
                  <a:lnTo>
                    <a:pt x="0" y="858"/>
                  </a:lnTo>
                  <a:lnTo>
                    <a:pt x="5025" y="1536"/>
                  </a:lnTo>
                  <a:lnTo>
                    <a:pt x="10121" y="667"/>
                  </a:lnTo>
                  <a:lnTo>
                    <a:pt x="5108" y="0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1733036" y="4168278"/>
              <a:ext cx="287330" cy="58685"/>
            </a:xfrm>
            <a:custGeom>
              <a:avLst/>
              <a:gdLst/>
              <a:ahLst/>
              <a:cxnLst/>
              <a:rect l="l" t="t" r="r" b="b"/>
              <a:pathLst>
                <a:path w="3442" h="703" extrusionOk="0">
                  <a:moveTo>
                    <a:pt x="1727" y="0"/>
                  </a:moveTo>
                  <a:cubicBezTo>
                    <a:pt x="774" y="0"/>
                    <a:pt x="0" y="155"/>
                    <a:pt x="0" y="357"/>
                  </a:cubicBezTo>
                  <a:cubicBezTo>
                    <a:pt x="0" y="548"/>
                    <a:pt x="774" y="702"/>
                    <a:pt x="1727" y="702"/>
                  </a:cubicBezTo>
                  <a:cubicBezTo>
                    <a:pt x="2679" y="702"/>
                    <a:pt x="3441" y="548"/>
                    <a:pt x="3441" y="357"/>
                  </a:cubicBezTo>
                  <a:cubicBezTo>
                    <a:pt x="3441" y="155"/>
                    <a:pt x="2679" y="0"/>
                    <a:pt x="1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1752904" y="3980371"/>
              <a:ext cx="206774" cy="224721"/>
            </a:xfrm>
            <a:custGeom>
              <a:avLst/>
              <a:gdLst/>
              <a:ahLst/>
              <a:cxnLst/>
              <a:rect l="l" t="t" r="r" b="b"/>
              <a:pathLst>
                <a:path w="2477" h="2692" extrusionOk="0">
                  <a:moveTo>
                    <a:pt x="1239" y="1"/>
                  </a:moveTo>
                  <a:cubicBezTo>
                    <a:pt x="548" y="1"/>
                    <a:pt x="0" y="72"/>
                    <a:pt x="0" y="179"/>
                  </a:cubicBezTo>
                  <a:lnTo>
                    <a:pt x="0" y="2513"/>
                  </a:lnTo>
                  <a:cubicBezTo>
                    <a:pt x="0" y="2608"/>
                    <a:pt x="548" y="2692"/>
                    <a:pt x="1239" y="2692"/>
                  </a:cubicBezTo>
                  <a:cubicBezTo>
                    <a:pt x="1929" y="2692"/>
                    <a:pt x="2477" y="2608"/>
                    <a:pt x="2477" y="2513"/>
                  </a:cubicBezTo>
                  <a:lnTo>
                    <a:pt x="2477" y="179"/>
                  </a:lnTo>
                  <a:cubicBezTo>
                    <a:pt x="2477" y="72"/>
                    <a:pt x="1929" y="1"/>
                    <a:pt x="1239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1752904" y="3980371"/>
              <a:ext cx="206774" cy="29885"/>
            </a:xfrm>
            <a:custGeom>
              <a:avLst/>
              <a:gdLst/>
              <a:ahLst/>
              <a:cxnLst/>
              <a:rect l="l" t="t" r="r" b="b"/>
              <a:pathLst>
                <a:path w="2477" h="358" extrusionOk="0">
                  <a:moveTo>
                    <a:pt x="1239" y="1"/>
                  </a:moveTo>
                  <a:cubicBezTo>
                    <a:pt x="548" y="1"/>
                    <a:pt x="0" y="72"/>
                    <a:pt x="0" y="179"/>
                  </a:cubicBezTo>
                  <a:cubicBezTo>
                    <a:pt x="0" y="275"/>
                    <a:pt x="548" y="358"/>
                    <a:pt x="1239" y="358"/>
                  </a:cubicBezTo>
                  <a:cubicBezTo>
                    <a:pt x="1929" y="358"/>
                    <a:pt x="2477" y="275"/>
                    <a:pt x="2477" y="179"/>
                  </a:cubicBezTo>
                  <a:cubicBezTo>
                    <a:pt x="2477" y="72"/>
                    <a:pt x="1929" y="1"/>
                    <a:pt x="1239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1934800" y="4027786"/>
              <a:ext cx="100423" cy="143498"/>
            </a:xfrm>
            <a:custGeom>
              <a:avLst/>
              <a:gdLst/>
              <a:ahLst/>
              <a:cxnLst/>
              <a:rect l="l" t="t" r="r" b="b"/>
              <a:pathLst>
                <a:path w="1203" h="1719" extrusionOk="0">
                  <a:moveTo>
                    <a:pt x="555" y="0"/>
                  </a:moveTo>
                  <a:cubicBezTo>
                    <a:pt x="332" y="0"/>
                    <a:pt x="133" y="73"/>
                    <a:pt x="95" y="88"/>
                  </a:cubicBezTo>
                  <a:cubicBezTo>
                    <a:pt x="24" y="111"/>
                    <a:pt x="0" y="195"/>
                    <a:pt x="24" y="254"/>
                  </a:cubicBezTo>
                  <a:cubicBezTo>
                    <a:pt x="50" y="307"/>
                    <a:pt x="95" y="340"/>
                    <a:pt x="146" y="340"/>
                  </a:cubicBezTo>
                  <a:cubicBezTo>
                    <a:pt x="164" y="340"/>
                    <a:pt x="183" y="335"/>
                    <a:pt x="203" y="326"/>
                  </a:cubicBezTo>
                  <a:cubicBezTo>
                    <a:pt x="263" y="303"/>
                    <a:pt x="415" y="261"/>
                    <a:pt x="561" y="261"/>
                  </a:cubicBezTo>
                  <a:cubicBezTo>
                    <a:pt x="644" y="261"/>
                    <a:pt x="725" y="275"/>
                    <a:pt x="786" y="314"/>
                  </a:cubicBezTo>
                  <a:cubicBezTo>
                    <a:pt x="869" y="373"/>
                    <a:pt x="917" y="492"/>
                    <a:pt x="917" y="659"/>
                  </a:cubicBezTo>
                  <a:cubicBezTo>
                    <a:pt x="917" y="1338"/>
                    <a:pt x="167" y="1457"/>
                    <a:pt x="131" y="1457"/>
                  </a:cubicBezTo>
                  <a:cubicBezTo>
                    <a:pt x="60" y="1469"/>
                    <a:pt x="12" y="1528"/>
                    <a:pt x="12" y="1612"/>
                  </a:cubicBezTo>
                  <a:cubicBezTo>
                    <a:pt x="24" y="1671"/>
                    <a:pt x="84" y="1719"/>
                    <a:pt x="155" y="1719"/>
                  </a:cubicBezTo>
                  <a:lnTo>
                    <a:pt x="167" y="1719"/>
                  </a:lnTo>
                  <a:cubicBezTo>
                    <a:pt x="524" y="1671"/>
                    <a:pt x="1203" y="1385"/>
                    <a:pt x="1203" y="659"/>
                  </a:cubicBezTo>
                  <a:cubicBezTo>
                    <a:pt x="1203" y="397"/>
                    <a:pt x="1107" y="207"/>
                    <a:pt x="941" y="99"/>
                  </a:cubicBezTo>
                  <a:cubicBezTo>
                    <a:pt x="822" y="25"/>
                    <a:pt x="685" y="0"/>
                    <a:pt x="555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2084892" y="4034882"/>
              <a:ext cx="27881" cy="24208"/>
            </a:xfrm>
            <a:custGeom>
              <a:avLst/>
              <a:gdLst/>
              <a:ahLst/>
              <a:cxnLst/>
              <a:rect l="l" t="t" r="r" b="b"/>
              <a:pathLst>
                <a:path w="334" h="290" extrusionOk="0">
                  <a:moveTo>
                    <a:pt x="313" y="1"/>
                  </a:moveTo>
                  <a:cubicBezTo>
                    <a:pt x="283" y="1"/>
                    <a:pt x="218" y="47"/>
                    <a:pt x="143" y="122"/>
                  </a:cubicBezTo>
                  <a:cubicBezTo>
                    <a:pt x="60" y="193"/>
                    <a:pt x="0" y="276"/>
                    <a:pt x="12" y="288"/>
                  </a:cubicBezTo>
                  <a:cubicBezTo>
                    <a:pt x="14" y="289"/>
                    <a:pt x="16" y="290"/>
                    <a:pt x="19" y="290"/>
                  </a:cubicBezTo>
                  <a:cubicBezTo>
                    <a:pt x="48" y="290"/>
                    <a:pt x="114" y="235"/>
                    <a:pt x="191" y="169"/>
                  </a:cubicBezTo>
                  <a:cubicBezTo>
                    <a:pt x="274" y="86"/>
                    <a:pt x="333" y="14"/>
                    <a:pt x="321" y="3"/>
                  </a:cubicBezTo>
                  <a:cubicBezTo>
                    <a:pt x="319" y="1"/>
                    <a:pt x="316" y="1"/>
                    <a:pt x="313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2088815" y="3773599"/>
              <a:ext cx="303274" cy="276477"/>
            </a:xfrm>
            <a:custGeom>
              <a:avLst/>
              <a:gdLst/>
              <a:ahLst/>
              <a:cxnLst/>
              <a:rect l="l" t="t" r="r" b="b"/>
              <a:pathLst>
                <a:path w="3633" h="3312" extrusionOk="0">
                  <a:moveTo>
                    <a:pt x="3452" y="0"/>
                  </a:moveTo>
                  <a:cubicBezTo>
                    <a:pt x="3305" y="0"/>
                    <a:pt x="3014" y="177"/>
                    <a:pt x="2739" y="442"/>
                  </a:cubicBezTo>
                  <a:lnTo>
                    <a:pt x="536" y="2525"/>
                  </a:lnTo>
                  <a:lnTo>
                    <a:pt x="536" y="2537"/>
                  </a:lnTo>
                  <a:cubicBezTo>
                    <a:pt x="203" y="2859"/>
                    <a:pt x="1" y="3192"/>
                    <a:pt x="108" y="3287"/>
                  </a:cubicBezTo>
                  <a:cubicBezTo>
                    <a:pt x="124" y="3304"/>
                    <a:pt x="149" y="3312"/>
                    <a:pt x="180" y="3312"/>
                  </a:cubicBezTo>
                  <a:cubicBezTo>
                    <a:pt x="327" y="3312"/>
                    <a:pt x="619" y="3136"/>
                    <a:pt x="894" y="2871"/>
                  </a:cubicBezTo>
                  <a:lnTo>
                    <a:pt x="3096" y="787"/>
                  </a:lnTo>
                  <a:cubicBezTo>
                    <a:pt x="3430" y="454"/>
                    <a:pt x="3632" y="120"/>
                    <a:pt x="3525" y="25"/>
                  </a:cubicBezTo>
                  <a:cubicBezTo>
                    <a:pt x="3508" y="8"/>
                    <a:pt x="3484" y="0"/>
                    <a:pt x="3452" y="0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2282649" y="3836290"/>
              <a:ext cx="37815" cy="35812"/>
            </a:xfrm>
            <a:custGeom>
              <a:avLst/>
              <a:gdLst/>
              <a:ahLst/>
              <a:cxnLst/>
              <a:rect l="l" t="t" r="r" b="b"/>
              <a:pathLst>
                <a:path w="453" h="429" extrusionOk="0">
                  <a:moveTo>
                    <a:pt x="96" y="0"/>
                  </a:moveTo>
                  <a:lnTo>
                    <a:pt x="0" y="84"/>
                  </a:lnTo>
                  <a:cubicBezTo>
                    <a:pt x="48" y="143"/>
                    <a:pt x="108" y="203"/>
                    <a:pt x="167" y="262"/>
                  </a:cubicBezTo>
                  <a:cubicBezTo>
                    <a:pt x="227" y="322"/>
                    <a:pt x="298" y="381"/>
                    <a:pt x="358" y="429"/>
                  </a:cubicBezTo>
                  <a:lnTo>
                    <a:pt x="453" y="334"/>
                  </a:lnTo>
                  <a:cubicBezTo>
                    <a:pt x="381" y="286"/>
                    <a:pt x="322" y="238"/>
                    <a:pt x="262" y="179"/>
                  </a:cubicBezTo>
                  <a:cubicBezTo>
                    <a:pt x="203" y="119"/>
                    <a:pt x="143" y="60"/>
                    <a:pt x="96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2249842" y="3770677"/>
              <a:ext cx="111359" cy="79638"/>
            </a:xfrm>
            <a:custGeom>
              <a:avLst/>
              <a:gdLst/>
              <a:ahLst/>
              <a:cxnLst/>
              <a:rect l="l" t="t" r="r" b="b"/>
              <a:pathLst>
                <a:path w="1334" h="954" fill="none" extrusionOk="0">
                  <a:moveTo>
                    <a:pt x="1334" y="96"/>
                  </a:moveTo>
                  <a:cubicBezTo>
                    <a:pt x="1334" y="96"/>
                    <a:pt x="1179" y="1"/>
                    <a:pt x="834" y="262"/>
                  </a:cubicBezTo>
                  <a:cubicBezTo>
                    <a:pt x="477" y="513"/>
                    <a:pt x="155" y="953"/>
                    <a:pt x="0" y="94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2008344" y="3872018"/>
              <a:ext cx="316129" cy="415551"/>
            </a:xfrm>
            <a:custGeom>
              <a:avLst/>
              <a:gdLst/>
              <a:ahLst/>
              <a:cxnLst/>
              <a:rect l="l" t="t" r="r" b="b"/>
              <a:pathLst>
                <a:path w="3787" h="4978" extrusionOk="0">
                  <a:moveTo>
                    <a:pt x="3392" y="523"/>
                  </a:moveTo>
                  <a:cubicBezTo>
                    <a:pt x="3319" y="608"/>
                    <a:pt x="3252" y="729"/>
                    <a:pt x="3215" y="834"/>
                  </a:cubicBezTo>
                  <a:cubicBezTo>
                    <a:pt x="3132" y="1061"/>
                    <a:pt x="2381" y="1215"/>
                    <a:pt x="2381" y="1215"/>
                  </a:cubicBezTo>
                  <a:cubicBezTo>
                    <a:pt x="2536" y="1084"/>
                    <a:pt x="2703" y="953"/>
                    <a:pt x="2870" y="846"/>
                  </a:cubicBezTo>
                  <a:cubicBezTo>
                    <a:pt x="2952" y="809"/>
                    <a:pt x="3197" y="681"/>
                    <a:pt x="3392" y="523"/>
                  </a:cubicBezTo>
                  <a:close/>
                  <a:moveTo>
                    <a:pt x="3474" y="0"/>
                  </a:moveTo>
                  <a:cubicBezTo>
                    <a:pt x="3018" y="0"/>
                    <a:pt x="1802" y="566"/>
                    <a:pt x="1393" y="715"/>
                  </a:cubicBezTo>
                  <a:cubicBezTo>
                    <a:pt x="905" y="906"/>
                    <a:pt x="250" y="1954"/>
                    <a:pt x="250" y="2275"/>
                  </a:cubicBezTo>
                  <a:cubicBezTo>
                    <a:pt x="250" y="2585"/>
                    <a:pt x="0" y="3192"/>
                    <a:pt x="0" y="3192"/>
                  </a:cubicBezTo>
                  <a:lnTo>
                    <a:pt x="988" y="4978"/>
                  </a:lnTo>
                  <a:cubicBezTo>
                    <a:pt x="988" y="4978"/>
                    <a:pt x="1393" y="4311"/>
                    <a:pt x="1858" y="4204"/>
                  </a:cubicBezTo>
                  <a:cubicBezTo>
                    <a:pt x="2322" y="4097"/>
                    <a:pt x="3060" y="3740"/>
                    <a:pt x="3060" y="3740"/>
                  </a:cubicBezTo>
                  <a:cubicBezTo>
                    <a:pt x="3417" y="3466"/>
                    <a:pt x="3215" y="3192"/>
                    <a:pt x="3215" y="3192"/>
                  </a:cubicBezTo>
                  <a:cubicBezTo>
                    <a:pt x="3644" y="2930"/>
                    <a:pt x="3334" y="2620"/>
                    <a:pt x="3334" y="2620"/>
                  </a:cubicBezTo>
                  <a:lnTo>
                    <a:pt x="3513" y="2430"/>
                  </a:lnTo>
                  <a:cubicBezTo>
                    <a:pt x="3739" y="2180"/>
                    <a:pt x="3524" y="1858"/>
                    <a:pt x="3524" y="1858"/>
                  </a:cubicBezTo>
                  <a:lnTo>
                    <a:pt x="3524" y="1596"/>
                  </a:lnTo>
                  <a:cubicBezTo>
                    <a:pt x="3727" y="1192"/>
                    <a:pt x="3786" y="680"/>
                    <a:pt x="3655" y="477"/>
                  </a:cubicBezTo>
                  <a:cubicBezTo>
                    <a:pt x="3629" y="432"/>
                    <a:pt x="3597" y="413"/>
                    <a:pt x="3562" y="413"/>
                  </a:cubicBezTo>
                  <a:cubicBezTo>
                    <a:pt x="3539" y="413"/>
                    <a:pt x="3515" y="421"/>
                    <a:pt x="3491" y="435"/>
                  </a:cubicBezTo>
                  <a:lnTo>
                    <a:pt x="3491" y="435"/>
                  </a:lnTo>
                  <a:cubicBezTo>
                    <a:pt x="3612" y="317"/>
                    <a:pt x="3688" y="189"/>
                    <a:pt x="3644" y="72"/>
                  </a:cubicBezTo>
                  <a:cubicBezTo>
                    <a:pt x="3624" y="22"/>
                    <a:pt x="3564" y="0"/>
                    <a:pt x="3474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818629" y="2494482"/>
              <a:ext cx="586513" cy="921508"/>
            </a:xfrm>
            <a:custGeom>
              <a:avLst/>
              <a:gdLst/>
              <a:ahLst/>
              <a:cxnLst/>
              <a:rect l="l" t="t" r="r" b="b"/>
              <a:pathLst>
                <a:path w="7026" h="11039" extrusionOk="0">
                  <a:moveTo>
                    <a:pt x="4382" y="1"/>
                  </a:moveTo>
                  <a:lnTo>
                    <a:pt x="2501" y="311"/>
                  </a:lnTo>
                  <a:lnTo>
                    <a:pt x="358" y="1513"/>
                  </a:lnTo>
                  <a:lnTo>
                    <a:pt x="429" y="4120"/>
                  </a:lnTo>
                  <a:lnTo>
                    <a:pt x="1215" y="6395"/>
                  </a:lnTo>
                  <a:lnTo>
                    <a:pt x="0" y="9109"/>
                  </a:lnTo>
                  <a:lnTo>
                    <a:pt x="3382" y="11038"/>
                  </a:lnTo>
                  <a:cubicBezTo>
                    <a:pt x="3382" y="11038"/>
                    <a:pt x="4120" y="9502"/>
                    <a:pt x="4180" y="8895"/>
                  </a:cubicBezTo>
                  <a:cubicBezTo>
                    <a:pt x="4226" y="8506"/>
                    <a:pt x="4425" y="8463"/>
                    <a:pt x="4756" y="8463"/>
                  </a:cubicBezTo>
                  <a:cubicBezTo>
                    <a:pt x="4852" y="8463"/>
                    <a:pt x="4959" y="8466"/>
                    <a:pt x="5077" y="8466"/>
                  </a:cubicBezTo>
                  <a:cubicBezTo>
                    <a:pt x="5175" y="8466"/>
                    <a:pt x="5281" y="8464"/>
                    <a:pt x="5394" y="8454"/>
                  </a:cubicBezTo>
                  <a:cubicBezTo>
                    <a:pt x="6108" y="8383"/>
                    <a:pt x="5989" y="6847"/>
                    <a:pt x="6096" y="6264"/>
                  </a:cubicBezTo>
                  <a:cubicBezTo>
                    <a:pt x="6192" y="5692"/>
                    <a:pt x="7025" y="5883"/>
                    <a:pt x="6751" y="5561"/>
                  </a:cubicBezTo>
                  <a:cubicBezTo>
                    <a:pt x="6489" y="5240"/>
                    <a:pt x="6037" y="4240"/>
                    <a:pt x="6037" y="4240"/>
                  </a:cubicBezTo>
                  <a:cubicBezTo>
                    <a:pt x="6037" y="4240"/>
                    <a:pt x="6144" y="3882"/>
                    <a:pt x="6287" y="3501"/>
                  </a:cubicBezTo>
                  <a:cubicBezTo>
                    <a:pt x="6442" y="3132"/>
                    <a:pt x="5477" y="1192"/>
                    <a:pt x="5477" y="1192"/>
                  </a:cubicBezTo>
                  <a:lnTo>
                    <a:pt x="5156" y="441"/>
                  </a:lnTo>
                  <a:lnTo>
                    <a:pt x="4382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607933" y="2317678"/>
              <a:ext cx="720661" cy="766323"/>
            </a:xfrm>
            <a:custGeom>
              <a:avLst/>
              <a:gdLst/>
              <a:ahLst/>
              <a:cxnLst/>
              <a:rect l="l" t="t" r="r" b="b"/>
              <a:pathLst>
                <a:path w="8633" h="9180" extrusionOk="0">
                  <a:moveTo>
                    <a:pt x="6741" y="0"/>
                  </a:moveTo>
                  <a:cubicBezTo>
                    <a:pt x="6466" y="0"/>
                    <a:pt x="6143" y="489"/>
                    <a:pt x="6275" y="1047"/>
                  </a:cubicBezTo>
                  <a:cubicBezTo>
                    <a:pt x="6275" y="1047"/>
                    <a:pt x="5407" y="599"/>
                    <a:pt x="4977" y="599"/>
                  </a:cubicBezTo>
                  <a:cubicBezTo>
                    <a:pt x="4927" y="599"/>
                    <a:pt x="4882" y="605"/>
                    <a:pt x="4846" y="619"/>
                  </a:cubicBezTo>
                  <a:cubicBezTo>
                    <a:pt x="4584" y="714"/>
                    <a:pt x="4489" y="1214"/>
                    <a:pt x="5049" y="1655"/>
                  </a:cubicBezTo>
                  <a:cubicBezTo>
                    <a:pt x="5049" y="1655"/>
                    <a:pt x="4665" y="1569"/>
                    <a:pt x="4164" y="1569"/>
                  </a:cubicBezTo>
                  <a:cubicBezTo>
                    <a:pt x="3177" y="1569"/>
                    <a:pt x="1735" y="1899"/>
                    <a:pt x="1870" y="3857"/>
                  </a:cubicBezTo>
                  <a:cubicBezTo>
                    <a:pt x="1870" y="3857"/>
                    <a:pt x="0" y="5238"/>
                    <a:pt x="3441" y="9179"/>
                  </a:cubicBezTo>
                  <a:cubicBezTo>
                    <a:pt x="3441" y="9179"/>
                    <a:pt x="4263" y="8989"/>
                    <a:pt x="4489" y="8858"/>
                  </a:cubicBezTo>
                  <a:cubicBezTo>
                    <a:pt x="4620" y="8786"/>
                    <a:pt x="5703" y="7917"/>
                    <a:pt x="5703" y="7917"/>
                  </a:cubicBezTo>
                  <a:cubicBezTo>
                    <a:pt x="5394" y="7810"/>
                    <a:pt x="4846" y="7489"/>
                    <a:pt x="4703" y="7108"/>
                  </a:cubicBezTo>
                  <a:cubicBezTo>
                    <a:pt x="4513" y="6619"/>
                    <a:pt x="4763" y="6048"/>
                    <a:pt x="5227" y="5965"/>
                  </a:cubicBezTo>
                  <a:cubicBezTo>
                    <a:pt x="5267" y="5958"/>
                    <a:pt x="5305" y="5954"/>
                    <a:pt x="5340" y="5954"/>
                  </a:cubicBezTo>
                  <a:cubicBezTo>
                    <a:pt x="5547" y="5954"/>
                    <a:pt x="5684" y="6069"/>
                    <a:pt x="5846" y="6262"/>
                  </a:cubicBezTo>
                  <a:cubicBezTo>
                    <a:pt x="5846" y="6262"/>
                    <a:pt x="5394" y="5691"/>
                    <a:pt x="5430" y="5465"/>
                  </a:cubicBezTo>
                  <a:cubicBezTo>
                    <a:pt x="5465" y="5191"/>
                    <a:pt x="6144" y="4905"/>
                    <a:pt x="6192" y="4631"/>
                  </a:cubicBezTo>
                  <a:cubicBezTo>
                    <a:pt x="6215" y="4500"/>
                    <a:pt x="5918" y="4238"/>
                    <a:pt x="5989" y="4131"/>
                  </a:cubicBezTo>
                  <a:cubicBezTo>
                    <a:pt x="6406" y="3595"/>
                    <a:pt x="8347" y="4226"/>
                    <a:pt x="8144" y="2417"/>
                  </a:cubicBezTo>
                  <a:cubicBezTo>
                    <a:pt x="7954" y="607"/>
                    <a:pt x="8632" y="869"/>
                    <a:pt x="8489" y="381"/>
                  </a:cubicBezTo>
                  <a:cubicBezTo>
                    <a:pt x="8465" y="302"/>
                    <a:pt x="8395" y="266"/>
                    <a:pt x="8299" y="266"/>
                  </a:cubicBezTo>
                  <a:cubicBezTo>
                    <a:pt x="7974" y="266"/>
                    <a:pt x="7358" y="682"/>
                    <a:pt x="7275" y="1262"/>
                  </a:cubicBezTo>
                  <a:cubicBezTo>
                    <a:pt x="7275" y="1262"/>
                    <a:pt x="7144" y="119"/>
                    <a:pt x="6811" y="12"/>
                  </a:cubicBezTo>
                  <a:cubicBezTo>
                    <a:pt x="6788" y="4"/>
                    <a:pt x="6764" y="0"/>
                    <a:pt x="6741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1296702" y="2814533"/>
              <a:ext cx="14024" cy="42907"/>
            </a:xfrm>
            <a:custGeom>
              <a:avLst/>
              <a:gdLst/>
              <a:ahLst/>
              <a:cxnLst/>
              <a:rect l="l" t="t" r="r" b="b"/>
              <a:pathLst>
                <a:path w="168" h="514" extrusionOk="0">
                  <a:moveTo>
                    <a:pt x="72" y="1"/>
                  </a:moveTo>
                  <a:cubicBezTo>
                    <a:pt x="24" y="1"/>
                    <a:pt x="0" y="120"/>
                    <a:pt x="0" y="263"/>
                  </a:cubicBezTo>
                  <a:cubicBezTo>
                    <a:pt x="0" y="399"/>
                    <a:pt x="44" y="514"/>
                    <a:pt x="79" y="514"/>
                  </a:cubicBezTo>
                  <a:cubicBezTo>
                    <a:pt x="80" y="514"/>
                    <a:pt x="82" y="513"/>
                    <a:pt x="84" y="513"/>
                  </a:cubicBezTo>
                  <a:cubicBezTo>
                    <a:pt x="131" y="513"/>
                    <a:pt x="167" y="406"/>
                    <a:pt x="167" y="263"/>
                  </a:cubicBezTo>
                  <a:cubicBezTo>
                    <a:pt x="155" y="120"/>
                    <a:pt x="119" y="1"/>
                    <a:pt x="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1281760" y="2760857"/>
              <a:ext cx="29885" cy="32890"/>
            </a:xfrm>
            <a:custGeom>
              <a:avLst/>
              <a:gdLst/>
              <a:ahLst/>
              <a:cxnLst/>
              <a:rect l="l" t="t" r="r" b="b"/>
              <a:pathLst>
                <a:path w="358" h="394" fill="none" extrusionOk="0">
                  <a:moveTo>
                    <a:pt x="1" y="394"/>
                  </a:moveTo>
                  <a:cubicBezTo>
                    <a:pt x="1" y="394"/>
                    <a:pt x="120" y="25"/>
                    <a:pt x="358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1068059" y="2422942"/>
              <a:ext cx="98503" cy="143247"/>
            </a:xfrm>
            <a:custGeom>
              <a:avLst/>
              <a:gdLst/>
              <a:ahLst/>
              <a:cxnLst/>
              <a:rect l="l" t="t" r="r" b="b"/>
              <a:pathLst>
                <a:path w="1180" h="1716" fill="none" extrusionOk="0">
                  <a:moveTo>
                    <a:pt x="1" y="1620"/>
                  </a:moveTo>
                  <a:cubicBezTo>
                    <a:pt x="1180" y="1715"/>
                    <a:pt x="203" y="1"/>
                    <a:pt x="203" y="1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821635" y="2514433"/>
              <a:ext cx="217709" cy="111359"/>
            </a:xfrm>
            <a:custGeom>
              <a:avLst/>
              <a:gdLst/>
              <a:ahLst/>
              <a:cxnLst/>
              <a:rect l="l" t="t" r="r" b="b"/>
              <a:pathLst>
                <a:path w="2608" h="1334" fill="none" extrusionOk="0">
                  <a:moveTo>
                    <a:pt x="0" y="1334"/>
                  </a:moveTo>
                  <a:cubicBezTo>
                    <a:pt x="0" y="1334"/>
                    <a:pt x="917" y="0"/>
                    <a:pt x="2608" y="464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1088010" y="2494482"/>
              <a:ext cx="123296" cy="124381"/>
            </a:xfrm>
            <a:custGeom>
              <a:avLst/>
              <a:gdLst/>
              <a:ahLst/>
              <a:cxnLst/>
              <a:rect l="l" t="t" r="r" b="b"/>
              <a:pathLst>
                <a:path w="1477" h="1490" fill="none" extrusionOk="0">
                  <a:moveTo>
                    <a:pt x="1369" y="1"/>
                  </a:moveTo>
                  <a:cubicBezTo>
                    <a:pt x="1476" y="596"/>
                    <a:pt x="1369" y="1394"/>
                    <a:pt x="0" y="1489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1182422" y="2439888"/>
              <a:ext cx="11019" cy="22873"/>
            </a:xfrm>
            <a:custGeom>
              <a:avLst/>
              <a:gdLst/>
              <a:ahLst/>
              <a:cxnLst/>
              <a:rect l="l" t="t" r="r" b="b"/>
              <a:pathLst>
                <a:path w="132" h="274" fill="none" extrusionOk="0">
                  <a:moveTo>
                    <a:pt x="0" y="0"/>
                  </a:moveTo>
                  <a:cubicBezTo>
                    <a:pt x="48" y="83"/>
                    <a:pt x="95" y="179"/>
                    <a:pt x="131" y="274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331625" y="3206290"/>
              <a:ext cx="1044637" cy="1382471"/>
            </a:xfrm>
            <a:custGeom>
              <a:avLst/>
              <a:gdLst/>
              <a:ahLst/>
              <a:cxnLst/>
              <a:rect l="l" t="t" r="r" b="b"/>
              <a:pathLst>
                <a:path w="12514" h="16561" extrusionOk="0">
                  <a:moveTo>
                    <a:pt x="5780" y="0"/>
                  </a:moveTo>
                  <a:cubicBezTo>
                    <a:pt x="5449" y="0"/>
                    <a:pt x="5162" y="77"/>
                    <a:pt x="4941" y="249"/>
                  </a:cubicBezTo>
                  <a:cubicBezTo>
                    <a:pt x="310" y="3880"/>
                    <a:pt x="286" y="6976"/>
                    <a:pt x="0" y="16560"/>
                  </a:cubicBezTo>
                  <a:lnTo>
                    <a:pt x="11454" y="16560"/>
                  </a:lnTo>
                  <a:cubicBezTo>
                    <a:pt x="11454" y="16560"/>
                    <a:pt x="12514" y="5702"/>
                    <a:pt x="11264" y="3666"/>
                  </a:cubicBezTo>
                  <a:cubicBezTo>
                    <a:pt x="10221" y="1957"/>
                    <a:pt x="7445" y="0"/>
                    <a:pt x="5780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1037256" y="3479510"/>
              <a:ext cx="1096393" cy="1090383"/>
            </a:xfrm>
            <a:custGeom>
              <a:avLst/>
              <a:gdLst/>
              <a:ahLst/>
              <a:cxnLst/>
              <a:rect l="l" t="t" r="r" b="b"/>
              <a:pathLst>
                <a:path w="13134" h="13062" extrusionOk="0">
                  <a:moveTo>
                    <a:pt x="1989" y="0"/>
                  </a:moveTo>
                  <a:cubicBezTo>
                    <a:pt x="1" y="107"/>
                    <a:pt x="679" y="3870"/>
                    <a:pt x="1311" y="5596"/>
                  </a:cubicBezTo>
                  <a:cubicBezTo>
                    <a:pt x="1953" y="7310"/>
                    <a:pt x="3870" y="13061"/>
                    <a:pt x="5966" y="13061"/>
                  </a:cubicBezTo>
                  <a:cubicBezTo>
                    <a:pt x="8538" y="13061"/>
                    <a:pt x="12895" y="10537"/>
                    <a:pt x="13002" y="9573"/>
                  </a:cubicBezTo>
                  <a:cubicBezTo>
                    <a:pt x="13133" y="8561"/>
                    <a:pt x="12657" y="7858"/>
                    <a:pt x="11895" y="7751"/>
                  </a:cubicBezTo>
                  <a:cubicBezTo>
                    <a:pt x="11804" y="7736"/>
                    <a:pt x="11715" y="7730"/>
                    <a:pt x="11628" y="7730"/>
                  </a:cubicBezTo>
                  <a:cubicBezTo>
                    <a:pt x="10999" y="7730"/>
                    <a:pt x="10466" y="8082"/>
                    <a:pt x="9859" y="8406"/>
                  </a:cubicBezTo>
                  <a:cubicBezTo>
                    <a:pt x="9133" y="8811"/>
                    <a:pt x="8359" y="8858"/>
                    <a:pt x="7966" y="8918"/>
                  </a:cubicBezTo>
                  <a:cubicBezTo>
                    <a:pt x="7927" y="8925"/>
                    <a:pt x="7887" y="8929"/>
                    <a:pt x="7847" y="8929"/>
                  </a:cubicBezTo>
                  <a:cubicBezTo>
                    <a:pt x="7636" y="8929"/>
                    <a:pt x="7432" y="8824"/>
                    <a:pt x="7311" y="8644"/>
                  </a:cubicBezTo>
                  <a:cubicBezTo>
                    <a:pt x="6394" y="7310"/>
                    <a:pt x="5025" y="4632"/>
                    <a:pt x="4275" y="2596"/>
                  </a:cubicBezTo>
                  <a:cubicBezTo>
                    <a:pt x="3466" y="381"/>
                    <a:pt x="1989" y="0"/>
                    <a:pt x="1989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1138680" y="3479510"/>
              <a:ext cx="54761" cy="18949"/>
            </a:xfrm>
            <a:custGeom>
              <a:avLst/>
              <a:gdLst/>
              <a:ahLst/>
              <a:cxnLst/>
              <a:rect l="l" t="t" r="r" b="b"/>
              <a:pathLst>
                <a:path w="656" h="227" fill="none" extrusionOk="0">
                  <a:moveTo>
                    <a:pt x="0" y="226"/>
                  </a:moveTo>
                  <a:cubicBezTo>
                    <a:pt x="191" y="83"/>
                    <a:pt x="417" y="0"/>
                    <a:pt x="655" y="0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1095940" y="3533102"/>
              <a:ext cx="13022" cy="32890"/>
            </a:xfrm>
            <a:custGeom>
              <a:avLst/>
              <a:gdLst/>
              <a:ahLst/>
              <a:cxnLst/>
              <a:rect l="l" t="t" r="r" b="b"/>
              <a:pathLst>
                <a:path w="156" h="394" fill="none" extrusionOk="0">
                  <a:moveTo>
                    <a:pt x="0" y="394"/>
                  </a:moveTo>
                  <a:cubicBezTo>
                    <a:pt x="36" y="263"/>
                    <a:pt x="96" y="120"/>
                    <a:pt x="155" y="1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1070062" y="3594791"/>
              <a:ext cx="204854" cy="654046"/>
            </a:xfrm>
            <a:custGeom>
              <a:avLst/>
              <a:gdLst/>
              <a:ahLst/>
              <a:cxnLst/>
              <a:rect l="l" t="t" r="r" b="b"/>
              <a:pathLst>
                <a:path w="2454" h="7835" fill="none" extrusionOk="0">
                  <a:moveTo>
                    <a:pt x="2453" y="7834"/>
                  </a:moveTo>
                  <a:cubicBezTo>
                    <a:pt x="1834" y="6668"/>
                    <a:pt x="1287" y="5453"/>
                    <a:pt x="810" y="4203"/>
                  </a:cubicBezTo>
                  <a:cubicBezTo>
                    <a:pt x="406" y="3143"/>
                    <a:pt x="1" y="1274"/>
                    <a:pt x="227" y="0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806692" y="3158624"/>
              <a:ext cx="441346" cy="288164"/>
            </a:xfrm>
            <a:custGeom>
              <a:avLst/>
              <a:gdLst/>
              <a:ahLst/>
              <a:cxnLst/>
              <a:rect l="l" t="t" r="r" b="b"/>
              <a:pathLst>
                <a:path w="5287" h="3452" extrusionOk="0">
                  <a:moveTo>
                    <a:pt x="835" y="1"/>
                  </a:moveTo>
                  <a:cubicBezTo>
                    <a:pt x="696" y="1"/>
                    <a:pt x="571" y="19"/>
                    <a:pt x="465" y="58"/>
                  </a:cubicBezTo>
                  <a:cubicBezTo>
                    <a:pt x="167" y="165"/>
                    <a:pt x="1" y="486"/>
                    <a:pt x="96" y="796"/>
                  </a:cubicBezTo>
                  <a:cubicBezTo>
                    <a:pt x="96" y="808"/>
                    <a:pt x="96" y="820"/>
                    <a:pt x="108" y="820"/>
                  </a:cubicBezTo>
                  <a:cubicBezTo>
                    <a:pt x="108" y="820"/>
                    <a:pt x="2096" y="915"/>
                    <a:pt x="4704" y="3451"/>
                  </a:cubicBezTo>
                  <a:cubicBezTo>
                    <a:pt x="4704" y="3451"/>
                    <a:pt x="5287" y="2606"/>
                    <a:pt x="4704" y="1903"/>
                  </a:cubicBezTo>
                  <a:cubicBezTo>
                    <a:pt x="4182" y="1275"/>
                    <a:pt x="2005" y="1"/>
                    <a:pt x="835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1172488" y="3426752"/>
              <a:ext cx="19951" cy="20035"/>
            </a:xfrm>
            <a:custGeom>
              <a:avLst/>
              <a:gdLst/>
              <a:ahLst/>
              <a:cxnLst/>
              <a:rect l="l" t="t" r="r" b="b"/>
              <a:pathLst>
                <a:path w="239" h="240" fill="none" extrusionOk="0">
                  <a:moveTo>
                    <a:pt x="0" y="1"/>
                  </a:moveTo>
                  <a:cubicBezTo>
                    <a:pt x="72" y="84"/>
                    <a:pt x="155" y="156"/>
                    <a:pt x="238" y="239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872305" y="3239931"/>
              <a:ext cx="261452" cy="153181"/>
            </a:xfrm>
            <a:custGeom>
              <a:avLst/>
              <a:gdLst/>
              <a:ahLst/>
              <a:cxnLst/>
              <a:rect l="l" t="t" r="r" b="b"/>
              <a:pathLst>
                <a:path w="3132" h="1835" fill="none" extrusionOk="0">
                  <a:moveTo>
                    <a:pt x="0" y="1"/>
                  </a:moveTo>
                  <a:cubicBezTo>
                    <a:pt x="691" y="215"/>
                    <a:pt x="1810" y="703"/>
                    <a:pt x="3132" y="1834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809697" y="3226992"/>
              <a:ext cx="28883" cy="4090"/>
            </a:xfrm>
            <a:custGeom>
              <a:avLst/>
              <a:gdLst/>
              <a:ahLst/>
              <a:cxnLst/>
              <a:rect l="l" t="t" r="r" b="b"/>
              <a:pathLst>
                <a:path w="346" h="49" fill="none" extrusionOk="0">
                  <a:moveTo>
                    <a:pt x="0" y="1"/>
                  </a:moveTo>
                  <a:cubicBezTo>
                    <a:pt x="119" y="13"/>
                    <a:pt x="227" y="25"/>
                    <a:pt x="346" y="48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1637622" y="4264610"/>
              <a:ext cx="58685" cy="143247"/>
            </a:xfrm>
            <a:custGeom>
              <a:avLst/>
              <a:gdLst/>
              <a:ahLst/>
              <a:cxnLst/>
              <a:rect l="l" t="t" r="r" b="b"/>
              <a:pathLst>
                <a:path w="703" h="1716" fill="none" extrusionOk="0">
                  <a:moveTo>
                    <a:pt x="703" y="942"/>
                  </a:moveTo>
                  <a:cubicBezTo>
                    <a:pt x="703" y="942"/>
                    <a:pt x="703" y="334"/>
                    <a:pt x="381" y="168"/>
                  </a:cubicBezTo>
                  <a:cubicBezTo>
                    <a:pt x="60" y="1"/>
                    <a:pt x="322" y="942"/>
                    <a:pt x="0" y="1715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1413987" y="3788541"/>
              <a:ext cx="41822" cy="215789"/>
            </a:xfrm>
            <a:custGeom>
              <a:avLst/>
              <a:gdLst/>
              <a:ahLst/>
              <a:cxnLst/>
              <a:rect l="l" t="t" r="r" b="b"/>
              <a:pathLst>
                <a:path w="501" h="2585" fill="none" extrusionOk="0">
                  <a:moveTo>
                    <a:pt x="0" y="1"/>
                  </a:moveTo>
                  <a:cubicBezTo>
                    <a:pt x="0" y="1"/>
                    <a:pt x="262" y="37"/>
                    <a:pt x="500" y="2584"/>
                  </a:cubicBezTo>
                </a:path>
              </a:pathLst>
            </a:custGeom>
            <a:noFill/>
            <a:ln w="3875" cap="rnd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1080998" y="2978565"/>
              <a:ext cx="221716" cy="258446"/>
            </a:xfrm>
            <a:custGeom>
              <a:avLst/>
              <a:gdLst/>
              <a:ahLst/>
              <a:cxnLst/>
              <a:rect l="l" t="t" r="r" b="b"/>
              <a:pathLst>
                <a:path w="2656" h="3096" extrusionOk="0">
                  <a:moveTo>
                    <a:pt x="36" y="0"/>
                  </a:moveTo>
                  <a:lnTo>
                    <a:pt x="36" y="0"/>
                  </a:lnTo>
                  <a:cubicBezTo>
                    <a:pt x="1" y="465"/>
                    <a:pt x="72" y="941"/>
                    <a:pt x="251" y="1369"/>
                  </a:cubicBezTo>
                  <a:cubicBezTo>
                    <a:pt x="548" y="2072"/>
                    <a:pt x="917" y="2632"/>
                    <a:pt x="1037" y="3096"/>
                  </a:cubicBezTo>
                  <a:cubicBezTo>
                    <a:pt x="1083" y="2708"/>
                    <a:pt x="1281" y="2669"/>
                    <a:pt x="1610" y="2669"/>
                  </a:cubicBezTo>
                  <a:cubicBezTo>
                    <a:pt x="1695" y="2669"/>
                    <a:pt x="1787" y="2672"/>
                    <a:pt x="1888" y="2672"/>
                  </a:cubicBezTo>
                  <a:cubicBezTo>
                    <a:pt x="1999" y="2672"/>
                    <a:pt x="2120" y="2668"/>
                    <a:pt x="2251" y="2655"/>
                  </a:cubicBezTo>
                  <a:cubicBezTo>
                    <a:pt x="2430" y="2620"/>
                    <a:pt x="2584" y="2501"/>
                    <a:pt x="2656" y="2334"/>
                  </a:cubicBezTo>
                  <a:lnTo>
                    <a:pt x="2656" y="2334"/>
                  </a:lnTo>
                  <a:cubicBezTo>
                    <a:pt x="2635" y="2375"/>
                    <a:pt x="2527" y="2543"/>
                    <a:pt x="2314" y="2543"/>
                  </a:cubicBezTo>
                  <a:cubicBezTo>
                    <a:pt x="2158" y="2543"/>
                    <a:pt x="1945" y="2453"/>
                    <a:pt x="1668" y="2155"/>
                  </a:cubicBezTo>
                  <a:cubicBezTo>
                    <a:pt x="977" y="1405"/>
                    <a:pt x="679" y="1334"/>
                    <a:pt x="477" y="941"/>
                  </a:cubicBezTo>
                  <a:cubicBezTo>
                    <a:pt x="334" y="667"/>
                    <a:pt x="263" y="357"/>
                    <a:pt x="251" y="48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1081999" y="2836570"/>
              <a:ext cx="247594" cy="364379"/>
            </a:xfrm>
            <a:custGeom>
              <a:avLst/>
              <a:gdLst/>
              <a:ahLst/>
              <a:cxnLst/>
              <a:rect l="l" t="t" r="r" b="b"/>
              <a:pathLst>
                <a:path w="2966" h="4365" extrusionOk="0">
                  <a:moveTo>
                    <a:pt x="110" y="1"/>
                  </a:moveTo>
                  <a:cubicBezTo>
                    <a:pt x="1" y="1"/>
                    <a:pt x="397" y="833"/>
                    <a:pt x="322" y="1261"/>
                  </a:cubicBezTo>
                  <a:cubicBezTo>
                    <a:pt x="239" y="1737"/>
                    <a:pt x="60" y="2368"/>
                    <a:pt x="417" y="2951"/>
                  </a:cubicBezTo>
                  <a:cubicBezTo>
                    <a:pt x="644" y="3309"/>
                    <a:pt x="1215" y="3940"/>
                    <a:pt x="1620" y="4356"/>
                  </a:cubicBezTo>
                  <a:cubicBezTo>
                    <a:pt x="1704" y="4361"/>
                    <a:pt x="1790" y="4364"/>
                    <a:pt x="1876" y="4364"/>
                  </a:cubicBezTo>
                  <a:cubicBezTo>
                    <a:pt x="1998" y="4364"/>
                    <a:pt x="2120" y="4358"/>
                    <a:pt x="2239" y="4344"/>
                  </a:cubicBezTo>
                  <a:cubicBezTo>
                    <a:pt x="2953" y="4273"/>
                    <a:pt x="2834" y="2749"/>
                    <a:pt x="2930" y="2166"/>
                  </a:cubicBezTo>
                  <a:cubicBezTo>
                    <a:pt x="2941" y="2130"/>
                    <a:pt x="2953" y="2094"/>
                    <a:pt x="2965" y="2058"/>
                  </a:cubicBezTo>
                  <a:cubicBezTo>
                    <a:pt x="2870" y="2035"/>
                    <a:pt x="2773" y="2023"/>
                    <a:pt x="2678" y="2023"/>
                  </a:cubicBezTo>
                  <a:cubicBezTo>
                    <a:pt x="2486" y="2023"/>
                    <a:pt x="2299" y="2070"/>
                    <a:pt x="2132" y="2166"/>
                  </a:cubicBezTo>
                  <a:cubicBezTo>
                    <a:pt x="2034" y="2217"/>
                    <a:pt x="1954" y="2240"/>
                    <a:pt x="1886" y="2240"/>
                  </a:cubicBezTo>
                  <a:cubicBezTo>
                    <a:pt x="1548" y="2240"/>
                    <a:pt x="1516" y="1683"/>
                    <a:pt x="1179" y="1416"/>
                  </a:cubicBezTo>
                  <a:cubicBezTo>
                    <a:pt x="775" y="1094"/>
                    <a:pt x="429" y="261"/>
                    <a:pt x="167" y="34"/>
                  </a:cubicBezTo>
                  <a:cubicBezTo>
                    <a:pt x="141" y="11"/>
                    <a:pt x="122" y="1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1285767" y="3025228"/>
              <a:ext cx="29885" cy="32890"/>
            </a:xfrm>
            <a:custGeom>
              <a:avLst/>
              <a:gdLst/>
              <a:ahLst/>
              <a:cxnLst/>
              <a:rect l="l" t="t" r="r" b="b"/>
              <a:pathLst>
                <a:path w="358" h="394" fill="none" extrusionOk="0">
                  <a:moveTo>
                    <a:pt x="358" y="394"/>
                  </a:moveTo>
                  <a:cubicBezTo>
                    <a:pt x="358" y="394"/>
                    <a:pt x="0" y="227"/>
                    <a:pt x="0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960BAC2-9651-7AC4-057A-711ADFF99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32</a:t>
            </a:fld>
            <a:endParaRPr lang="es-ES"/>
          </a:p>
        </p:txBody>
      </p:sp>
      <p:pic>
        <p:nvPicPr>
          <p:cNvPr id="1026" name="Picture 2" descr="Inconsistente Iconos – Descarga Gratis en SVG, PNG">
            <a:extLst>
              <a:ext uri="{FF2B5EF4-FFF2-40B4-BE49-F238E27FC236}">
                <a16:creationId xmlns:a16="http://schemas.microsoft.com/office/drawing/2014/main" id="{60596286-53B4-CA40-5FE1-FFF5056F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508" y="1536922"/>
            <a:ext cx="1554007" cy="155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E4B7471-5EEB-3ED1-C55F-E0782227A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399" y="3343095"/>
            <a:ext cx="1512258" cy="15122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44"/>
          <p:cNvSpPr txBox="1">
            <a:spLocks noGrp="1"/>
          </p:cNvSpPr>
          <p:nvPr>
            <p:ph type="title"/>
          </p:nvPr>
        </p:nvSpPr>
        <p:spPr>
          <a:xfrm>
            <a:off x="252462" y="798325"/>
            <a:ext cx="5079600" cy="21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¡¡¡Muchas Gracias!!!</a:t>
            </a:r>
            <a:endParaRPr dirty="0"/>
          </a:p>
        </p:txBody>
      </p:sp>
      <p:sp>
        <p:nvSpPr>
          <p:cNvPr id="1509" name="Google Shape;1509;p44"/>
          <p:cNvSpPr/>
          <p:nvPr/>
        </p:nvSpPr>
        <p:spPr>
          <a:xfrm>
            <a:off x="5940479" y="3575842"/>
            <a:ext cx="82388" cy="229741"/>
          </a:xfrm>
          <a:custGeom>
            <a:avLst/>
            <a:gdLst/>
            <a:ahLst/>
            <a:cxnLst/>
            <a:rect l="l" t="t" r="r" b="b"/>
            <a:pathLst>
              <a:path w="1168" h="3257" extrusionOk="0">
                <a:moveTo>
                  <a:pt x="599" y="0"/>
                </a:moveTo>
                <a:cubicBezTo>
                  <a:pt x="534" y="0"/>
                  <a:pt x="468" y="14"/>
                  <a:pt x="405" y="42"/>
                </a:cubicBezTo>
                <a:cubicBezTo>
                  <a:pt x="394" y="54"/>
                  <a:pt x="382" y="54"/>
                  <a:pt x="370" y="66"/>
                </a:cubicBezTo>
                <a:cubicBezTo>
                  <a:pt x="36" y="268"/>
                  <a:pt x="1" y="994"/>
                  <a:pt x="96" y="1340"/>
                </a:cubicBezTo>
                <a:cubicBezTo>
                  <a:pt x="96" y="1364"/>
                  <a:pt x="274" y="1816"/>
                  <a:pt x="286" y="1816"/>
                </a:cubicBezTo>
                <a:cubicBezTo>
                  <a:pt x="286" y="1923"/>
                  <a:pt x="274" y="2042"/>
                  <a:pt x="274" y="2185"/>
                </a:cubicBezTo>
                <a:cubicBezTo>
                  <a:pt x="274" y="2423"/>
                  <a:pt x="274" y="2697"/>
                  <a:pt x="298" y="3007"/>
                </a:cubicBezTo>
                <a:cubicBezTo>
                  <a:pt x="298" y="3054"/>
                  <a:pt x="310" y="3114"/>
                  <a:pt x="310" y="3161"/>
                </a:cubicBezTo>
                <a:cubicBezTo>
                  <a:pt x="346" y="3221"/>
                  <a:pt x="370" y="3257"/>
                  <a:pt x="370" y="3257"/>
                </a:cubicBezTo>
                <a:cubicBezTo>
                  <a:pt x="358" y="3173"/>
                  <a:pt x="358" y="3078"/>
                  <a:pt x="346" y="3007"/>
                </a:cubicBezTo>
                <a:cubicBezTo>
                  <a:pt x="310" y="2697"/>
                  <a:pt x="310" y="2423"/>
                  <a:pt x="310" y="2185"/>
                </a:cubicBezTo>
                <a:lnTo>
                  <a:pt x="310" y="1792"/>
                </a:lnTo>
                <a:cubicBezTo>
                  <a:pt x="405" y="1709"/>
                  <a:pt x="846" y="1352"/>
                  <a:pt x="965" y="1102"/>
                </a:cubicBezTo>
                <a:cubicBezTo>
                  <a:pt x="1084" y="863"/>
                  <a:pt x="1167" y="530"/>
                  <a:pt x="1036" y="280"/>
                </a:cubicBezTo>
                <a:cubicBezTo>
                  <a:pt x="958" y="105"/>
                  <a:pt x="782" y="0"/>
                  <a:pt x="599" y="0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44"/>
          <p:cNvSpPr/>
          <p:nvPr/>
        </p:nvSpPr>
        <p:spPr>
          <a:xfrm>
            <a:off x="5852305" y="3733778"/>
            <a:ext cx="110955" cy="71807"/>
          </a:xfrm>
          <a:custGeom>
            <a:avLst/>
            <a:gdLst/>
            <a:ahLst/>
            <a:cxnLst/>
            <a:rect l="l" t="t" r="r" b="b"/>
            <a:pathLst>
              <a:path w="1573" h="1018" extrusionOk="0">
                <a:moveTo>
                  <a:pt x="565" y="1"/>
                </a:moveTo>
                <a:cubicBezTo>
                  <a:pt x="547" y="1"/>
                  <a:pt x="530" y="2"/>
                  <a:pt x="512" y="6"/>
                </a:cubicBezTo>
                <a:cubicBezTo>
                  <a:pt x="60" y="77"/>
                  <a:pt x="0" y="494"/>
                  <a:pt x="417" y="768"/>
                </a:cubicBezTo>
                <a:cubicBezTo>
                  <a:pt x="774" y="994"/>
                  <a:pt x="1394" y="1018"/>
                  <a:pt x="1572" y="1018"/>
                </a:cubicBezTo>
                <a:cubicBezTo>
                  <a:pt x="1572" y="982"/>
                  <a:pt x="1572" y="946"/>
                  <a:pt x="1560" y="922"/>
                </a:cubicBezTo>
                <a:cubicBezTo>
                  <a:pt x="1401" y="673"/>
                  <a:pt x="928" y="1"/>
                  <a:pt x="565" y="1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44"/>
          <p:cNvSpPr/>
          <p:nvPr/>
        </p:nvSpPr>
        <p:spPr>
          <a:xfrm>
            <a:off x="5859006" y="3709795"/>
            <a:ext cx="368770" cy="504978"/>
          </a:xfrm>
          <a:custGeom>
            <a:avLst/>
            <a:gdLst/>
            <a:ahLst/>
            <a:cxnLst/>
            <a:rect l="l" t="t" r="r" b="b"/>
            <a:pathLst>
              <a:path w="5228" h="7159" extrusionOk="0">
                <a:moveTo>
                  <a:pt x="2394" y="0"/>
                </a:moveTo>
                <a:cubicBezTo>
                  <a:pt x="2001" y="36"/>
                  <a:pt x="1644" y="655"/>
                  <a:pt x="1560" y="1000"/>
                </a:cubicBezTo>
                <a:cubicBezTo>
                  <a:pt x="1560" y="1024"/>
                  <a:pt x="1537" y="1215"/>
                  <a:pt x="1525" y="1358"/>
                </a:cubicBezTo>
                <a:lnTo>
                  <a:pt x="1477" y="1358"/>
                </a:lnTo>
                <a:cubicBezTo>
                  <a:pt x="1489" y="1584"/>
                  <a:pt x="1525" y="1834"/>
                  <a:pt x="1560" y="2084"/>
                </a:cubicBezTo>
                <a:cubicBezTo>
                  <a:pt x="1632" y="2453"/>
                  <a:pt x="1715" y="2810"/>
                  <a:pt x="1846" y="3155"/>
                </a:cubicBezTo>
                <a:cubicBezTo>
                  <a:pt x="1846" y="3155"/>
                  <a:pt x="1846" y="3155"/>
                  <a:pt x="1846" y="3167"/>
                </a:cubicBezTo>
                <a:cubicBezTo>
                  <a:pt x="1775" y="3072"/>
                  <a:pt x="1572" y="2810"/>
                  <a:pt x="1549" y="2798"/>
                </a:cubicBezTo>
                <a:cubicBezTo>
                  <a:pt x="1349" y="2599"/>
                  <a:pt x="899" y="2338"/>
                  <a:pt x="544" y="2338"/>
                </a:cubicBezTo>
                <a:cubicBezTo>
                  <a:pt x="454" y="2338"/>
                  <a:pt x="370" y="2355"/>
                  <a:pt x="298" y="2393"/>
                </a:cubicBezTo>
                <a:cubicBezTo>
                  <a:pt x="72" y="2524"/>
                  <a:pt x="1" y="2810"/>
                  <a:pt x="120" y="3024"/>
                </a:cubicBezTo>
                <a:cubicBezTo>
                  <a:pt x="132" y="3048"/>
                  <a:pt x="144" y="3060"/>
                  <a:pt x="156" y="3072"/>
                </a:cubicBezTo>
                <a:cubicBezTo>
                  <a:pt x="310" y="3310"/>
                  <a:pt x="644" y="3405"/>
                  <a:pt x="918" y="3429"/>
                </a:cubicBezTo>
                <a:cubicBezTo>
                  <a:pt x="932" y="3430"/>
                  <a:pt x="947" y="3431"/>
                  <a:pt x="962" y="3431"/>
                </a:cubicBezTo>
                <a:cubicBezTo>
                  <a:pt x="1272" y="3431"/>
                  <a:pt x="1825" y="3214"/>
                  <a:pt x="1870" y="3203"/>
                </a:cubicBezTo>
                <a:cubicBezTo>
                  <a:pt x="2001" y="3548"/>
                  <a:pt x="2156" y="3894"/>
                  <a:pt x="2334" y="4215"/>
                </a:cubicBezTo>
                <a:cubicBezTo>
                  <a:pt x="2442" y="4418"/>
                  <a:pt x="2549" y="4608"/>
                  <a:pt x="2668" y="4799"/>
                </a:cubicBezTo>
                <a:cubicBezTo>
                  <a:pt x="2608" y="4715"/>
                  <a:pt x="2549" y="4644"/>
                  <a:pt x="2537" y="4632"/>
                </a:cubicBezTo>
                <a:cubicBezTo>
                  <a:pt x="2326" y="4431"/>
                  <a:pt x="1870" y="4177"/>
                  <a:pt x="1520" y="4177"/>
                </a:cubicBezTo>
                <a:cubicBezTo>
                  <a:pt x="1434" y="4177"/>
                  <a:pt x="1355" y="4192"/>
                  <a:pt x="1287" y="4227"/>
                </a:cubicBezTo>
                <a:cubicBezTo>
                  <a:pt x="1060" y="4358"/>
                  <a:pt x="977" y="4644"/>
                  <a:pt x="1108" y="4870"/>
                </a:cubicBezTo>
                <a:cubicBezTo>
                  <a:pt x="1120" y="4882"/>
                  <a:pt x="1132" y="4894"/>
                  <a:pt x="1132" y="4918"/>
                </a:cubicBezTo>
                <a:cubicBezTo>
                  <a:pt x="1299" y="5156"/>
                  <a:pt x="1632" y="5251"/>
                  <a:pt x="1894" y="5263"/>
                </a:cubicBezTo>
                <a:cubicBezTo>
                  <a:pt x="1909" y="5264"/>
                  <a:pt x="1925" y="5265"/>
                  <a:pt x="1942" y="5265"/>
                </a:cubicBezTo>
                <a:cubicBezTo>
                  <a:pt x="2216" y="5265"/>
                  <a:pt x="2688" y="5093"/>
                  <a:pt x="2823" y="5049"/>
                </a:cubicBezTo>
                <a:cubicBezTo>
                  <a:pt x="2870" y="5120"/>
                  <a:pt x="2906" y="5191"/>
                  <a:pt x="2953" y="5263"/>
                </a:cubicBezTo>
                <a:cubicBezTo>
                  <a:pt x="3168" y="5608"/>
                  <a:pt x="3382" y="5953"/>
                  <a:pt x="3585" y="6299"/>
                </a:cubicBezTo>
                <a:cubicBezTo>
                  <a:pt x="3656" y="6418"/>
                  <a:pt x="3715" y="6537"/>
                  <a:pt x="3775" y="6668"/>
                </a:cubicBezTo>
                <a:cubicBezTo>
                  <a:pt x="3727" y="6596"/>
                  <a:pt x="3680" y="6537"/>
                  <a:pt x="3668" y="6525"/>
                </a:cubicBezTo>
                <a:cubicBezTo>
                  <a:pt x="3458" y="6324"/>
                  <a:pt x="3001" y="6070"/>
                  <a:pt x="2651" y="6070"/>
                </a:cubicBezTo>
                <a:cubicBezTo>
                  <a:pt x="2565" y="6070"/>
                  <a:pt x="2486" y="6085"/>
                  <a:pt x="2418" y="6120"/>
                </a:cubicBezTo>
                <a:cubicBezTo>
                  <a:pt x="2191" y="6251"/>
                  <a:pt x="2108" y="6537"/>
                  <a:pt x="2239" y="6763"/>
                </a:cubicBezTo>
                <a:cubicBezTo>
                  <a:pt x="2251" y="6775"/>
                  <a:pt x="2263" y="6799"/>
                  <a:pt x="2275" y="6811"/>
                </a:cubicBezTo>
                <a:cubicBezTo>
                  <a:pt x="2430" y="7049"/>
                  <a:pt x="2763" y="7144"/>
                  <a:pt x="3025" y="7156"/>
                </a:cubicBezTo>
                <a:cubicBezTo>
                  <a:pt x="3042" y="7158"/>
                  <a:pt x="3060" y="7158"/>
                  <a:pt x="3079" y="7158"/>
                </a:cubicBezTo>
                <a:cubicBezTo>
                  <a:pt x="3350" y="7158"/>
                  <a:pt x="3785" y="7009"/>
                  <a:pt x="3930" y="6954"/>
                </a:cubicBezTo>
                <a:cubicBezTo>
                  <a:pt x="3954" y="7001"/>
                  <a:pt x="3989" y="7049"/>
                  <a:pt x="4013" y="7108"/>
                </a:cubicBezTo>
                <a:lnTo>
                  <a:pt x="4192" y="7049"/>
                </a:lnTo>
                <a:cubicBezTo>
                  <a:pt x="4120" y="6918"/>
                  <a:pt x="4049" y="6787"/>
                  <a:pt x="3977" y="6656"/>
                </a:cubicBezTo>
                <a:cubicBezTo>
                  <a:pt x="4120" y="6608"/>
                  <a:pt x="4644" y="6430"/>
                  <a:pt x="4835" y="6251"/>
                </a:cubicBezTo>
                <a:cubicBezTo>
                  <a:pt x="5025" y="6072"/>
                  <a:pt x="5228" y="5799"/>
                  <a:pt x="5204" y="5513"/>
                </a:cubicBezTo>
                <a:cubicBezTo>
                  <a:pt x="5181" y="5258"/>
                  <a:pt x="4966" y="5060"/>
                  <a:pt x="4714" y="5060"/>
                </a:cubicBezTo>
                <a:cubicBezTo>
                  <a:pt x="4706" y="5060"/>
                  <a:pt x="4699" y="5060"/>
                  <a:pt x="4692" y="5060"/>
                </a:cubicBezTo>
                <a:cubicBezTo>
                  <a:pt x="4680" y="5060"/>
                  <a:pt x="4668" y="5072"/>
                  <a:pt x="4656" y="5072"/>
                </a:cubicBezTo>
                <a:cubicBezTo>
                  <a:pt x="4263" y="5144"/>
                  <a:pt x="3977" y="5799"/>
                  <a:pt x="3930" y="6156"/>
                </a:cubicBezTo>
                <a:lnTo>
                  <a:pt x="3930" y="6573"/>
                </a:lnTo>
                <a:cubicBezTo>
                  <a:pt x="3870" y="6453"/>
                  <a:pt x="3799" y="6334"/>
                  <a:pt x="3727" y="6215"/>
                </a:cubicBezTo>
                <a:cubicBezTo>
                  <a:pt x="3513" y="5870"/>
                  <a:pt x="3299" y="5525"/>
                  <a:pt x="3073" y="5191"/>
                </a:cubicBezTo>
                <a:lnTo>
                  <a:pt x="2870" y="4870"/>
                </a:lnTo>
                <a:cubicBezTo>
                  <a:pt x="2930" y="4858"/>
                  <a:pt x="3537" y="4668"/>
                  <a:pt x="3763" y="4465"/>
                </a:cubicBezTo>
                <a:cubicBezTo>
                  <a:pt x="3954" y="4287"/>
                  <a:pt x="4156" y="4001"/>
                  <a:pt x="4132" y="3727"/>
                </a:cubicBezTo>
                <a:cubicBezTo>
                  <a:pt x="4109" y="3472"/>
                  <a:pt x="3895" y="3274"/>
                  <a:pt x="3642" y="3274"/>
                </a:cubicBezTo>
                <a:cubicBezTo>
                  <a:pt x="3635" y="3274"/>
                  <a:pt x="3628" y="3274"/>
                  <a:pt x="3620" y="3275"/>
                </a:cubicBezTo>
                <a:lnTo>
                  <a:pt x="3585" y="3275"/>
                </a:lnTo>
                <a:cubicBezTo>
                  <a:pt x="3192" y="3358"/>
                  <a:pt x="2906" y="4013"/>
                  <a:pt x="2858" y="4358"/>
                </a:cubicBezTo>
                <a:lnTo>
                  <a:pt x="2858" y="4858"/>
                </a:lnTo>
                <a:cubicBezTo>
                  <a:pt x="2715" y="4620"/>
                  <a:pt x="2572" y="4394"/>
                  <a:pt x="2442" y="4156"/>
                </a:cubicBezTo>
                <a:cubicBezTo>
                  <a:pt x="2263" y="3846"/>
                  <a:pt x="2096" y="3525"/>
                  <a:pt x="1965" y="3191"/>
                </a:cubicBezTo>
                <a:cubicBezTo>
                  <a:pt x="1989" y="3179"/>
                  <a:pt x="2632" y="2977"/>
                  <a:pt x="2858" y="2774"/>
                </a:cubicBezTo>
                <a:cubicBezTo>
                  <a:pt x="3049" y="2596"/>
                  <a:pt x="3251" y="2310"/>
                  <a:pt x="3215" y="2036"/>
                </a:cubicBezTo>
                <a:cubicBezTo>
                  <a:pt x="3204" y="1782"/>
                  <a:pt x="2990" y="1583"/>
                  <a:pt x="2726" y="1583"/>
                </a:cubicBezTo>
                <a:cubicBezTo>
                  <a:pt x="2719" y="1583"/>
                  <a:pt x="2711" y="1584"/>
                  <a:pt x="2703" y="1584"/>
                </a:cubicBezTo>
                <a:cubicBezTo>
                  <a:pt x="2692" y="1584"/>
                  <a:pt x="2680" y="1584"/>
                  <a:pt x="2668" y="1596"/>
                </a:cubicBezTo>
                <a:cubicBezTo>
                  <a:pt x="2275" y="1667"/>
                  <a:pt x="1989" y="2322"/>
                  <a:pt x="1953" y="2667"/>
                </a:cubicBezTo>
                <a:lnTo>
                  <a:pt x="1953" y="3167"/>
                </a:lnTo>
                <a:cubicBezTo>
                  <a:pt x="1941" y="3155"/>
                  <a:pt x="1930" y="3132"/>
                  <a:pt x="1930" y="3108"/>
                </a:cubicBezTo>
                <a:cubicBezTo>
                  <a:pt x="1799" y="2774"/>
                  <a:pt x="1703" y="2429"/>
                  <a:pt x="1632" y="2072"/>
                </a:cubicBezTo>
                <a:cubicBezTo>
                  <a:pt x="1584" y="1870"/>
                  <a:pt x="1560" y="1691"/>
                  <a:pt x="1537" y="1500"/>
                </a:cubicBezTo>
                <a:cubicBezTo>
                  <a:pt x="1668" y="1477"/>
                  <a:pt x="2227" y="1358"/>
                  <a:pt x="2453" y="1203"/>
                </a:cubicBezTo>
                <a:cubicBezTo>
                  <a:pt x="2680" y="1036"/>
                  <a:pt x="2894" y="786"/>
                  <a:pt x="2894" y="500"/>
                </a:cubicBezTo>
                <a:cubicBezTo>
                  <a:pt x="2906" y="238"/>
                  <a:pt x="2703" y="12"/>
                  <a:pt x="2442" y="0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44"/>
          <p:cNvSpPr/>
          <p:nvPr/>
        </p:nvSpPr>
        <p:spPr>
          <a:xfrm>
            <a:off x="8004865" y="4836860"/>
            <a:ext cx="111731" cy="105030"/>
          </a:xfrm>
          <a:custGeom>
            <a:avLst/>
            <a:gdLst/>
            <a:ahLst/>
            <a:cxnLst/>
            <a:rect l="l" t="t" r="r" b="b"/>
            <a:pathLst>
              <a:path w="1584" h="1489" extrusionOk="0">
                <a:moveTo>
                  <a:pt x="1024" y="0"/>
                </a:moveTo>
                <a:cubicBezTo>
                  <a:pt x="584" y="12"/>
                  <a:pt x="167" y="679"/>
                  <a:pt x="60" y="1060"/>
                </a:cubicBezTo>
                <a:cubicBezTo>
                  <a:pt x="48" y="1084"/>
                  <a:pt x="12" y="1286"/>
                  <a:pt x="0" y="1441"/>
                </a:cubicBezTo>
                <a:cubicBezTo>
                  <a:pt x="203" y="1465"/>
                  <a:pt x="417" y="1477"/>
                  <a:pt x="619" y="1489"/>
                </a:cubicBezTo>
                <a:cubicBezTo>
                  <a:pt x="762" y="1453"/>
                  <a:pt x="893" y="1393"/>
                  <a:pt x="1024" y="1322"/>
                </a:cubicBezTo>
                <a:cubicBezTo>
                  <a:pt x="1274" y="1167"/>
                  <a:pt x="1536" y="893"/>
                  <a:pt x="1560" y="584"/>
                </a:cubicBezTo>
                <a:cubicBezTo>
                  <a:pt x="1584" y="286"/>
                  <a:pt x="1369" y="36"/>
                  <a:pt x="1084" y="0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44"/>
          <p:cNvSpPr/>
          <p:nvPr/>
        </p:nvSpPr>
        <p:spPr>
          <a:xfrm>
            <a:off x="7869642" y="4888706"/>
            <a:ext cx="114271" cy="48177"/>
          </a:xfrm>
          <a:custGeom>
            <a:avLst/>
            <a:gdLst/>
            <a:ahLst/>
            <a:cxnLst/>
            <a:rect l="l" t="t" r="r" b="b"/>
            <a:pathLst>
              <a:path w="1620" h="683" extrusionOk="0">
                <a:moveTo>
                  <a:pt x="499" y="1"/>
                </a:moveTo>
                <a:cubicBezTo>
                  <a:pt x="441" y="1"/>
                  <a:pt x="385" y="9"/>
                  <a:pt x="334" y="27"/>
                </a:cubicBezTo>
                <a:cubicBezTo>
                  <a:pt x="155" y="87"/>
                  <a:pt x="24" y="242"/>
                  <a:pt x="0" y="432"/>
                </a:cubicBezTo>
                <a:cubicBezTo>
                  <a:pt x="548" y="539"/>
                  <a:pt x="1084" y="623"/>
                  <a:pt x="1620" y="682"/>
                </a:cubicBezTo>
                <a:cubicBezTo>
                  <a:pt x="1412" y="391"/>
                  <a:pt x="896" y="1"/>
                  <a:pt x="499" y="1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44"/>
          <p:cNvSpPr/>
          <p:nvPr/>
        </p:nvSpPr>
        <p:spPr>
          <a:xfrm>
            <a:off x="8114059" y="4876009"/>
            <a:ext cx="91558" cy="66728"/>
          </a:xfrm>
          <a:custGeom>
            <a:avLst/>
            <a:gdLst/>
            <a:ahLst/>
            <a:cxnLst/>
            <a:rect l="l" t="t" r="r" b="b"/>
            <a:pathLst>
              <a:path w="1298" h="946" extrusionOk="0">
                <a:moveTo>
                  <a:pt x="515" y="0"/>
                </a:moveTo>
                <a:cubicBezTo>
                  <a:pt x="288" y="0"/>
                  <a:pt x="84" y="155"/>
                  <a:pt x="24" y="386"/>
                </a:cubicBezTo>
                <a:cubicBezTo>
                  <a:pt x="24" y="410"/>
                  <a:pt x="24" y="434"/>
                  <a:pt x="12" y="457"/>
                </a:cubicBezTo>
                <a:cubicBezTo>
                  <a:pt x="0" y="624"/>
                  <a:pt x="36" y="803"/>
                  <a:pt x="119" y="946"/>
                </a:cubicBezTo>
                <a:cubicBezTo>
                  <a:pt x="512" y="934"/>
                  <a:pt x="905" y="910"/>
                  <a:pt x="1298" y="874"/>
                </a:cubicBezTo>
                <a:cubicBezTo>
                  <a:pt x="1179" y="505"/>
                  <a:pt x="953" y="100"/>
                  <a:pt x="643" y="17"/>
                </a:cubicBezTo>
                <a:cubicBezTo>
                  <a:pt x="600" y="6"/>
                  <a:pt x="557" y="0"/>
                  <a:pt x="515" y="0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44"/>
          <p:cNvSpPr/>
          <p:nvPr/>
        </p:nvSpPr>
        <p:spPr>
          <a:xfrm>
            <a:off x="6201684" y="4414404"/>
            <a:ext cx="45426" cy="44650"/>
          </a:xfrm>
          <a:custGeom>
            <a:avLst/>
            <a:gdLst/>
            <a:ahLst/>
            <a:cxnLst/>
            <a:rect l="l" t="t" r="r" b="b"/>
            <a:pathLst>
              <a:path w="644" h="633" extrusionOk="0">
                <a:moveTo>
                  <a:pt x="310" y="1"/>
                </a:moveTo>
                <a:cubicBezTo>
                  <a:pt x="131" y="1"/>
                  <a:pt x="0" y="144"/>
                  <a:pt x="0" y="322"/>
                </a:cubicBezTo>
                <a:cubicBezTo>
                  <a:pt x="0" y="494"/>
                  <a:pt x="132" y="632"/>
                  <a:pt x="301" y="632"/>
                </a:cubicBezTo>
                <a:cubicBezTo>
                  <a:pt x="308" y="632"/>
                  <a:pt x="315" y="632"/>
                  <a:pt x="322" y="632"/>
                </a:cubicBezTo>
                <a:cubicBezTo>
                  <a:pt x="501" y="632"/>
                  <a:pt x="643" y="489"/>
                  <a:pt x="632" y="310"/>
                </a:cubicBezTo>
                <a:cubicBezTo>
                  <a:pt x="632" y="144"/>
                  <a:pt x="489" y="1"/>
                  <a:pt x="32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6" name="Google Shape;1516;p44"/>
          <p:cNvGrpSpPr/>
          <p:nvPr/>
        </p:nvGrpSpPr>
        <p:grpSpPr>
          <a:xfrm>
            <a:off x="4828288" y="987792"/>
            <a:ext cx="4149452" cy="4209164"/>
            <a:chOff x="5792700" y="1554700"/>
            <a:chExt cx="3340137" cy="3388203"/>
          </a:xfrm>
        </p:grpSpPr>
        <p:sp>
          <p:nvSpPr>
            <p:cNvPr id="1517" name="Google Shape;1517;p44"/>
            <p:cNvSpPr/>
            <p:nvPr/>
          </p:nvSpPr>
          <p:spPr>
            <a:xfrm>
              <a:off x="5827123" y="1837278"/>
              <a:ext cx="3225045" cy="3105625"/>
            </a:xfrm>
            <a:custGeom>
              <a:avLst/>
              <a:gdLst/>
              <a:ahLst/>
              <a:cxnLst/>
              <a:rect l="l" t="t" r="r" b="b"/>
              <a:pathLst>
                <a:path w="45721" h="44028" extrusionOk="0">
                  <a:moveTo>
                    <a:pt x="22493" y="0"/>
                  </a:moveTo>
                  <a:cubicBezTo>
                    <a:pt x="21088" y="0"/>
                    <a:pt x="19696" y="207"/>
                    <a:pt x="18384" y="686"/>
                  </a:cubicBezTo>
                  <a:cubicBezTo>
                    <a:pt x="16538" y="1365"/>
                    <a:pt x="14788" y="2674"/>
                    <a:pt x="13800" y="4401"/>
                  </a:cubicBezTo>
                  <a:cubicBezTo>
                    <a:pt x="12502" y="6663"/>
                    <a:pt x="12633" y="9461"/>
                    <a:pt x="11597" y="11842"/>
                  </a:cubicBezTo>
                  <a:cubicBezTo>
                    <a:pt x="10764" y="13771"/>
                    <a:pt x="8704" y="14926"/>
                    <a:pt x="7073" y="16116"/>
                  </a:cubicBezTo>
                  <a:cubicBezTo>
                    <a:pt x="4548" y="17962"/>
                    <a:pt x="2048" y="20141"/>
                    <a:pt x="1179" y="23260"/>
                  </a:cubicBezTo>
                  <a:cubicBezTo>
                    <a:pt x="0" y="27415"/>
                    <a:pt x="346" y="32368"/>
                    <a:pt x="2715" y="36071"/>
                  </a:cubicBezTo>
                  <a:cubicBezTo>
                    <a:pt x="4489" y="38834"/>
                    <a:pt x="7513" y="39655"/>
                    <a:pt x="10644" y="39715"/>
                  </a:cubicBezTo>
                  <a:cubicBezTo>
                    <a:pt x="10740" y="39716"/>
                    <a:pt x="10835" y="39717"/>
                    <a:pt x="10932" y="39717"/>
                  </a:cubicBezTo>
                  <a:cubicBezTo>
                    <a:pt x="12378" y="39717"/>
                    <a:pt x="13967" y="39555"/>
                    <a:pt x="15526" y="39555"/>
                  </a:cubicBezTo>
                  <a:cubicBezTo>
                    <a:pt x="17089" y="39555"/>
                    <a:pt x="18623" y="39718"/>
                    <a:pt x="19955" y="40369"/>
                  </a:cubicBezTo>
                  <a:cubicBezTo>
                    <a:pt x="23538" y="42115"/>
                    <a:pt x="27996" y="44028"/>
                    <a:pt x="32241" y="44028"/>
                  </a:cubicBezTo>
                  <a:cubicBezTo>
                    <a:pt x="33555" y="44028"/>
                    <a:pt x="34848" y="43845"/>
                    <a:pt x="36088" y="43417"/>
                  </a:cubicBezTo>
                  <a:cubicBezTo>
                    <a:pt x="41505" y="41548"/>
                    <a:pt x="44149" y="37905"/>
                    <a:pt x="44934" y="33178"/>
                  </a:cubicBezTo>
                  <a:cubicBezTo>
                    <a:pt x="45720" y="28463"/>
                    <a:pt x="43565" y="24534"/>
                    <a:pt x="42875" y="20796"/>
                  </a:cubicBezTo>
                  <a:cubicBezTo>
                    <a:pt x="42446" y="18438"/>
                    <a:pt x="42160" y="15819"/>
                    <a:pt x="41422" y="13473"/>
                  </a:cubicBezTo>
                  <a:cubicBezTo>
                    <a:pt x="41148" y="12580"/>
                    <a:pt x="40779" y="11711"/>
                    <a:pt x="40339" y="10890"/>
                  </a:cubicBezTo>
                  <a:cubicBezTo>
                    <a:pt x="38076" y="6675"/>
                    <a:pt x="34100" y="3496"/>
                    <a:pt x="29766" y="1615"/>
                  </a:cubicBezTo>
                  <a:cubicBezTo>
                    <a:pt x="27553" y="661"/>
                    <a:pt x="25002" y="0"/>
                    <a:pt x="224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4"/>
            <p:cNvSpPr/>
            <p:nvPr/>
          </p:nvSpPr>
          <p:spPr>
            <a:xfrm>
              <a:off x="6230252" y="3593053"/>
              <a:ext cx="326730" cy="628278"/>
            </a:xfrm>
            <a:custGeom>
              <a:avLst/>
              <a:gdLst/>
              <a:ahLst/>
              <a:cxnLst/>
              <a:rect l="l" t="t" r="r" b="b"/>
              <a:pathLst>
                <a:path w="4632" h="8907" extrusionOk="0">
                  <a:moveTo>
                    <a:pt x="4144" y="0"/>
                  </a:moveTo>
                  <a:lnTo>
                    <a:pt x="4144" y="12"/>
                  </a:lnTo>
                  <a:cubicBezTo>
                    <a:pt x="4139" y="12"/>
                    <a:pt x="4135" y="12"/>
                    <a:pt x="4131" y="12"/>
                  </a:cubicBezTo>
                  <a:cubicBezTo>
                    <a:pt x="3730" y="12"/>
                    <a:pt x="3321" y="575"/>
                    <a:pt x="3203" y="905"/>
                  </a:cubicBezTo>
                  <a:cubicBezTo>
                    <a:pt x="3191" y="941"/>
                    <a:pt x="3096" y="1405"/>
                    <a:pt x="3096" y="1405"/>
                  </a:cubicBezTo>
                  <a:lnTo>
                    <a:pt x="3108" y="1405"/>
                  </a:lnTo>
                  <a:cubicBezTo>
                    <a:pt x="3036" y="1501"/>
                    <a:pt x="2965" y="1596"/>
                    <a:pt x="2894" y="1703"/>
                  </a:cubicBezTo>
                  <a:cubicBezTo>
                    <a:pt x="2763" y="1905"/>
                    <a:pt x="2608" y="2132"/>
                    <a:pt x="2465" y="2393"/>
                  </a:cubicBezTo>
                  <a:lnTo>
                    <a:pt x="2405" y="2489"/>
                  </a:lnTo>
                  <a:cubicBezTo>
                    <a:pt x="2405" y="2548"/>
                    <a:pt x="2397" y="2583"/>
                    <a:pt x="2394" y="2593"/>
                  </a:cubicBezTo>
                  <a:lnTo>
                    <a:pt x="2394" y="2593"/>
                  </a:lnTo>
                  <a:cubicBezTo>
                    <a:pt x="2430" y="2534"/>
                    <a:pt x="2459" y="2476"/>
                    <a:pt x="2489" y="2417"/>
                  </a:cubicBezTo>
                  <a:cubicBezTo>
                    <a:pt x="2632" y="2155"/>
                    <a:pt x="2786" y="1917"/>
                    <a:pt x="2917" y="1715"/>
                  </a:cubicBezTo>
                  <a:cubicBezTo>
                    <a:pt x="2989" y="1596"/>
                    <a:pt x="3060" y="1501"/>
                    <a:pt x="3132" y="1405"/>
                  </a:cubicBezTo>
                  <a:cubicBezTo>
                    <a:pt x="3263" y="1393"/>
                    <a:pt x="3834" y="1334"/>
                    <a:pt x="4072" y="1191"/>
                  </a:cubicBezTo>
                  <a:cubicBezTo>
                    <a:pt x="4298" y="1060"/>
                    <a:pt x="4548" y="834"/>
                    <a:pt x="4584" y="560"/>
                  </a:cubicBezTo>
                  <a:cubicBezTo>
                    <a:pt x="4632" y="298"/>
                    <a:pt x="4441" y="48"/>
                    <a:pt x="4179" y="12"/>
                  </a:cubicBezTo>
                  <a:lnTo>
                    <a:pt x="4144" y="0"/>
                  </a:lnTo>
                  <a:close/>
                  <a:moveTo>
                    <a:pt x="3586" y="1937"/>
                  </a:moveTo>
                  <a:cubicBezTo>
                    <a:pt x="3235" y="1937"/>
                    <a:pt x="2802" y="2172"/>
                    <a:pt x="2608" y="2358"/>
                  </a:cubicBezTo>
                  <a:cubicBezTo>
                    <a:pt x="2596" y="2370"/>
                    <a:pt x="2465" y="2524"/>
                    <a:pt x="2370" y="2632"/>
                  </a:cubicBezTo>
                  <a:cubicBezTo>
                    <a:pt x="2378" y="2620"/>
                    <a:pt x="2385" y="2608"/>
                    <a:pt x="2393" y="2595"/>
                  </a:cubicBezTo>
                  <a:lnTo>
                    <a:pt x="2393" y="2595"/>
                  </a:lnTo>
                  <a:lnTo>
                    <a:pt x="2393" y="2596"/>
                  </a:lnTo>
                  <a:cubicBezTo>
                    <a:pt x="2393" y="2596"/>
                    <a:pt x="2394" y="2595"/>
                    <a:pt x="2394" y="2593"/>
                  </a:cubicBezTo>
                  <a:lnTo>
                    <a:pt x="2394" y="2593"/>
                  </a:lnTo>
                  <a:cubicBezTo>
                    <a:pt x="2394" y="2594"/>
                    <a:pt x="2393" y="2595"/>
                    <a:pt x="2393" y="2595"/>
                  </a:cubicBezTo>
                  <a:lnTo>
                    <a:pt x="2393" y="2595"/>
                  </a:lnTo>
                  <a:lnTo>
                    <a:pt x="2358" y="2572"/>
                  </a:lnTo>
                  <a:cubicBezTo>
                    <a:pt x="2239" y="2798"/>
                    <a:pt x="2120" y="3025"/>
                    <a:pt x="2012" y="3263"/>
                  </a:cubicBezTo>
                  <a:cubicBezTo>
                    <a:pt x="1870" y="3596"/>
                    <a:pt x="1751" y="3929"/>
                    <a:pt x="1667" y="4287"/>
                  </a:cubicBezTo>
                  <a:lnTo>
                    <a:pt x="1667" y="4298"/>
                  </a:lnTo>
                  <a:cubicBezTo>
                    <a:pt x="1655" y="4191"/>
                    <a:pt x="1620" y="3858"/>
                    <a:pt x="1620" y="3834"/>
                  </a:cubicBezTo>
                  <a:cubicBezTo>
                    <a:pt x="1536" y="3489"/>
                    <a:pt x="1179" y="2858"/>
                    <a:pt x="786" y="2810"/>
                  </a:cubicBezTo>
                  <a:cubicBezTo>
                    <a:pt x="771" y="2809"/>
                    <a:pt x="757" y="2808"/>
                    <a:pt x="742" y="2808"/>
                  </a:cubicBezTo>
                  <a:cubicBezTo>
                    <a:pt x="499" y="2808"/>
                    <a:pt x="297" y="2992"/>
                    <a:pt x="286" y="3239"/>
                  </a:cubicBezTo>
                  <a:cubicBezTo>
                    <a:pt x="274" y="3251"/>
                    <a:pt x="274" y="3275"/>
                    <a:pt x="286" y="3298"/>
                  </a:cubicBezTo>
                  <a:cubicBezTo>
                    <a:pt x="286" y="3572"/>
                    <a:pt x="512" y="3846"/>
                    <a:pt x="727" y="4001"/>
                  </a:cubicBezTo>
                  <a:cubicBezTo>
                    <a:pt x="965" y="4191"/>
                    <a:pt x="1608" y="4334"/>
                    <a:pt x="1655" y="4346"/>
                  </a:cubicBezTo>
                  <a:cubicBezTo>
                    <a:pt x="1572" y="4703"/>
                    <a:pt x="1524" y="5072"/>
                    <a:pt x="1489" y="5441"/>
                  </a:cubicBezTo>
                  <a:cubicBezTo>
                    <a:pt x="1477" y="5656"/>
                    <a:pt x="1465" y="5882"/>
                    <a:pt x="1453" y="6096"/>
                  </a:cubicBezTo>
                  <a:cubicBezTo>
                    <a:pt x="1441" y="5989"/>
                    <a:pt x="1429" y="5906"/>
                    <a:pt x="1429" y="5894"/>
                  </a:cubicBezTo>
                  <a:cubicBezTo>
                    <a:pt x="1346" y="5537"/>
                    <a:pt x="1000" y="4906"/>
                    <a:pt x="596" y="4870"/>
                  </a:cubicBezTo>
                  <a:cubicBezTo>
                    <a:pt x="581" y="4869"/>
                    <a:pt x="566" y="4868"/>
                    <a:pt x="552" y="4868"/>
                  </a:cubicBezTo>
                  <a:cubicBezTo>
                    <a:pt x="310" y="4868"/>
                    <a:pt x="118" y="5051"/>
                    <a:pt x="96" y="5287"/>
                  </a:cubicBezTo>
                  <a:cubicBezTo>
                    <a:pt x="96" y="5311"/>
                    <a:pt x="96" y="5322"/>
                    <a:pt x="96" y="5346"/>
                  </a:cubicBezTo>
                  <a:cubicBezTo>
                    <a:pt x="96" y="5632"/>
                    <a:pt x="322" y="5894"/>
                    <a:pt x="536" y="6061"/>
                  </a:cubicBezTo>
                  <a:cubicBezTo>
                    <a:pt x="750" y="6215"/>
                    <a:pt x="1298" y="6358"/>
                    <a:pt x="1441" y="6394"/>
                  </a:cubicBezTo>
                  <a:cubicBezTo>
                    <a:pt x="1441" y="6477"/>
                    <a:pt x="1429" y="6561"/>
                    <a:pt x="1429" y="6644"/>
                  </a:cubicBezTo>
                  <a:cubicBezTo>
                    <a:pt x="1417" y="7049"/>
                    <a:pt x="1405" y="7454"/>
                    <a:pt x="1381" y="7847"/>
                  </a:cubicBezTo>
                  <a:cubicBezTo>
                    <a:pt x="1381" y="7978"/>
                    <a:pt x="1370" y="8120"/>
                    <a:pt x="1358" y="8251"/>
                  </a:cubicBezTo>
                  <a:cubicBezTo>
                    <a:pt x="1346" y="8168"/>
                    <a:pt x="1334" y="8085"/>
                    <a:pt x="1334" y="8073"/>
                  </a:cubicBezTo>
                  <a:cubicBezTo>
                    <a:pt x="1250" y="7727"/>
                    <a:pt x="905" y="7096"/>
                    <a:pt x="500" y="7061"/>
                  </a:cubicBezTo>
                  <a:cubicBezTo>
                    <a:pt x="486" y="7059"/>
                    <a:pt x="472" y="7059"/>
                    <a:pt x="458" y="7059"/>
                  </a:cubicBezTo>
                  <a:cubicBezTo>
                    <a:pt x="225" y="7059"/>
                    <a:pt x="23" y="7242"/>
                    <a:pt x="0" y="7477"/>
                  </a:cubicBezTo>
                  <a:cubicBezTo>
                    <a:pt x="0" y="7501"/>
                    <a:pt x="0" y="7513"/>
                    <a:pt x="0" y="7537"/>
                  </a:cubicBezTo>
                  <a:cubicBezTo>
                    <a:pt x="0" y="7823"/>
                    <a:pt x="227" y="8085"/>
                    <a:pt x="441" y="8251"/>
                  </a:cubicBezTo>
                  <a:cubicBezTo>
                    <a:pt x="655" y="8406"/>
                    <a:pt x="1143" y="8525"/>
                    <a:pt x="1322" y="8573"/>
                  </a:cubicBezTo>
                  <a:cubicBezTo>
                    <a:pt x="1310" y="8668"/>
                    <a:pt x="1298" y="8763"/>
                    <a:pt x="1286" y="8859"/>
                  </a:cubicBezTo>
                  <a:cubicBezTo>
                    <a:pt x="1346" y="8882"/>
                    <a:pt x="1405" y="8894"/>
                    <a:pt x="1465" y="8906"/>
                  </a:cubicBezTo>
                  <a:cubicBezTo>
                    <a:pt x="1489" y="8716"/>
                    <a:pt x="1512" y="8537"/>
                    <a:pt x="1524" y="8347"/>
                  </a:cubicBezTo>
                  <a:cubicBezTo>
                    <a:pt x="1647" y="8388"/>
                    <a:pt x="2061" y="8499"/>
                    <a:pt x="2341" y="8499"/>
                  </a:cubicBezTo>
                  <a:cubicBezTo>
                    <a:pt x="2386" y="8499"/>
                    <a:pt x="2428" y="8496"/>
                    <a:pt x="2465" y="8489"/>
                  </a:cubicBezTo>
                  <a:cubicBezTo>
                    <a:pt x="2727" y="8454"/>
                    <a:pt x="3048" y="8335"/>
                    <a:pt x="3179" y="8085"/>
                  </a:cubicBezTo>
                  <a:cubicBezTo>
                    <a:pt x="3310" y="7858"/>
                    <a:pt x="3227" y="7561"/>
                    <a:pt x="3001" y="7442"/>
                  </a:cubicBezTo>
                  <a:cubicBezTo>
                    <a:pt x="2989" y="7430"/>
                    <a:pt x="2977" y="7418"/>
                    <a:pt x="2953" y="7418"/>
                  </a:cubicBezTo>
                  <a:cubicBezTo>
                    <a:pt x="2894" y="7393"/>
                    <a:pt x="2829" y="7382"/>
                    <a:pt x="2761" y="7382"/>
                  </a:cubicBezTo>
                  <a:cubicBezTo>
                    <a:pt x="2403" y="7382"/>
                    <a:pt x="1952" y="7688"/>
                    <a:pt x="1762" y="7918"/>
                  </a:cubicBezTo>
                  <a:cubicBezTo>
                    <a:pt x="1739" y="7930"/>
                    <a:pt x="1596" y="8144"/>
                    <a:pt x="1524" y="8263"/>
                  </a:cubicBezTo>
                  <a:cubicBezTo>
                    <a:pt x="1536" y="8120"/>
                    <a:pt x="1548" y="7989"/>
                    <a:pt x="1548" y="7858"/>
                  </a:cubicBezTo>
                  <a:cubicBezTo>
                    <a:pt x="1560" y="7454"/>
                    <a:pt x="1560" y="7049"/>
                    <a:pt x="1560" y="6644"/>
                  </a:cubicBezTo>
                  <a:lnTo>
                    <a:pt x="1560" y="6275"/>
                  </a:lnTo>
                  <a:cubicBezTo>
                    <a:pt x="1613" y="6296"/>
                    <a:pt x="2102" y="6438"/>
                    <a:pt x="2420" y="6438"/>
                  </a:cubicBezTo>
                  <a:cubicBezTo>
                    <a:pt x="2462" y="6438"/>
                    <a:pt x="2502" y="6435"/>
                    <a:pt x="2536" y="6430"/>
                  </a:cubicBezTo>
                  <a:cubicBezTo>
                    <a:pt x="2798" y="6394"/>
                    <a:pt x="3120" y="6275"/>
                    <a:pt x="3251" y="6025"/>
                  </a:cubicBezTo>
                  <a:cubicBezTo>
                    <a:pt x="3382" y="5799"/>
                    <a:pt x="3298" y="5501"/>
                    <a:pt x="3072" y="5370"/>
                  </a:cubicBezTo>
                  <a:cubicBezTo>
                    <a:pt x="3060" y="5370"/>
                    <a:pt x="3048" y="5358"/>
                    <a:pt x="3036" y="5346"/>
                  </a:cubicBezTo>
                  <a:cubicBezTo>
                    <a:pt x="2977" y="5322"/>
                    <a:pt x="2912" y="5310"/>
                    <a:pt x="2844" y="5310"/>
                  </a:cubicBezTo>
                  <a:cubicBezTo>
                    <a:pt x="2483" y="5310"/>
                    <a:pt x="2024" y="5616"/>
                    <a:pt x="1834" y="5846"/>
                  </a:cubicBezTo>
                  <a:cubicBezTo>
                    <a:pt x="1822" y="5870"/>
                    <a:pt x="1608" y="6180"/>
                    <a:pt x="1560" y="6251"/>
                  </a:cubicBezTo>
                  <a:cubicBezTo>
                    <a:pt x="1560" y="5989"/>
                    <a:pt x="1572" y="5715"/>
                    <a:pt x="1596" y="5453"/>
                  </a:cubicBezTo>
                  <a:cubicBezTo>
                    <a:pt x="1608" y="5096"/>
                    <a:pt x="1655" y="4739"/>
                    <a:pt x="1727" y="4382"/>
                  </a:cubicBezTo>
                  <a:cubicBezTo>
                    <a:pt x="1748" y="4392"/>
                    <a:pt x="2268" y="4544"/>
                    <a:pt x="2592" y="4544"/>
                  </a:cubicBezTo>
                  <a:cubicBezTo>
                    <a:pt x="2633" y="4544"/>
                    <a:pt x="2670" y="4542"/>
                    <a:pt x="2703" y="4537"/>
                  </a:cubicBezTo>
                  <a:cubicBezTo>
                    <a:pt x="2965" y="4501"/>
                    <a:pt x="3286" y="4382"/>
                    <a:pt x="3417" y="4132"/>
                  </a:cubicBezTo>
                  <a:cubicBezTo>
                    <a:pt x="3548" y="3906"/>
                    <a:pt x="3477" y="3608"/>
                    <a:pt x="3239" y="3477"/>
                  </a:cubicBezTo>
                  <a:cubicBezTo>
                    <a:pt x="3227" y="3477"/>
                    <a:pt x="3215" y="3465"/>
                    <a:pt x="3203" y="3465"/>
                  </a:cubicBezTo>
                  <a:cubicBezTo>
                    <a:pt x="3142" y="3437"/>
                    <a:pt x="3074" y="3425"/>
                    <a:pt x="3003" y="3425"/>
                  </a:cubicBezTo>
                  <a:cubicBezTo>
                    <a:pt x="2643" y="3425"/>
                    <a:pt x="2189" y="3735"/>
                    <a:pt x="2001" y="3953"/>
                  </a:cubicBezTo>
                  <a:cubicBezTo>
                    <a:pt x="1989" y="3977"/>
                    <a:pt x="1762" y="4310"/>
                    <a:pt x="1727" y="4370"/>
                  </a:cubicBezTo>
                  <a:cubicBezTo>
                    <a:pt x="1727" y="4358"/>
                    <a:pt x="1739" y="4334"/>
                    <a:pt x="1739" y="4310"/>
                  </a:cubicBezTo>
                  <a:cubicBezTo>
                    <a:pt x="1822" y="3965"/>
                    <a:pt x="1929" y="3620"/>
                    <a:pt x="2060" y="3286"/>
                  </a:cubicBezTo>
                  <a:cubicBezTo>
                    <a:pt x="2143" y="3096"/>
                    <a:pt x="2215" y="2929"/>
                    <a:pt x="2298" y="2763"/>
                  </a:cubicBezTo>
                  <a:cubicBezTo>
                    <a:pt x="2414" y="2809"/>
                    <a:pt x="2936" y="3013"/>
                    <a:pt x="3216" y="3013"/>
                  </a:cubicBezTo>
                  <a:cubicBezTo>
                    <a:pt x="3224" y="3013"/>
                    <a:pt x="3231" y="3013"/>
                    <a:pt x="3239" y="3013"/>
                  </a:cubicBezTo>
                  <a:cubicBezTo>
                    <a:pt x="3525" y="3001"/>
                    <a:pt x="3846" y="2917"/>
                    <a:pt x="4001" y="2691"/>
                  </a:cubicBezTo>
                  <a:cubicBezTo>
                    <a:pt x="4156" y="2477"/>
                    <a:pt x="4108" y="2179"/>
                    <a:pt x="3894" y="2024"/>
                  </a:cubicBezTo>
                  <a:lnTo>
                    <a:pt x="3858" y="2001"/>
                  </a:lnTo>
                  <a:cubicBezTo>
                    <a:pt x="3779" y="1956"/>
                    <a:pt x="3686" y="1937"/>
                    <a:pt x="3586" y="1937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4"/>
            <p:cNvSpPr/>
            <p:nvPr/>
          </p:nvSpPr>
          <p:spPr>
            <a:xfrm>
              <a:off x="6336130" y="3666413"/>
              <a:ext cx="70538" cy="108134"/>
            </a:xfrm>
            <a:custGeom>
              <a:avLst/>
              <a:gdLst/>
              <a:ahLst/>
              <a:cxnLst/>
              <a:rect l="l" t="t" r="r" b="b"/>
              <a:pathLst>
                <a:path w="1000" h="1533" extrusionOk="0">
                  <a:moveTo>
                    <a:pt x="404" y="1"/>
                  </a:moveTo>
                  <a:cubicBezTo>
                    <a:pt x="152" y="1"/>
                    <a:pt x="1" y="253"/>
                    <a:pt x="119" y="615"/>
                  </a:cubicBezTo>
                  <a:cubicBezTo>
                    <a:pt x="250" y="1020"/>
                    <a:pt x="726" y="1425"/>
                    <a:pt x="857" y="1532"/>
                  </a:cubicBezTo>
                  <a:lnTo>
                    <a:pt x="904" y="1449"/>
                  </a:lnTo>
                  <a:cubicBezTo>
                    <a:pt x="940" y="1127"/>
                    <a:pt x="1000" y="258"/>
                    <a:pt x="666" y="80"/>
                  </a:cubicBezTo>
                  <a:cubicBezTo>
                    <a:pt x="572" y="25"/>
                    <a:pt x="483" y="1"/>
                    <a:pt x="404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4"/>
            <p:cNvSpPr/>
            <p:nvPr/>
          </p:nvSpPr>
          <p:spPr>
            <a:xfrm>
              <a:off x="7764681" y="4421952"/>
              <a:ext cx="114271" cy="90782"/>
            </a:xfrm>
            <a:custGeom>
              <a:avLst/>
              <a:gdLst/>
              <a:ahLst/>
              <a:cxnLst/>
              <a:rect l="l" t="t" r="r" b="b"/>
              <a:pathLst>
                <a:path w="1620" h="1287" extrusionOk="0">
                  <a:moveTo>
                    <a:pt x="651" y="1"/>
                  </a:moveTo>
                  <a:cubicBezTo>
                    <a:pt x="649" y="1"/>
                    <a:pt x="646" y="1"/>
                    <a:pt x="643" y="1"/>
                  </a:cubicBezTo>
                  <a:cubicBezTo>
                    <a:pt x="131" y="1"/>
                    <a:pt x="0" y="453"/>
                    <a:pt x="405" y="822"/>
                  </a:cubicBezTo>
                  <a:cubicBezTo>
                    <a:pt x="762" y="1132"/>
                    <a:pt x="1417" y="1251"/>
                    <a:pt x="1619" y="1287"/>
                  </a:cubicBezTo>
                  <a:lnTo>
                    <a:pt x="1619" y="1180"/>
                  </a:lnTo>
                  <a:cubicBezTo>
                    <a:pt x="1489" y="872"/>
                    <a:pt x="1065" y="1"/>
                    <a:pt x="651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4"/>
            <p:cNvSpPr/>
            <p:nvPr/>
          </p:nvSpPr>
          <p:spPr>
            <a:xfrm>
              <a:off x="8145943" y="4378571"/>
              <a:ext cx="414126" cy="556611"/>
            </a:xfrm>
            <a:custGeom>
              <a:avLst/>
              <a:gdLst/>
              <a:ahLst/>
              <a:cxnLst/>
              <a:rect l="l" t="t" r="r" b="b"/>
              <a:pathLst>
                <a:path w="5871" h="7891" extrusionOk="0">
                  <a:moveTo>
                    <a:pt x="5305" y="0"/>
                  </a:moveTo>
                  <a:cubicBezTo>
                    <a:pt x="4891" y="0"/>
                    <a:pt x="4393" y="508"/>
                    <a:pt x="4215" y="830"/>
                  </a:cubicBezTo>
                  <a:cubicBezTo>
                    <a:pt x="4203" y="854"/>
                    <a:pt x="4013" y="1354"/>
                    <a:pt x="4013" y="1354"/>
                  </a:cubicBezTo>
                  <a:lnTo>
                    <a:pt x="4025" y="1354"/>
                  </a:lnTo>
                  <a:cubicBezTo>
                    <a:pt x="3930" y="1437"/>
                    <a:pt x="3834" y="1533"/>
                    <a:pt x="3739" y="1640"/>
                  </a:cubicBezTo>
                  <a:cubicBezTo>
                    <a:pt x="3549" y="1842"/>
                    <a:pt x="3346" y="2056"/>
                    <a:pt x="3132" y="2318"/>
                  </a:cubicBezTo>
                  <a:lnTo>
                    <a:pt x="3060" y="2414"/>
                  </a:lnTo>
                  <a:cubicBezTo>
                    <a:pt x="3048" y="2485"/>
                    <a:pt x="3037" y="2533"/>
                    <a:pt x="3037" y="2533"/>
                  </a:cubicBezTo>
                  <a:cubicBezTo>
                    <a:pt x="3037" y="2533"/>
                    <a:pt x="3013" y="2521"/>
                    <a:pt x="3001" y="2497"/>
                  </a:cubicBezTo>
                  <a:cubicBezTo>
                    <a:pt x="2834" y="2699"/>
                    <a:pt x="2667" y="2938"/>
                    <a:pt x="2501" y="3188"/>
                  </a:cubicBezTo>
                  <a:cubicBezTo>
                    <a:pt x="2287" y="3520"/>
                    <a:pt x="2097" y="3876"/>
                    <a:pt x="1942" y="4244"/>
                  </a:cubicBezTo>
                  <a:lnTo>
                    <a:pt x="1942" y="4244"/>
                  </a:lnTo>
                  <a:cubicBezTo>
                    <a:pt x="1954" y="4103"/>
                    <a:pt x="1965" y="3770"/>
                    <a:pt x="1965" y="3747"/>
                  </a:cubicBezTo>
                  <a:cubicBezTo>
                    <a:pt x="1941" y="3342"/>
                    <a:pt x="1667" y="2592"/>
                    <a:pt x="1239" y="2485"/>
                  </a:cubicBezTo>
                  <a:cubicBezTo>
                    <a:pt x="1196" y="2474"/>
                    <a:pt x="1153" y="2469"/>
                    <a:pt x="1111" y="2469"/>
                  </a:cubicBezTo>
                  <a:cubicBezTo>
                    <a:pt x="884" y="2469"/>
                    <a:pt x="680" y="2623"/>
                    <a:pt x="620" y="2854"/>
                  </a:cubicBezTo>
                  <a:cubicBezTo>
                    <a:pt x="620" y="2878"/>
                    <a:pt x="608" y="2902"/>
                    <a:pt x="608" y="2926"/>
                  </a:cubicBezTo>
                  <a:cubicBezTo>
                    <a:pt x="560" y="3235"/>
                    <a:pt x="762" y="3557"/>
                    <a:pt x="965" y="3771"/>
                  </a:cubicBezTo>
                  <a:cubicBezTo>
                    <a:pt x="1203" y="4009"/>
                    <a:pt x="1870" y="4283"/>
                    <a:pt x="1917" y="4307"/>
                  </a:cubicBezTo>
                  <a:cubicBezTo>
                    <a:pt x="1774" y="4688"/>
                    <a:pt x="1644" y="5081"/>
                    <a:pt x="1548" y="5474"/>
                  </a:cubicBezTo>
                  <a:cubicBezTo>
                    <a:pt x="1501" y="5712"/>
                    <a:pt x="1453" y="5950"/>
                    <a:pt x="1393" y="6188"/>
                  </a:cubicBezTo>
                  <a:cubicBezTo>
                    <a:pt x="1405" y="6069"/>
                    <a:pt x="1405" y="5974"/>
                    <a:pt x="1405" y="5962"/>
                  </a:cubicBezTo>
                  <a:cubicBezTo>
                    <a:pt x="1382" y="5569"/>
                    <a:pt x="1108" y="4819"/>
                    <a:pt x="679" y="4700"/>
                  </a:cubicBezTo>
                  <a:cubicBezTo>
                    <a:pt x="636" y="4688"/>
                    <a:pt x="593" y="4683"/>
                    <a:pt x="550" y="4683"/>
                  </a:cubicBezTo>
                  <a:cubicBezTo>
                    <a:pt x="321" y="4683"/>
                    <a:pt x="110" y="4838"/>
                    <a:pt x="60" y="5069"/>
                  </a:cubicBezTo>
                  <a:cubicBezTo>
                    <a:pt x="48" y="5093"/>
                    <a:pt x="48" y="5116"/>
                    <a:pt x="48" y="5140"/>
                  </a:cubicBezTo>
                  <a:cubicBezTo>
                    <a:pt x="0" y="5450"/>
                    <a:pt x="203" y="5771"/>
                    <a:pt x="405" y="5985"/>
                  </a:cubicBezTo>
                  <a:cubicBezTo>
                    <a:pt x="608" y="6200"/>
                    <a:pt x="1179" y="6450"/>
                    <a:pt x="1322" y="6509"/>
                  </a:cubicBezTo>
                  <a:lnTo>
                    <a:pt x="1274" y="6783"/>
                  </a:lnTo>
                  <a:cubicBezTo>
                    <a:pt x="1203" y="7152"/>
                    <a:pt x="1132" y="7521"/>
                    <a:pt x="1060" y="7890"/>
                  </a:cubicBezTo>
                  <a:lnTo>
                    <a:pt x="1239" y="7867"/>
                  </a:lnTo>
                  <a:cubicBezTo>
                    <a:pt x="1310" y="7521"/>
                    <a:pt x="1370" y="7164"/>
                    <a:pt x="1429" y="6807"/>
                  </a:cubicBezTo>
                  <a:cubicBezTo>
                    <a:pt x="1453" y="6676"/>
                    <a:pt x="1477" y="6545"/>
                    <a:pt x="1501" y="6402"/>
                  </a:cubicBezTo>
                  <a:cubicBezTo>
                    <a:pt x="1548" y="6438"/>
                    <a:pt x="2203" y="6736"/>
                    <a:pt x="2525" y="6747"/>
                  </a:cubicBezTo>
                  <a:cubicBezTo>
                    <a:pt x="2822" y="6747"/>
                    <a:pt x="3191" y="6676"/>
                    <a:pt x="3382" y="6426"/>
                  </a:cubicBezTo>
                  <a:cubicBezTo>
                    <a:pt x="3560" y="6200"/>
                    <a:pt x="3525" y="5866"/>
                    <a:pt x="3298" y="5688"/>
                  </a:cubicBezTo>
                  <a:cubicBezTo>
                    <a:pt x="3287" y="5676"/>
                    <a:pt x="3275" y="5664"/>
                    <a:pt x="3263" y="5652"/>
                  </a:cubicBezTo>
                  <a:cubicBezTo>
                    <a:pt x="3170" y="5597"/>
                    <a:pt x="3056" y="5574"/>
                    <a:pt x="2933" y="5574"/>
                  </a:cubicBezTo>
                  <a:cubicBezTo>
                    <a:pt x="2553" y="5574"/>
                    <a:pt x="2086" y="5797"/>
                    <a:pt x="1870" y="5985"/>
                  </a:cubicBezTo>
                  <a:cubicBezTo>
                    <a:pt x="1846" y="6009"/>
                    <a:pt x="1572" y="6307"/>
                    <a:pt x="1501" y="6390"/>
                  </a:cubicBezTo>
                  <a:cubicBezTo>
                    <a:pt x="1548" y="6093"/>
                    <a:pt x="1608" y="5795"/>
                    <a:pt x="1667" y="5509"/>
                  </a:cubicBezTo>
                  <a:cubicBezTo>
                    <a:pt x="1751" y="5128"/>
                    <a:pt x="1870" y="4735"/>
                    <a:pt x="2001" y="4366"/>
                  </a:cubicBezTo>
                  <a:cubicBezTo>
                    <a:pt x="2025" y="4378"/>
                    <a:pt x="2703" y="4700"/>
                    <a:pt x="3048" y="4712"/>
                  </a:cubicBezTo>
                  <a:cubicBezTo>
                    <a:pt x="3334" y="4712"/>
                    <a:pt x="3715" y="4628"/>
                    <a:pt x="3894" y="4390"/>
                  </a:cubicBezTo>
                  <a:cubicBezTo>
                    <a:pt x="4072" y="4164"/>
                    <a:pt x="4037" y="3830"/>
                    <a:pt x="3810" y="3640"/>
                  </a:cubicBezTo>
                  <a:cubicBezTo>
                    <a:pt x="3799" y="3640"/>
                    <a:pt x="3787" y="3628"/>
                    <a:pt x="3775" y="3616"/>
                  </a:cubicBezTo>
                  <a:cubicBezTo>
                    <a:pt x="3681" y="3557"/>
                    <a:pt x="3565" y="3533"/>
                    <a:pt x="3441" y="3533"/>
                  </a:cubicBezTo>
                  <a:cubicBezTo>
                    <a:pt x="3062" y="3533"/>
                    <a:pt x="2597" y="3761"/>
                    <a:pt x="2382" y="3950"/>
                  </a:cubicBezTo>
                  <a:cubicBezTo>
                    <a:pt x="2358" y="3973"/>
                    <a:pt x="2060" y="4295"/>
                    <a:pt x="2013" y="4354"/>
                  </a:cubicBezTo>
                  <a:cubicBezTo>
                    <a:pt x="2013" y="4331"/>
                    <a:pt x="2025" y="4307"/>
                    <a:pt x="2025" y="4283"/>
                  </a:cubicBezTo>
                  <a:cubicBezTo>
                    <a:pt x="2179" y="3914"/>
                    <a:pt x="2358" y="3557"/>
                    <a:pt x="2560" y="3223"/>
                  </a:cubicBezTo>
                  <a:cubicBezTo>
                    <a:pt x="2679" y="3033"/>
                    <a:pt x="2798" y="2866"/>
                    <a:pt x="2917" y="2699"/>
                  </a:cubicBezTo>
                  <a:cubicBezTo>
                    <a:pt x="3037" y="2771"/>
                    <a:pt x="3584" y="3104"/>
                    <a:pt x="3894" y="3140"/>
                  </a:cubicBezTo>
                  <a:cubicBezTo>
                    <a:pt x="3957" y="3147"/>
                    <a:pt x="4023" y="3152"/>
                    <a:pt x="4091" y="3152"/>
                  </a:cubicBezTo>
                  <a:cubicBezTo>
                    <a:pt x="4341" y="3152"/>
                    <a:pt x="4606" y="3092"/>
                    <a:pt x="4775" y="2914"/>
                  </a:cubicBezTo>
                  <a:cubicBezTo>
                    <a:pt x="4977" y="2711"/>
                    <a:pt x="4977" y="2378"/>
                    <a:pt x="4775" y="2176"/>
                  </a:cubicBezTo>
                  <a:cubicBezTo>
                    <a:pt x="4763" y="2164"/>
                    <a:pt x="4751" y="2152"/>
                    <a:pt x="4739" y="2140"/>
                  </a:cubicBezTo>
                  <a:cubicBezTo>
                    <a:pt x="4626" y="2050"/>
                    <a:pt x="4468" y="2014"/>
                    <a:pt x="4296" y="2014"/>
                  </a:cubicBezTo>
                  <a:cubicBezTo>
                    <a:pt x="3942" y="2014"/>
                    <a:pt x="3527" y="2166"/>
                    <a:pt x="3310" y="2318"/>
                  </a:cubicBezTo>
                  <a:cubicBezTo>
                    <a:pt x="3298" y="2330"/>
                    <a:pt x="3132" y="2473"/>
                    <a:pt x="3013" y="2568"/>
                  </a:cubicBezTo>
                  <a:cubicBezTo>
                    <a:pt x="3072" y="2497"/>
                    <a:pt x="3120" y="2426"/>
                    <a:pt x="3179" y="2354"/>
                  </a:cubicBezTo>
                  <a:cubicBezTo>
                    <a:pt x="3382" y="2092"/>
                    <a:pt x="3584" y="1866"/>
                    <a:pt x="3763" y="1664"/>
                  </a:cubicBezTo>
                  <a:cubicBezTo>
                    <a:pt x="3870" y="1544"/>
                    <a:pt x="3965" y="1449"/>
                    <a:pt x="4049" y="1354"/>
                  </a:cubicBezTo>
                  <a:cubicBezTo>
                    <a:pt x="4118" y="1359"/>
                    <a:pt x="4279" y="1369"/>
                    <a:pt x="4462" y="1369"/>
                  </a:cubicBezTo>
                  <a:cubicBezTo>
                    <a:pt x="4689" y="1369"/>
                    <a:pt x="4950" y="1354"/>
                    <a:pt x="5108" y="1294"/>
                  </a:cubicBezTo>
                  <a:cubicBezTo>
                    <a:pt x="5382" y="1187"/>
                    <a:pt x="5692" y="985"/>
                    <a:pt x="5787" y="687"/>
                  </a:cubicBezTo>
                  <a:cubicBezTo>
                    <a:pt x="5870" y="413"/>
                    <a:pt x="5715" y="116"/>
                    <a:pt x="5430" y="20"/>
                  </a:cubicBezTo>
                  <a:cubicBezTo>
                    <a:pt x="5418" y="20"/>
                    <a:pt x="5406" y="9"/>
                    <a:pt x="5394" y="9"/>
                  </a:cubicBezTo>
                  <a:cubicBezTo>
                    <a:pt x="5365" y="3"/>
                    <a:pt x="5335" y="0"/>
                    <a:pt x="5305" y="0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4"/>
            <p:cNvSpPr/>
            <p:nvPr/>
          </p:nvSpPr>
          <p:spPr>
            <a:xfrm>
              <a:off x="8307265" y="4430558"/>
              <a:ext cx="76392" cy="124146"/>
            </a:xfrm>
            <a:custGeom>
              <a:avLst/>
              <a:gdLst/>
              <a:ahLst/>
              <a:cxnLst/>
              <a:rect l="l" t="t" r="r" b="b"/>
              <a:pathLst>
                <a:path w="1083" h="1760" extrusionOk="0">
                  <a:moveTo>
                    <a:pt x="423" y="1"/>
                  </a:moveTo>
                  <a:cubicBezTo>
                    <a:pt x="177" y="1"/>
                    <a:pt x="0" y="245"/>
                    <a:pt x="59" y="629"/>
                  </a:cubicBezTo>
                  <a:cubicBezTo>
                    <a:pt x="142" y="1093"/>
                    <a:pt x="583" y="1617"/>
                    <a:pt x="714" y="1760"/>
                  </a:cubicBezTo>
                  <a:lnTo>
                    <a:pt x="773" y="1677"/>
                  </a:lnTo>
                  <a:cubicBezTo>
                    <a:pt x="869" y="1331"/>
                    <a:pt x="1083" y="391"/>
                    <a:pt x="761" y="141"/>
                  </a:cubicBezTo>
                  <a:cubicBezTo>
                    <a:pt x="644" y="45"/>
                    <a:pt x="527" y="1"/>
                    <a:pt x="423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4"/>
            <p:cNvSpPr/>
            <p:nvPr/>
          </p:nvSpPr>
          <p:spPr>
            <a:xfrm>
              <a:off x="7879729" y="4265074"/>
              <a:ext cx="98329" cy="248504"/>
            </a:xfrm>
            <a:custGeom>
              <a:avLst/>
              <a:gdLst/>
              <a:ahLst/>
              <a:cxnLst/>
              <a:rect l="l" t="t" r="r" b="b"/>
              <a:pathLst>
                <a:path w="1394" h="3523" extrusionOk="0">
                  <a:moveTo>
                    <a:pt x="799" y="1"/>
                  </a:moveTo>
                  <a:cubicBezTo>
                    <a:pt x="751" y="1"/>
                    <a:pt x="703" y="8"/>
                    <a:pt x="655" y="22"/>
                  </a:cubicBezTo>
                  <a:cubicBezTo>
                    <a:pt x="643" y="22"/>
                    <a:pt x="619" y="34"/>
                    <a:pt x="607" y="34"/>
                  </a:cubicBezTo>
                  <a:cubicBezTo>
                    <a:pt x="203" y="201"/>
                    <a:pt x="48" y="987"/>
                    <a:pt x="84" y="1379"/>
                  </a:cubicBezTo>
                  <a:cubicBezTo>
                    <a:pt x="84" y="1414"/>
                    <a:pt x="194" y="1901"/>
                    <a:pt x="213" y="1937"/>
                  </a:cubicBezTo>
                  <a:lnTo>
                    <a:pt x="213" y="1937"/>
                  </a:lnTo>
                  <a:cubicBezTo>
                    <a:pt x="189" y="2065"/>
                    <a:pt x="166" y="2193"/>
                    <a:pt x="143" y="2332"/>
                  </a:cubicBezTo>
                  <a:cubicBezTo>
                    <a:pt x="95" y="2594"/>
                    <a:pt x="48" y="2903"/>
                    <a:pt x="12" y="3237"/>
                  </a:cubicBezTo>
                  <a:cubicBezTo>
                    <a:pt x="12" y="3284"/>
                    <a:pt x="12" y="3344"/>
                    <a:pt x="0" y="3404"/>
                  </a:cubicBezTo>
                  <a:cubicBezTo>
                    <a:pt x="36" y="3475"/>
                    <a:pt x="48" y="3523"/>
                    <a:pt x="48" y="3523"/>
                  </a:cubicBezTo>
                  <a:cubicBezTo>
                    <a:pt x="48" y="3427"/>
                    <a:pt x="48" y="3332"/>
                    <a:pt x="60" y="3237"/>
                  </a:cubicBezTo>
                  <a:cubicBezTo>
                    <a:pt x="84" y="2903"/>
                    <a:pt x="131" y="2606"/>
                    <a:pt x="167" y="2332"/>
                  </a:cubicBezTo>
                  <a:cubicBezTo>
                    <a:pt x="191" y="2177"/>
                    <a:pt x="214" y="2046"/>
                    <a:pt x="238" y="1915"/>
                  </a:cubicBezTo>
                  <a:cubicBezTo>
                    <a:pt x="369" y="1844"/>
                    <a:pt x="905" y="1522"/>
                    <a:pt x="1072" y="1284"/>
                  </a:cubicBezTo>
                  <a:cubicBezTo>
                    <a:pt x="1250" y="1034"/>
                    <a:pt x="1393" y="689"/>
                    <a:pt x="1298" y="391"/>
                  </a:cubicBezTo>
                  <a:cubicBezTo>
                    <a:pt x="1239" y="155"/>
                    <a:pt x="1026" y="1"/>
                    <a:pt x="799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4"/>
            <p:cNvSpPr/>
            <p:nvPr/>
          </p:nvSpPr>
          <p:spPr>
            <a:xfrm>
              <a:off x="7747822" y="4419342"/>
              <a:ext cx="308319" cy="519227"/>
            </a:xfrm>
            <a:custGeom>
              <a:avLst/>
              <a:gdLst/>
              <a:ahLst/>
              <a:cxnLst/>
              <a:rect l="l" t="t" r="r" b="b"/>
              <a:pathLst>
                <a:path w="4371" h="7361" extrusionOk="0">
                  <a:moveTo>
                    <a:pt x="3071" y="1"/>
                  </a:moveTo>
                  <a:cubicBezTo>
                    <a:pt x="2640" y="1"/>
                    <a:pt x="2164" y="584"/>
                    <a:pt x="2025" y="943"/>
                  </a:cubicBezTo>
                  <a:cubicBezTo>
                    <a:pt x="2013" y="955"/>
                    <a:pt x="1954" y="1169"/>
                    <a:pt x="1918" y="1324"/>
                  </a:cubicBezTo>
                  <a:lnTo>
                    <a:pt x="1858" y="1312"/>
                  </a:lnTo>
                  <a:cubicBezTo>
                    <a:pt x="1846" y="1574"/>
                    <a:pt x="1834" y="1836"/>
                    <a:pt x="1834" y="2121"/>
                  </a:cubicBezTo>
                  <a:cubicBezTo>
                    <a:pt x="1846" y="2526"/>
                    <a:pt x="1882" y="2931"/>
                    <a:pt x="1954" y="3336"/>
                  </a:cubicBezTo>
                  <a:lnTo>
                    <a:pt x="1954" y="3348"/>
                  </a:lnTo>
                  <a:cubicBezTo>
                    <a:pt x="1894" y="3229"/>
                    <a:pt x="1715" y="2919"/>
                    <a:pt x="1692" y="2895"/>
                  </a:cubicBezTo>
                  <a:cubicBezTo>
                    <a:pt x="1481" y="2611"/>
                    <a:pt x="964" y="2206"/>
                    <a:pt x="559" y="2206"/>
                  </a:cubicBezTo>
                  <a:cubicBezTo>
                    <a:pt x="506" y="2206"/>
                    <a:pt x="454" y="2213"/>
                    <a:pt x="406" y="2229"/>
                  </a:cubicBezTo>
                  <a:cubicBezTo>
                    <a:pt x="132" y="2336"/>
                    <a:pt x="1" y="2633"/>
                    <a:pt x="96" y="2907"/>
                  </a:cubicBezTo>
                  <a:cubicBezTo>
                    <a:pt x="108" y="2919"/>
                    <a:pt x="108" y="2943"/>
                    <a:pt x="120" y="2955"/>
                  </a:cubicBezTo>
                  <a:cubicBezTo>
                    <a:pt x="251" y="3241"/>
                    <a:pt x="596" y="3407"/>
                    <a:pt x="882" y="3479"/>
                  </a:cubicBezTo>
                  <a:cubicBezTo>
                    <a:pt x="948" y="3493"/>
                    <a:pt x="1028" y="3499"/>
                    <a:pt x="1115" y="3499"/>
                  </a:cubicBezTo>
                  <a:cubicBezTo>
                    <a:pt x="1464" y="3499"/>
                    <a:pt x="1918" y="3405"/>
                    <a:pt x="1965" y="3395"/>
                  </a:cubicBezTo>
                  <a:cubicBezTo>
                    <a:pt x="2049" y="3800"/>
                    <a:pt x="2168" y="4193"/>
                    <a:pt x="2299" y="4586"/>
                  </a:cubicBezTo>
                  <a:cubicBezTo>
                    <a:pt x="2382" y="4812"/>
                    <a:pt x="2477" y="5038"/>
                    <a:pt x="2561" y="5265"/>
                  </a:cubicBezTo>
                  <a:cubicBezTo>
                    <a:pt x="2501" y="5169"/>
                    <a:pt x="2454" y="5086"/>
                    <a:pt x="2442" y="5074"/>
                  </a:cubicBezTo>
                  <a:cubicBezTo>
                    <a:pt x="2231" y="4790"/>
                    <a:pt x="1714" y="4385"/>
                    <a:pt x="1309" y="4385"/>
                  </a:cubicBezTo>
                  <a:cubicBezTo>
                    <a:pt x="1256" y="4385"/>
                    <a:pt x="1204" y="4392"/>
                    <a:pt x="1156" y="4407"/>
                  </a:cubicBezTo>
                  <a:cubicBezTo>
                    <a:pt x="882" y="4515"/>
                    <a:pt x="751" y="4812"/>
                    <a:pt x="846" y="5086"/>
                  </a:cubicBezTo>
                  <a:cubicBezTo>
                    <a:pt x="858" y="5098"/>
                    <a:pt x="870" y="5122"/>
                    <a:pt x="870" y="5134"/>
                  </a:cubicBezTo>
                  <a:cubicBezTo>
                    <a:pt x="1001" y="5419"/>
                    <a:pt x="1346" y="5586"/>
                    <a:pt x="1632" y="5658"/>
                  </a:cubicBezTo>
                  <a:cubicBezTo>
                    <a:pt x="1699" y="5673"/>
                    <a:pt x="1780" y="5680"/>
                    <a:pt x="1868" y="5680"/>
                  </a:cubicBezTo>
                  <a:cubicBezTo>
                    <a:pt x="2174" y="5680"/>
                    <a:pt x="2560" y="5602"/>
                    <a:pt x="2680" y="5574"/>
                  </a:cubicBezTo>
                  <a:cubicBezTo>
                    <a:pt x="2716" y="5669"/>
                    <a:pt x="2751" y="5753"/>
                    <a:pt x="2787" y="5836"/>
                  </a:cubicBezTo>
                  <a:cubicBezTo>
                    <a:pt x="2966" y="6253"/>
                    <a:pt x="3132" y="6670"/>
                    <a:pt x="3287" y="7074"/>
                  </a:cubicBezTo>
                  <a:cubicBezTo>
                    <a:pt x="3323" y="7170"/>
                    <a:pt x="3358" y="7253"/>
                    <a:pt x="3382" y="7336"/>
                  </a:cubicBezTo>
                  <a:lnTo>
                    <a:pt x="3597" y="7360"/>
                  </a:lnTo>
                  <a:cubicBezTo>
                    <a:pt x="3549" y="7241"/>
                    <a:pt x="3513" y="7122"/>
                    <a:pt x="3466" y="7003"/>
                  </a:cubicBezTo>
                  <a:lnTo>
                    <a:pt x="3466" y="7015"/>
                  </a:lnTo>
                  <a:cubicBezTo>
                    <a:pt x="3299" y="6598"/>
                    <a:pt x="3108" y="6193"/>
                    <a:pt x="2930" y="5777"/>
                  </a:cubicBezTo>
                  <a:cubicBezTo>
                    <a:pt x="2882" y="5658"/>
                    <a:pt x="2823" y="5527"/>
                    <a:pt x="2763" y="5396"/>
                  </a:cubicBezTo>
                  <a:cubicBezTo>
                    <a:pt x="2823" y="5396"/>
                    <a:pt x="3537" y="5288"/>
                    <a:pt x="3811" y="5110"/>
                  </a:cubicBezTo>
                  <a:cubicBezTo>
                    <a:pt x="4049" y="4955"/>
                    <a:pt x="4323" y="4681"/>
                    <a:pt x="4335" y="4372"/>
                  </a:cubicBezTo>
                  <a:cubicBezTo>
                    <a:pt x="4370" y="4074"/>
                    <a:pt x="4156" y="3812"/>
                    <a:pt x="3859" y="3788"/>
                  </a:cubicBezTo>
                  <a:lnTo>
                    <a:pt x="3823" y="3788"/>
                  </a:lnTo>
                  <a:cubicBezTo>
                    <a:pt x="3382" y="3800"/>
                    <a:pt x="2954" y="4467"/>
                    <a:pt x="2846" y="4836"/>
                  </a:cubicBezTo>
                  <a:cubicBezTo>
                    <a:pt x="2835" y="4872"/>
                    <a:pt x="2775" y="5277"/>
                    <a:pt x="2763" y="5372"/>
                  </a:cubicBezTo>
                  <a:cubicBezTo>
                    <a:pt x="2644" y="5098"/>
                    <a:pt x="2525" y="4824"/>
                    <a:pt x="2430" y="4538"/>
                  </a:cubicBezTo>
                  <a:cubicBezTo>
                    <a:pt x="2287" y="4169"/>
                    <a:pt x="2168" y="3788"/>
                    <a:pt x="2073" y="3395"/>
                  </a:cubicBezTo>
                  <a:cubicBezTo>
                    <a:pt x="2096" y="3395"/>
                    <a:pt x="2835" y="3288"/>
                    <a:pt x="3120" y="3110"/>
                  </a:cubicBezTo>
                  <a:cubicBezTo>
                    <a:pt x="3358" y="2943"/>
                    <a:pt x="3620" y="2669"/>
                    <a:pt x="3644" y="2360"/>
                  </a:cubicBezTo>
                  <a:cubicBezTo>
                    <a:pt x="3668" y="2074"/>
                    <a:pt x="3454" y="1812"/>
                    <a:pt x="3168" y="1788"/>
                  </a:cubicBezTo>
                  <a:cubicBezTo>
                    <a:pt x="3144" y="1788"/>
                    <a:pt x="3132" y="1788"/>
                    <a:pt x="3120" y="1776"/>
                  </a:cubicBezTo>
                  <a:cubicBezTo>
                    <a:pt x="2680" y="1800"/>
                    <a:pt x="2263" y="2455"/>
                    <a:pt x="2156" y="2836"/>
                  </a:cubicBezTo>
                  <a:cubicBezTo>
                    <a:pt x="2144" y="2871"/>
                    <a:pt x="2073" y="3300"/>
                    <a:pt x="2073" y="3383"/>
                  </a:cubicBezTo>
                  <a:cubicBezTo>
                    <a:pt x="2061" y="3360"/>
                    <a:pt x="2061" y="3336"/>
                    <a:pt x="2049" y="3312"/>
                  </a:cubicBezTo>
                  <a:cubicBezTo>
                    <a:pt x="1965" y="2919"/>
                    <a:pt x="1918" y="2526"/>
                    <a:pt x="1906" y="2121"/>
                  </a:cubicBezTo>
                  <a:cubicBezTo>
                    <a:pt x="1894" y="1907"/>
                    <a:pt x="1906" y="1693"/>
                    <a:pt x="1906" y="1490"/>
                  </a:cubicBezTo>
                  <a:cubicBezTo>
                    <a:pt x="2049" y="1478"/>
                    <a:pt x="2680" y="1443"/>
                    <a:pt x="2954" y="1312"/>
                  </a:cubicBezTo>
                  <a:cubicBezTo>
                    <a:pt x="3227" y="1181"/>
                    <a:pt x="3513" y="943"/>
                    <a:pt x="3561" y="633"/>
                  </a:cubicBezTo>
                  <a:cubicBezTo>
                    <a:pt x="3620" y="347"/>
                    <a:pt x="3430" y="62"/>
                    <a:pt x="3144" y="14"/>
                  </a:cubicBezTo>
                  <a:cubicBezTo>
                    <a:pt x="3132" y="2"/>
                    <a:pt x="3120" y="2"/>
                    <a:pt x="3108" y="2"/>
                  </a:cubicBezTo>
                  <a:cubicBezTo>
                    <a:pt x="3096" y="1"/>
                    <a:pt x="3083" y="1"/>
                    <a:pt x="3071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4"/>
            <p:cNvSpPr/>
            <p:nvPr/>
          </p:nvSpPr>
          <p:spPr>
            <a:xfrm>
              <a:off x="7852854" y="2324840"/>
              <a:ext cx="310788" cy="311705"/>
            </a:xfrm>
            <a:custGeom>
              <a:avLst/>
              <a:gdLst/>
              <a:ahLst/>
              <a:cxnLst/>
              <a:rect l="l" t="t" r="r" b="b"/>
              <a:pathLst>
                <a:path w="4406" h="4419" fill="none" extrusionOk="0">
                  <a:moveTo>
                    <a:pt x="1703" y="3978"/>
                  </a:moveTo>
                  <a:lnTo>
                    <a:pt x="1774" y="4382"/>
                  </a:lnTo>
                  <a:lnTo>
                    <a:pt x="2239" y="4418"/>
                  </a:lnTo>
                  <a:lnTo>
                    <a:pt x="2370" y="4037"/>
                  </a:lnTo>
                  <a:cubicBezTo>
                    <a:pt x="2524" y="4013"/>
                    <a:pt x="2667" y="3990"/>
                    <a:pt x="2810" y="3942"/>
                  </a:cubicBezTo>
                  <a:lnTo>
                    <a:pt x="3096" y="4228"/>
                  </a:lnTo>
                  <a:lnTo>
                    <a:pt x="3501" y="4001"/>
                  </a:lnTo>
                  <a:lnTo>
                    <a:pt x="3393" y="3609"/>
                  </a:lnTo>
                  <a:cubicBezTo>
                    <a:pt x="3501" y="3501"/>
                    <a:pt x="3608" y="3394"/>
                    <a:pt x="3691" y="3275"/>
                  </a:cubicBezTo>
                  <a:lnTo>
                    <a:pt x="4096" y="3347"/>
                  </a:lnTo>
                  <a:lnTo>
                    <a:pt x="4298" y="2930"/>
                  </a:lnTo>
                  <a:lnTo>
                    <a:pt x="3977" y="2668"/>
                  </a:lnTo>
                  <a:cubicBezTo>
                    <a:pt x="4013" y="2525"/>
                    <a:pt x="4036" y="2370"/>
                    <a:pt x="4036" y="2216"/>
                  </a:cubicBezTo>
                  <a:lnTo>
                    <a:pt x="4405" y="2049"/>
                  </a:lnTo>
                  <a:lnTo>
                    <a:pt x="4334" y="1596"/>
                  </a:lnTo>
                  <a:lnTo>
                    <a:pt x="3917" y="1561"/>
                  </a:lnTo>
                  <a:cubicBezTo>
                    <a:pt x="3858" y="1418"/>
                    <a:pt x="3786" y="1287"/>
                    <a:pt x="3703" y="1168"/>
                  </a:cubicBezTo>
                  <a:lnTo>
                    <a:pt x="3917" y="811"/>
                  </a:lnTo>
                  <a:lnTo>
                    <a:pt x="3596" y="489"/>
                  </a:lnTo>
                  <a:lnTo>
                    <a:pt x="3227" y="703"/>
                  </a:lnTo>
                  <a:cubicBezTo>
                    <a:pt x="3024" y="561"/>
                    <a:pt x="2786" y="465"/>
                    <a:pt x="2536" y="418"/>
                  </a:cubicBezTo>
                  <a:lnTo>
                    <a:pt x="2429" y="1"/>
                  </a:lnTo>
                  <a:lnTo>
                    <a:pt x="1965" y="1"/>
                  </a:lnTo>
                  <a:lnTo>
                    <a:pt x="1869" y="418"/>
                  </a:lnTo>
                  <a:cubicBezTo>
                    <a:pt x="1715" y="441"/>
                    <a:pt x="1584" y="489"/>
                    <a:pt x="1453" y="549"/>
                  </a:cubicBezTo>
                  <a:lnTo>
                    <a:pt x="1119" y="263"/>
                  </a:lnTo>
                  <a:lnTo>
                    <a:pt x="738" y="525"/>
                  </a:lnTo>
                  <a:lnTo>
                    <a:pt x="893" y="930"/>
                  </a:lnTo>
                  <a:cubicBezTo>
                    <a:pt x="798" y="1037"/>
                    <a:pt x="715" y="1156"/>
                    <a:pt x="631" y="1275"/>
                  </a:cubicBezTo>
                  <a:lnTo>
                    <a:pt x="203" y="1227"/>
                  </a:lnTo>
                  <a:lnTo>
                    <a:pt x="48" y="1668"/>
                  </a:lnTo>
                  <a:lnTo>
                    <a:pt x="405" y="1906"/>
                  </a:lnTo>
                  <a:cubicBezTo>
                    <a:pt x="381" y="2001"/>
                    <a:pt x="381" y="2108"/>
                    <a:pt x="381" y="2216"/>
                  </a:cubicBezTo>
                  <a:lnTo>
                    <a:pt x="381" y="2335"/>
                  </a:lnTo>
                  <a:lnTo>
                    <a:pt x="0" y="2549"/>
                  </a:lnTo>
                  <a:lnTo>
                    <a:pt x="119" y="2989"/>
                  </a:lnTo>
                  <a:lnTo>
                    <a:pt x="548" y="2989"/>
                  </a:lnTo>
                  <a:cubicBezTo>
                    <a:pt x="607" y="3120"/>
                    <a:pt x="691" y="3239"/>
                    <a:pt x="774" y="3358"/>
                  </a:cubicBezTo>
                  <a:lnTo>
                    <a:pt x="595" y="3739"/>
                  </a:lnTo>
                  <a:lnTo>
                    <a:pt x="941" y="4037"/>
                  </a:lnTo>
                  <a:lnTo>
                    <a:pt x="1298" y="3799"/>
                  </a:lnTo>
                  <a:moveTo>
                    <a:pt x="3203" y="1656"/>
                  </a:moveTo>
                  <a:cubicBezTo>
                    <a:pt x="3513" y="2204"/>
                    <a:pt x="3322" y="2906"/>
                    <a:pt x="2762" y="3216"/>
                  </a:cubicBezTo>
                  <a:cubicBezTo>
                    <a:pt x="2215" y="3525"/>
                    <a:pt x="1512" y="3335"/>
                    <a:pt x="1203" y="2775"/>
                  </a:cubicBezTo>
                  <a:cubicBezTo>
                    <a:pt x="893" y="2227"/>
                    <a:pt x="1096" y="1525"/>
                    <a:pt x="1643" y="1215"/>
                  </a:cubicBezTo>
                  <a:cubicBezTo>
                    <a:pt x="1810" y="1120"/>
                    <a:pt x="2012" y="1073"/>
                    <a:pt x="2203" y="1073"/>
                  </a:cubicBezTo>
                  <a:cubicBezTo>
                    <a:pt x="2262" y="1073"/>
                    <a:pt x="2310" y="1073"/>
                    <a:pt x="2370" y="1084"/>
                  </a:cubicBezTo>
                  <a:moveTo>
                    <a:pt x="2762" y="1215"/>
                  </a:moveTo>
                  <a:cubicBezTo>
                    <a:pt x="2846" y="1263"/>
                    <a:pt x="2929" y="1323"/>
                    <a:pt x="3001" y="1394"/>
                  </a:cubicBezTo>
                </a:path>
              </a:pathLst>
            </a:custGeom>
            <a:noFill/>
            <a:ln w="387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4"/>
            <p:cNvSpPr/>
            <p:nvPr/>
          </p:nvSpPr>
          <p:spPr>
            <a:xfrm>
              <a:off x="7930094" y="3978547"/>
              <a:ext cx="310788" cy="312481"/>
            </a:xfrm>
            <a:custGeom>
              <a:avLst/>
              <a:gdLst/>
              <a:ahLst/>
              <a:cxnLst/>
              <a:rect l="l" t="t" r="r" b="b"/>
              <a:pathLst>
                <a:path w="4406" h="4430" fill="none" extrusionOk="0">
                  <a:moveTo>
                    <a:pt x="1703" y="3977"/>
                  </a:moveTo>
                  <a:lnTo>
                    <a:pt x="1763" y="4394"/>
                  </a:lnTo>
                  <a:lnTo>
                    <a:pt x="2227" y="4429"/>
                  </a:lnTo>
                  <a:lnTo>
                    <a:pt x="2358" y="4037"/>
                  </a:lnTo>
                  <a:cubicBezTo>
                    <a:pt x="2513" y="4025"/>
                    <a:pt x="2656" y="3989"/>
                    <a:pt x="2799" y="3941"/>
                  </a:cubicBezTo>
                  <a:lnTo>
                    <a:pt x="3096" y="4239"/>
                  </a:lnTo>
                  <a:lnTo>
                    <a:pt x="3489" y="4001"/>
                  </a:lnTo>
                  <a:lnTo>
                    <a:pt x="3382" y="3608"/>
                  </a:lnTo>
                  <a:cubicBezTo>
                    <a:pt x="3501" y="3513"/>
                    <a:pt x="3596" y="3405"/>
                    <a:pt x="3691" y="3275"/>
                  </a:cubicBezTo>
                  <a:lnTo>
                    <a:pt x="4096" y="3346"/>
                  </a:lnTo>
                  <a:lnTo>
                    <a:pt x="4287" y="2929"/>
                  </a:lnTo>
                  <a:lnTo>
                    <a:pt x="3977" y="2667"/>
                  </a:lnTo>
                  <a:cubicBezTo>
                    <a:pt x="4013" y="2524"/>
                    <a:pt x="4037" y="2382"/>
                    <a:pt x="4037" y="2227"/>
                  </a:cubicBezTo>
                  <a:lnTo>
                    <a:pt x="4406" y="2048"/>
                  </a:lnTo>
                  <a:lnTo>
                    <a:pt x="4323" y="1596"/>
                  </a:lnTo>
                  <a:lnTo>
                    <a:pt x="3906" y="1572"/>
                  </a:lnTo>
                  <a:cubicBezTo>
                    <a:pt x="3858" y="1429"/>
                    <a:pt x="3787" y="1298"/>
                    <a:pt x="3703" y="1179"/>
                  </a:cubicBezTo>
                  <a:lnTo>
                    <a:pt x="3918" y="810"/>
                  </a:lnTo>
                  <a:lnTo>
                    <a:pt x="3596" y="488"/>
                  </a:lnTo>
                  <a:lnTo>
                    <a:pt x="3227" y="703"/>
                  </a:lnTo>
                  <a:cubicBezTo>
                    <a:pt x="3013" y="560"/>
                    <a:pt x="2787" y="465"/>
                    <a:pt x="2537" y="417"/>
                  </a:cubicBezTo>
                  <a:lnTo>
                    <a:pt x="2429" y="0"/>
                  </a:lnTo>
                  <a:lnTo>
                    <a:pt x="1965" y="0"/>
                  </a:lnTo>
                  <a:lnTo>
                    <a:pt x="1858" y="417"/>
                  </a:lnTo>
                  <a:cubicBezTo>
                    <a:pt x="1715" y="453"/>
                    <a:pt x="1584" y="488"/>
                    <a:pt x="1441" y="548"/>
                  </a:cubicBezTo>
                  <a:lnTo>
                    <a:pt x="1120" y="274"/>
                  </a:lnTo>
                  <a:lnTo>
                    <a:pt x="739" y="536"/>
                  </a:lnTo>
                  <a:lnTo>
                    <a:pt x="894" y="941"/>
                  </a:lnTo>
                  <a:cubicBezTo>
                    <a:pt x="798" y="1048"/>
                    <a:pt x="703" y="1155"/>
                    <a:pt x="632" y="1286"/>
                  </a:cubicBezTo>
                  <a:lnTo>
                    <a:pt x="203" y="1239"/>
                  </a:lnTo>
                  <a:lnTo>
                    <a:pt x="36" y="1667"/>
                  </a:lnTo>
                  <a:lnTo>
                    <a:pt x="393" y="1917"/>
                  </a:lnTo>
                  <a:cubicBezTo>
                    <a:pt x="382" y="2012"/>
                    <a:pt x="370" y="2120"/>
                    <a:pt x="370" y="2215"/>
                  </a:cubicBezTo>
                  <a:lnTo>
                    <a:pt x="370" y="2346"/>
                  </a:lnTo>
                  <a:lnTo>
                    <a:pt x="1" y="2560"/>
                  </a:lnTo>
                  <a:lnTo>
                    <a:pt x="120" y="3001"/>
                  </a:lnTo>
                  <a:lnTo>
                    <a:pt x="536" y="3001"/>
                  </a:lnTo>
                  <a:cubicBezTo>
                    <a:pt x="608" y="3132"/>
                    <a:pt x="679" y="3251"/>
                    <a:pt x="774" y="3370"/>
                  </a:cubicBezTo>
                  <a:lnTo>
                    <a:pt x="596" y="3751"/>
                  </a:lnTo>
                  <a:lnTo>
                    <a:pt x="941" y="4048"/>
                  </a:lnTo>
                  <a:lnTo>
                    <a:pt x="1286" y="3798"/>
                  </a:lnTo>
                  <a:moveTo>
                    <a:pt x="3191" y="1655"/>
                  </a:moveTo>
                  <a:cubicBezTo>
                    <a:pt x="3501" y="2203"/>
                    <a:pt x="3310" y="2905"/>
                    <a:pt x="2763" y="3215"/>
                  </a:cubicBezTo>
                  <a:cubicBezTo>
                    <a:pt x="2203" y="3525"/>
                    <a:pt x="1513" y="3334"/>
                    <a:pt x="1203" y="2774"/>
                  </a:cubicBezTo>
                  <a:cubicBezTo>
                    <a:pt x="894" y="2227"/>
                    <a:pt x="1084" y="1524"/>
                    <a:pt x="1632" y="1215"/>
                  </a:cubicBezTo>
                  <a:cubicBezTo>
                    <a:pt x="1810" y="1119"/>
                    <a:pt x="2001" y="1072"/>
                    <a:pt x="2191" y="1072"/>
                  </a:cubicBezTo>
                  <a:cubicBezTo>
                    <a:pt x="2251" y="1072"/>
                    <a:pt x="2310" y="1072"/>
                    <a:pt x="2358" y="1084"/>
                  </a:cubicBezTo>
                  <a:moveTo>
                    <a:pt x="2751" y="1215"/>
                  </a:moveTo>
                  <a:cubicBezTo>
                    <a:pt x="2834" y="1262"/>
                    <a:pt x="2918" y="1322"/>
                    <a:pt x="2989" y="1393"/>
                  </a:cubicBezTo>
                </a:path>
              </a:pathLst>
            </a:custGeom>
            <a:noFill/>
            <a:ln w="387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4"/>
            <p:cNvSpPr/>
            <p:nvPr/>
          </p:nvSpPr>
          <p:spPr>
            <a:xfrm>
              <a:off x="8148482" y="2202244"/>
              <a:ext cx="310788" cy="312481"/>
            </a:xfrm>
            <a:custGeom>
              <a:avLst/>
              <a:gdLst/>
              <a:ahLst/>
              <a:cxnLst/>
              <a:rect l="l" t="t" r="r" b="b"/>
              <a:pathLst>
                <a:path w="4406" h="4430" fill="none" extrusionOk="0">
                  <a:moveTo>
                    <a:pt x="834" y="775"/>
                  </a:moveTo>
                  <a:lnTo>
                    <a:pt x="893" y="929"/>
                  </a:lnTo>
                  <a:cubicBezTo>
                    <a:pt x="869" y="965"/>
                    <a:pt x="834" y="1001"/>
                    <a:pt x="810" y="1025"/>
                  </a:cubicBezTo>
                  <a:moveTo>
                    <a:pt x="655" y="1239"/>
                  </a:moveTo>
                  <a:cubicBezTo>
                    <a:pt x="643" y="1251"/>
                    <a:pt x="643" y="1263"/>
                    <a:pt x="631" y="1275"/>
                  </a:cubicBezTo>
                  <a:lnTo>
                    <a:pt x="203" y="1227"/>
                  </a:lnTo>
                  <a:lnTo>
                    <a:pt x="36" y="1668"/>
                  </a:lnTo>
                  <a:lnTo>
                    <a:pt x="405" y="1906"/>
                  </a:lnTo>
                  <a:cubicBezTo>
                    <a:pt x="381" y="2013"/>
                    <a:pt x="369" y="2108"/>
                    <a:pt x="369" y="2215"/>
                  </a:cubicBezTo>
                  <a:lnTo>
                    <a:pt x="369" y="2346"/>
                  </a:lnTo>
                  <a:lnTo>
                    <a:pt x="0" y="2549"/>
                  </a:lnTo>
                  <a:lnTo>
                    <a:pt x="119" y="2989"/>
                  </a:lnTo>
                  <a:lnTo>
                    <a:pt x="548" y="2989"/>
                  </a:lnTo>
                  <a:cubicBezTo>
                    <a:pt x="607" y="3132"/>
                    <a:pt x="679" y="3251"/>
                    <a:pt x="774" y="3370"/>
                  </a:cubicBezTo>
                  <a:lnTo>
                    <a:pt x="595" y="3751"/>
                  </a:lnTo>
                  <a:lnTo>
                    <a:pt x="941" y="4049"/>
                  </a:lnTo>
                  <a:lnTo>
                    <a:pt x="1286" y="3799"/>
                  </a:lnTo>
                  <a:cubicBezTo>
                    <a:pt x="1417" y="3870"/>
                    <a:pt x="1548" y="3930"/>
                    <a:pt x="1691" y="3977"/>
                  </a:cubicBezTo>
                  <a:lnTo>
                    <a:pt x="1762" y="4382"/>
                  </a:lnTo>
                  <a:lnTo>
                    <a:pt x="2215" y="4430"/>
                  </a:lnTo>
                  <a:lnTo>
                    <a:pt x="2358" y="4037"/>
                  </a:lnTo>
                  <a:cubicBezTo>
                    <a:pt x="2512" y="4025"/>
                    <a:pt x="2655" y="3989"/>
                    <a:pt x="2798" y="3942"/>
                  </a:cubicBezTo>
                  <a:lnTo>
                    <a:pt x="3084" y="4227"/>
                  </a:lnTo>
                  <a:lnTo>
                    <a:pt x="3489" y="4001"/>
                  </a:lnTo>
                  <a:lnTo>
                    <a:pt x="3382" y="3608"/>
                  </a:lnTo>
                  <a:cubicBezTo>
                    <a:pt x="3501" y="3513"/>
                    <a:pt x="3596" y="3394"/>
                    <a:pt x="3691" y="3275"/>
                  </a:cubicBezTo>
                  <a:lnTo>
                    <a:pt x="4084" y="3346"/>
                  </a:lnTo>
                  <a:lnTo>
                    <a:pt x="4286" y="2930"/>
                  </a:lnTo>
                  <a:lnTo>
                    <a:pt x="3965" y="2668"/>
                  </a:lnTo>
                  <a:cubicBezTo>
                    <a:pt x="4001" y="2525"/>
                    <a:pt x="4024" y="2370"/>
                    <a:pt x="4024" y="2227"/>
                  </a:cubicBezTo>
                  <a:lnTo>
                    <a:pt x="4405" y="2049"/>
                  </a:lnTo>
                  <a:lnTo>
                    <a:pt x="4322" y="1596"/>
                  </a:lnTo>
                  <a:lnTo>
                    <a:pt x="3905" y="1572"/>
                  </a:lnTo>
                  <a:cubicBezTo>
                    <a:pt x="3846" y="1429"/>
                    <a:pt x="3774" y="1298"/>
                    <a:pt x="3691" y="1179"/>
                  </a:cubicBezTo>
                  <a:lnTo>
                    <a:pt x="3905" y="810"/>
                  </a:lnTo>
                  <a:lnTo>
                    <a:pt x="3584" y="489"/>
                  </a:lnTo>
                  <a:lnTo>
                    <a:pt x="3215" y="703"/>
                  </a:lnTo>
                  <a:cubicBezTo>
                    <a:pt x="3012" y="560"/>
                    <a:pt x="2774" y="465"/>
                    <a:pt x="2524" y="417"/>
                  </a:cubicBezTo>
                  <a:lnTo>
                    <a:pt x="2417" y="1"/>
                  </a:lnTo>
                  <a:lnTo>
                    <a:pt x="1965" y="1"/>
                  </a:lnTo>
                  <a:lnTo>
                    <a:pt x="1858" y="417"/>
                  </a:lnTo>
                  <a:cubicBezTo>
                    <a:pt x="1715" y="453"/>
                    <a:pt x="1572" y="489"/>
                    <a:pt x="1441" y="548"/>
                  </a:cubicBezTo>
                  <a:lnTo>
                    <a:pt x="1107" y="263"/>
                  </a:lnTo>
                  <a:lnTo>
                    <a:pt x="738" y="536"/>
                  </a:lnTo>
                  <a:lnTo>
                    <a:pt x="786" y="655"/>
                  </a:lnTo>
                  <a:moveTo>
                    <a:pt x="3322" y="2453"/>
                  </a:moveTo>
                  <a:cubicBezTo>
                    <a:pt x="3298" y="2525"/>
                    <a:pt x="3274" y="2596"/>
                    <a:pt x="3251" y="2668"/>
                  </a:cubicBezTo>
                  <a:moveTo>
                    <a:pt x="3155" y="2834"/>
                  </a:moveTo>
                  <a:cubicBezTo>
                    <a:pt x="2822" y="3370"/>
                    <a:pt x="2108" y="3525"/>
                    <a:pt x="1584" y="3180"/>
                  </a:cubicBezTo>
                  <a:cubicBezTo>
                    <a:pt x="1048" y="2846"/>
                    <a:pt x="893" y="2132"/>
                    <a:pt x="1227" y="1608"/>
                  </a:cubicBezTo>
                  <a:cubicBezTo>
                    <a:pt x="1572" y="1072"/>
                    <a:pt x="2274" y="917"/>
                    <a:pt x="2810" y="1251"/>
                  </a:cubicBezTo>
                  <a:cubicBezTo>
                    <a:pt x="3143" y="1465"/>
                    <a:pt x="3334" y="1822"/>
                    <a:pt x="3334" y="2215"/>
                  </a:cubicBezTo>
                  <a:lnTo>
                    <a:pt x="3334" y="2299"/>
                  </a:lnTo>
                </a:path>
              </a:pathLst>
            </a:custGeom>
            <a:noFill/>
            <a:ln w="387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4"/>
            <p:cNvSpPr/>
            <p:nvPr/>
          </p:nvSpPr>
          <p:spPr>
            <a:xfrm>
              <a:off x="6166414" y="2812826"/>
              <a:ext cx="580383" cy="582922"/>
            </a:xfrm>
            <a:custGeom>
              <a:avLst/>
              <a:gdLst/>
              <a:ahLst/>
              <a:cxnLst/>
              <a:rect l="l" t="t" r="r" b="b"/>
              <a:pathLst>
                <a:path w="8228" h="8264" fill="none" extrusionOk="0">
                  <a:moveTo>
                    <a:pt x="1477" y="6287"/>
                  </a:moveTo>
                  <a:lnTo>
                    <a:pt x="1132" y="7001"/>
                  </a:lnTo>
                  <a:lnTo>
                    <a:pt x="1786" y="7549"/>
                  </a:lnTo>
                  <a:lnTo>
                    <a:pt x="2417" y="7097"/>
                  </a:lnTo>
                  <a:cubicBezTo>
                    <a:pt x="2667" y="7239"/>
                    <a:pt x="2917" y="7347"/>
                    <a:pt x="3191" y="7418"/>
                  </a:cubicBezTo>
                  <a:lnTo>
                    <a:pt x="3310" y="8192"/>
                  </a:lnTo>
                  <a:lnTo>
                    <a:pt x="4168" y="8263"/>
                  </a:lnTo>
                  <a:lnTo>
                    <a:pt x="4430" y="7537"/>
                  </a:lnTo>
                  <a:cubicBezTo>
                    <a:pt x="4715" y="7513"/>
                    <a:pt x="4989" y="7454"/>
                    <a:pt x="5251" y="7359"/>
                  </a:cubicBezTo>
                  <a:lnTo>
                    <a:pt x="5787" y="7906"/>
                  </a:lnTo>
                  <a:lnTo>
                    <a:pt x="6537" y="7478"/>
                  </a:lnTo>
                  <a:lnTo>
                    <a:pt x="6323" y="6739"/>
                  </a:lnTo>
                  <a:cubicBezTo>
                    <a:pt x="6537" y="6549"/>
                    <a:pt x="6727" y="6346"/>
                    <a:pt x="6894" y="6108"/>
                  </a:cubicBezTo>
                  <a:lnTo>
                    <a:pt x="7656" y="6251"/>
                  </a:lnTo>
                  <a:lnTo>
                    <a:pt x="8013" y="5465"/>
                  </a:lnTo>
                  <a:lnTo>
                    <a:pt x="7418" y="4977"/>
                  </a:lnTo>
                  <a:cubicBezTo>
                    <a:pt x="7489" y="4703"/>
                    <a:pt x="7525" y="4430"/>
                    <a:pt x="7525" y="4144"/>
                  </a:cubicBezTo>
                  <a:lnTo>
                    <a:pt x="8228" y="3822"/>
                  </a:lnTo>
                  <a:lnTo>
                    <a:pt x="8085" y="2977"/>
                  </a:lnTo>
                  <a:lnTo>
                    <a:pt x="7299" y="2917"/>
                  </a:lnTo>
                  <a:cubicBezTo>
                    <a:pt x="7204" y="2656"/>
                    <a:pt x="7073" y="2417"/>
                    <a:pt x="6918" y="2179"/>
                  </a:cubicBezTo>
                  <a:lnTo>
                    <a:pt x="7311" y="1513"/>
                  </a:lnTo>
                  <a:lnTo>
                    <a:pt x="6704" y="905"/>
                  </a:lnTo>
                  <a:lnTo>
                    <a:pt x="6025" y="1310"/>
                  </a:lnTo>
                  <a:cubicBezTo>
                    <a:pt x="5632" y="1036"/>
                    <a:pt x="5192" y="858"/>
                    <a:pt x="4727" y="774"/>
                  </a:cubicBezTo>
                  <a:lnTo>
                    <a:pt x="4525" y="0"/>
                  </a:lnTo>
                  <a:lnTo>
                    <a:pt x="3668" y="0"/>
                  </a:lnTo>
                  <a:lnTo>
                    <a:pt x="3477" y="774"/>
                  </a:lnTo>
                  <a:cubicBezTo>
                    <a:pt x="3203" y="834"/>
                    <a:pt x="2953" y="917"/>
                    <a:pt x="2703" y="1024"/>
                  </a:cubicBezTo>
                  <a:lnTo>
                    <a:pt x="2084" y="489"/>
                  </a:lnTo>
                  <a:lnTo>
                    <a:pt x="1382" y="989"/>
                  </a:lnTo>
                  <a:lnTo>
                    <a:pt x="1679" y="1739"/>
                  </a:lnTo>
                  <a:cubicBezTo>
                    <a:pt x="1489" y="1941"/>
                    <a:pt x="1322" y="2155"/>
                    <a:pt x="1179" y="2382"/>
                  </a:cubicBezTo>
                  <a:lnTo>
                    <a:pt x="370" y="2298"/>
                  </a:lnTo>
                  <a:lnTo>
                    <a:pt x="84" y="3108"/>
                  </a:lnTo>
                  <a:lnTo>
                    <a:pt x="751" y="3560"/>
                  </a:lnTo>
                  <a:cubicBezTo>
                    <a:pt x="715" y="3751"/>
                    <a:pt x="703" y="3941"/>
                    <a:pt x="703" y="4132"/>
                  </a:cubicBezTo>
                  <a:cubicBezTo>
                    <a:pt x="703" y="4215"/>
                    <a:pt x="703" y="4287"/>
                    <a:pt x="715" y="4370"/>
                  </a:cubicBezTo>
                  <a:lnTo>
                    <a:pt x="0" y="4763"/>
                  </a:lnTo>
                  <a:lnTo>
                    <a:pt x="227" y="5596"/>
                  </a:lnTo>
                  <a:lnTo>
                    <a:pt x="1024" y="5584"/>
                  </a:lnTo>
                  <a:cubicBezTo>
                    <a:pt x="1108" y="5775"/>
                    <a:pt x="1215" y="5954"/>
                    <a:pt x="1334" y="6120"/>
                  </a:cubicBezTo>
                  <a:moveTo>
                    <a:pt x="3394" y="2120"/>
                  </a:moveTo>
                  <a:cubicBezTo>
                    <a:pt x="3489" y="2084"/>
                    <a:pt x="3584" y="2060"/>
                    <a:pt x="3679" y="2036"/>
                  </a:cubicBezTo>
                  <a:moveTo>
                    <a:pt x="4203" y="1989"/>
                  </a:moveTo>
                  <a:cubicBezTo>
                    <a:pt x="5382" y="2048"/>
                    <a:pt x="6299" y="3048"/>
                    <a:pt x="6251" y="4227"/>
                  </a:cubicBezTo>
                  <a:cubicBezTo>
                    <a:pt x="6192" y="5418"/>
                    <a:pt x="5192" y="6323"/>
                    <a:pt x="4013" y="6275"/>
                  </a:cubicBezTo>
                  <a:cubicBezTo>
                    <a:pt x="2822" y="6216"/>
                    <a:pt x="1917" y="5215"/>
                    <a:pt x="1965" y="4037"/>
                  </a:cubicBezTo>
                  <a:cubicBezTo>
                    <a:pt x="2001" y="3227"/>
                    <a:pt x="2501" y="2501"/>
                    <a:pt x="3239" y="2179"/>
                  </a:cubicBezTo>
                </a:path>
              </a:pathLst>
            </a:custGeom>
            <a:noFill/>
            <a:ln w="3875" cap="flat" cmpd="sng">
              <a:solidFill>
                <a:srgbClr val="00000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4"/>
            <p:cNvSpPr/>
            <p:nvPr/>
          </p:nvSpPr>
          <p:spPr>
            <a:xfrm>
              <a:off x="6986074" y="3053856"/>
              <a:ext cx="59745" cy="39572"/>
            </a:xfrm>
            <a:custGeom>
              <a:avLst/>
              <a:gdLst/>
              <a:ahLst/>
              <a:cxnLst/>
              <a:rect l="l" t="t" r="r" b="b"/>
              <a:pathLst>
                <a:path w="847" h="561" fill="none" extrusionOk="0">
                  <a:moveTo>
                    <a:pt x="846" y="560"/>
                  </a:moveTo>
                  <a:lnTo>
                    <a:pt x="1" y="1"/>
                  </a:ln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4"/>
            <p:cNvSpPr/>
            <p:nvPr/>
          </p:nvSpPr>
          <p:spPr>
            <a:xfrm>
              <a:off x="7134770" y="2963144"/>
              <a:ext cx="16012" cy="13543"/>
            </a:xfrm>
            <a:custGeom>
              <a:avLst/>
              <a:gdLst/>
              <a:ahLst/>
              <a:cxnLst/>
              <a:rect l="l" t="t" r="r" b="b"/>
              <a:pathLst>
                <a:path w="227" h="192" fill="none" extrusionOk="0">
                  <a:moveTo>
                    <a:pt x="227" y="191"/>
                  </a:moveTo>
                  <a:lnTo>
                    <a:pt x="0" y="1"/>
                  </a:ln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6850922" y="3287339"/>
              <a:ext cx="124358" cy="31107"/>
            </a:xfrm>
            <a:custGeom>
              <a:avLst/>
              <a:gdLst/>
              <a:ahLst/>
              <a:cxnLst/>
              <a:rect l="l" t="t" r="r" b="b"/>
              <a:pathLst>
                <a:path w="1763" h="441" fill="none" extrusionOk="0">
                  <a:moveTo>
                    <a:pt x="1762" y="441"/>
                  </a:moveTo>
                  <a:lnTo>
                    <a:pt x="0" y="0"/>
                  </a:ln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7007941" y="2890983"/>
              <a:ext cx="949082" cy="1192578"/>
            </a:xfrm>
            <a:custGeom>
              <a:avLst/>
              <a:gdLst/>
              <a:ahLst/>
              <a:cxnLst/>
              <a:rect l="l" t="t" r="r" b="b"/>
              <a:pathLst>
                <a:path w="13455" h="16907" extrusionOk="0">
                  <a:moveTo>
                    <a:pt x="10895" y="3274"/>
                  </a:moveTo>
                  <a:cubicBezTo>
                    <a:pt x="10002" y="3953"/>
                    <a:pt x="6954" y="5834"/>
                    <a:pt x="4846" y="7132"/>
                  </a:cubicBezTo>
                  <a:lnTo>
                    <a:pt x="4275" y="7489"/>
                  </a:lnTo>
                  <a:cubicBezTo>
                    <a:pt x="4834" y="7120"/>
                    <a:pt x="5489" y="6691"/>
                    <a:pt x="6216" y="6191"/>
                  </a:cubicBezTo>
                  <a:cubicBezTo>
                    <a:pt x="6585" y="5953"/>
                    <a:pt x="6978" y="5679"/>
                    <a:pt x="7370" y="5417"/>
                  </a:cubicBezTo>
                  <a:cubicBezTo>
                    <a:pt x="7787" y="5167"/>
                    <a:pt x="8180" y="4929"/>
                    <a:pt x="8549" y="4691"/>
                  </a:cubicBezTo>
                  <a:cubicBezTo>
                    <a:pt x="9121" y="4322"/>
                    <a:pt x="9585" y="4024"/>
                    <a:pt x="9930" y="3786"/>
                  </a:cubicBezTo>
                  <a:cubicBezTo>
                    <a:pt x="10240" y="3595"/>
                    <a:pt x="10561" y="3417"/>
                    <a:pt x="10895" y="3274"/>
                  </a:cubicBezTo>
                  <a:close/>
                  <a:moveTo>
                    <a:pt x="4930" y="8167"/>
                  </a:moveTo>
                  <a:lnTo>
                    <a:pt x="4930" y="8167"/>
                  </a:lnTo>
                  <a:cubicBezTo>
                    <a:pt x="4430" y="8489"/>
                    <a:pt x="3965" y="8787"/>
                    <a:pt x="3549" y="9072"/>
                  </a:cubicBezTo>
                  <a:cubicBezTo>
                    <a:pt x="3120" y="9322"/>
                    <a:pt x="2751" y="9537"/>
                    <a:pt x="2429" y="9703"/>
                  </a:cubicBezTo>
                  <a:cubicBezTo>
                    <a:pt x="3048" y="9310"/>
                    <a:pt x="3977" y="8751"/>
                    <a:pt x="4930" y="8167"/>
                  </a:cubicBezTo>
                  <a:close/>
                  <a:moveTo>
                    <a:pt x="11835" y="8858"/>
                  </a:moveTo>
                  <a:cubicBezTo>
                    <a:pt x="11240" y="9275"/>
                    <a:pt x="10418" y="9787"/>
                    <a:pt x="9549" y="10311"/>
                  </a:cubicBezTo>
                  <a:cubicBezTo>
                    <a:pt x="10192" y="9894"/>
                    <a:pt x="10883" y="9465"/>
                    <a:pt x="11621" y="9001"/>
                  </a:cubicBezTo>
                  <a:lnTo>
                    <a:pt x="11835" y="8858"/>
                  </a:lnTo>
                  <a:close/>
                  <a:moveTo>
                    <a:pt x="12812" y="5810"/>
                  </a:moveTo>
                  <a:lnTo>
                    <a:pt x="12812" y="5810"/>
                  </a:lnTo>
                  <a:cubicBezTo>
                    <a:pt x="12133" y="6310"/>
                    <a:pt x="9990" y="7584"/>
                    <a:pt x="8073" y="8715"/>
                  </a:cubicBezTo>
                  <a:cubicBezTo>
                    <a:pt x="6501" y="9644"/>
                    <a:pt x="5323" y="10358"/>
                    <a:pt x="4442" y="10894"/>
                  </a:cubicBezTo>
                  <a:cubicBezTo>
                    <a:pt x="4894" y="10608"/>
                    <a:pt x="5430" y="10263"/>
                    <a:pt x="6073" y="9846"/>
                  </a:cubicBezTo>
                  <a:cubicBezTo>
                    <a:pt x="7525" y="8894"/>
                    <a:pt x="9168" y="7822"/>
                    <a:pt x="10514" y="7013"/>
                  </a:cubicBezTo>
                  <a:cubicBezTo>
                    <a:pt x="11871" y="6203"/>
                    <a:pt x="12514" y="5905"/>
                    <a:pt x="12812" y="5810"/>
                  </a:cubicBezTo>
                  <a:close/>
                  <a:moveTo>
                    <a:pt x="5406" y="9906"/>
                  </a:moveTo>
                  <a:cubicBezTo>
                    <a:pt x="4751" y="10322"/>
                    <a:pt x="4108" y="10739"/>
                    <a:pt x="3572" y="11084"/>
                  </a:cubicBezTo>
                  <a:cubicBezTo>
                    <a:pt x="4096" y="10739"/>
                    <a:pt x="4715" y="10334"/>
                    <a:pt x="5406" y="9906"/>
                  </a:cubicBezTo>
                  <a:close/>
                  <a:moveTo>
                    <a:pt x="10526" y="12239"/>
                  </a:moveTo>
                  <a:cubicBezTo>
                    <a:pt x="9990" y="12585"/>
                    <a:pt x="9156" y="13085"/>
                    <a:pt x="8394" y="13549"/>
                  </a:cubicBezTo>
                  <a:lnTo>
                    <a:pt x="8299" y="13609"/>
                  </a:lnTo>
                  <a:cubicBezTo>
                    <a:pt x="9121" y="13073"/>
                    <a:pt x="9966" y="12537"/>
                    <a:pt x="10526" y="12239"/>
                  </a:cubicBezTo>
                  <a:close/>
                  <a:moveTo>
                    <a:pt x="10585" y="11513"/>
                  </a:moveTo>
                  <a:cubicBezTo>
                    <a:pt x="9966" y="11918"/>
                    <a:pt x="9073" y="12454"/>
                    <a:pt x="8252" y="12966"/>
                  </a:cubicBezTo>
                  <a:cubicBezTo>
                    <a:pt x="7644" y="13335"/>
                    <a:pt x="7120" y="13656"/>
                    <a:pt x="6656" y="13954"/>
                  </a:cubicBezTo>
                  <a:cubicBezTo>
                    <a:pt x="7918" y="13132"/>
                    <a:pt x="9573" y="12073"/>
                    <a:pt x="10585" y="11513"/>
                  </a:cubicBezTo>
                  <a:close/>
                  <a:moveTo>
                    <a:pt x="6716" y="14275"/>
                  </a:moveTo>
                  <a:cubicBezTo>
                    <a:pt x="5894" y="14835"/>
                    <a:pt x="4989" y="15430"/>
                    <a:pt x="4358" y="15799"/>
                  </a:cubicBezTo>
                  <a:cubicBezTo>
                    <a:pt x="4930" y="15406"/>
                    <a:pt x="5823" y="14847"/>
                    <a:pt x="6716" y="14275"/>
                  </a:cubicBezTo>
                  <a:close/>
                  <a:moveTo>
                    <a:pt x="10561" y="15871"/>
                  </a:moveTo>
                  <a:lnTo>
                    <a:pt x="10561" y="15871"/>
                  </a:lnTo>
                  <a:cubicBezTo>
                    <a:pt x="10585" y="15895"/>
                    <a:pt x="10609" y="15918"/>
                    <a:pt x="10633" y="15930"/>
                  </a:cubicBezTo>
                  <a:cubicBezTo>
                    <a:pt x="10609" y="15918"/>
                    <a:pt x="10573" y="15895"/>
                    <a:pt x="10561" y="15871"/>
                  </a:cubicBezTo>
                  <a:close/>
                  <a:moveTo>
                    <a:pt x="6426" y="1"/>
                  </a:moveTo>
                  <a:cubicBezTo>
                    <a:pt x="6271" y="1"/>
                    <a:pt x="5821" y="166"/>
                    <a:pt x="3787" y="1405"/>
                  </a:cubicBezTo>
                  <a:cubicBezTo>
                    <a:pt x="3537" y="1559"/>
                    <a:pt x="3299" y="1714"/>
                    <a:pt x="3060" y="1857"/>
                  </a:cubicBezTo>
                  <a:cubicBezTo>
                    <a:pt x="3906" y="1202"/>
                    <a:pt x="3977" y="1107"/>
                    <a:pt x="3894" y="952"/>
                  </a:cubicBezTo>
                  <a:cubicBezTo>
                    <a:pt x="3870" y="905"/>
                    <a:pt x="3822" y="869"/>
                    <a:pt x="3775" y="857"/>
                  </a:cubicBezTo>
                  <a:cubicBezTo>
                    <a:pt x="3763" y="855"/>
                    <a:pt x="3750" y="853"/>
                    <a:pt x="3737" y="853"/>
                  </a:cubicBezTo>
                  <a:cubicBezTo>
                    <a:pt x="3622" y="853"/>
                    <a:pt x="3460" y="953"/>
                    <a:pt x="3001" y="1274"/>
                  </a:cubicBezTo>
                  <a:cubicBezTo>
                    <a:pt x="2846" y="1393"/>
                    <a:pt x="2691" y="1500"/>
                    <a:pt x="2525" y="1595"/>
                  </a:cubicBezTo>
                  <a:cubicBezTo>
                    <a:pt x="2514" y="1592"/>
                    <a:pt x="2504" y="1590"/>
                    <a:pt x="2494" y="1590"/>
                  </a:cubicBezTo>
                  <a:cubicBezTo>
                    <a:pt x="2469" y="1590"/>
                    <a:pt x="2446" y="1599"/>
                    <a:pt x="2429" y="1607"/>
                  </a:cubicBezTo>
                  <a:cubicBezTo>
                    <a:pt x="2358" y="1655"/>
                    <a:pt x="2322" y="1750"/>
                    <a:pt x="2370" y="1821"/>
                  </a:cubicBezTo>
                  <a:cubicBezTo>
                    <a:pt x="2394" y="1857"/>
                    <a:pt x="2429" y="1893"/>
                    <a:pt x="2477" y="1905"/>
                  </a:cubicBezTo>
                  <a:cubicBezTo>
                    <a:pt x="1215" y="2869"/>
                    <a:pt x="1048" y="3036"/>
                    <a:pt x="1167" y="3226"/>
                  </a:cubicBezTo>
                  <a:cubicBezTo>
                    <a:pt x="1179" y="3274"/>
                    <a:pt x="1215" y="3298"/>
                    <a:pt x="1263" y="3310"/>
                  </a:cubicBezTo>
                  <a:cubicBezTo>
                    <a:pt x="1274" y="3313"/>
                    <a:pt x="1286" y="3314"/>
                    <a:pt x="1298" y="3314"/>
                  </a:cubicBezTo>
                  <a:cubicBezTo>
                    <a:pt x="1334" y="3314"/>
                    <a:pt x="1370" y="3301"/>
                    <a:pt x="1405" y="3274"/>
                  </a:cubicBezTo>
                  <a:cubicBezTo>
                    <a:pt x="1632" y="3119"/>
                    <a:pt x="1858" y="2976"/>
                    <a:pt x="2084" y="2833"/>
                  </a:cubicBezTo>
                  <a:lnTo>
                    <a:pt x="2084" y="2833"/>
                  </a:lnTo>
                  <a:cubicBezTo>
                    <a:pt x="286" y="4072"/>
                    <a:pt x="358" y="4203"/>
                    <a:pt x="441" y="4346"/>
                  </a:cubicBezTo>
                  <a:cubicBezTo>
                    <a:pt x="465" y="4381"/>
                    <a:pt x="501" y="4405"/>
                    <a:pt x="536" y="4417"/>
                  </a:cubicBezTo>
                  <a:cubicBezTo>
                    <a:pt x="552" y="4422"/>
                    <a:pt x="566" y="4425"/>
                    <a:pt x="584" y="4425"/>
                  </a:cubicBezTo>
                  <a:cubicBezTo>
                    <a:pt x="703" y="4425"/>
                    <a:pt x="963" y="4267"/>
                    <a:pt x="2572" y="3250"/>
                  </a:cubicBezTo>
                  <a:cubicBezTo>
                    <a:pt x="3703" y="2524"/>
                    <a:pt x="5620" y="1286"/>
                    <a:pt x="6501" y="857"/>
                  </a:cubicBezTo>
                  <a:lnTo>
                    <a:pt x="6501" y="857"/>
                  </a:lnTo>
                  <a:cubicBezTo>
                    <a:pt x="5489" y="1643"/>
                    <a:pt x="2572" y="3536"/>
                    <a:pt x="655" y="4738"/>
                  </a:cubicBezTo>
                  <a:cubicBezTo>
                    <a:pt x="584" y="4786"/>
                    <a:pt x="560" y="4881"/>
                    <a:pt x="596" y="4953"/>
                  </a:cubicBezTo>
                  <a:cubicBezTo>
                    <a:pt x="632" y="5000"/>
                    <a:pt x="691" y="5048"/>
                    <a:pt x="751" y="5060"/>
                  </a:cubicBezTo>
                  <a:cubicBezTo>
                    <a:pt x="766" y="5064"/>
                    <a:pt x="785" y="5066"/>
                    <a:pt x="806" y="5066"/>
                  </a:cubicBezTo>
                  <a:cubicBezTo>
                    <a:pt x="911" y="5066"/>
                    <a:pt x="1080" y="5016"/>
                    <a:pt x="1298" y="4917"/>
                  </a:cubicBezTo>
                  <a:lnTo>
                    <a:pt x="1298" y="4917"/>
                  </a:lnTo>
                  <a:cubicBezTo>
                    <a:pt x="322" y="5619"/>
                    <a:pt x="370" y="5703"/>
                    <a:pt x="429" y="5822"/>
                  </a:cubicBezTo>
                  <a:cubicBezTo>
                    <a:pt x="453" y="5858"/>
                    <a:pt x="501" y="5893"/>
                    <a:pt x="548" y="5905"/>
                  </a:cubicBezTo>
                  <a:cubicBezTo>
                    <a:pt x="563" y="5909"/>
                    <a:pt x="579" y="5911"/>
                    <a:pt x="598" y="5911"/>
                  </a:cubicBezTo>
                  <a:cubicBezTo>
                    <a:pt x="916" y="5911"/>
                    <a:pt x="1868" y="5324"/>
                    <a:pt x="4644" y="3560"/>
                  </a:cubicBezTo>
                  <a:cubicBezTo>
                    <a:pt x="5692" y="2881"/>
                    <a:pt x="7001" y="2060"/>
                    <a:pt x="7871" y="1548"/>
                  </a:cubicBezTo>
                  <a:lnTo>
                    <a:pt x="7871" y="1548"/>
                  </a:lnTo>
                  <a:cubicBezTo>
                    <a:pt x="6227" y="2691"/>
                    <a:pt x="2572" y="5000"/>
                    <a:pt x="96" y="6524"/>
                  </a:cubicBezTo>
                  <a:cubicBezTo>
                    <a:pt x="60" y="6548"/>
                    <a:pt x="36" y="6584"/>
                    <a:pt x="24" y="6620"/>
                  </a:cubicBezTo>
                  <a:cubicBezTo>
                    <a:pt x="0" y="6703"/>
                    <a:pt x="48" y="6786"/>
                    <a:pt x="131" y="6810"/>
                  </a:cubicBezTo>
                  <a:cubicBezTo>
                    <a:pt x="145" y="6814"/>
                    <a:pt x="154" y="6817"/>
                    <a:pt x="165" y="6817"/>
                  </a:cubicBezTo>
                  <a:cubicBezTo>
                    <a:pt x="184" y="6817"/>
                    <a:pt x="205" y="6809"/>
                    <a:pt x="251" y="6786"/>
                  </a:cubicBezTo>
                  <a:lnTo>
                    <a:pt x="274" y="6774"/>
                  </a:lnTo>
                  <a:cubicBezTo>
                    <a:pt x="381" y="6727"/>
                    <a:pt x="572" y="6608"/>
                    <a:pt x="977" y="6381"/>
                  </a:cubicBezTo>
                  <a:lnTo>
                    <a:pt x="2763" y="5334"/>
                  </a:lnTo>
                  <a:cubicBezTo>
                    <a:pt x="4370" y="4393"/>
                    <a:pt x="6656" y="3048"/>
                    <a:pt x="8228" y="2143"/>
                  </a:cubicBezTo>
                  <a:lnTo>
                    <a:pt x="8228" y="2143"/>
                  </a:lnTo>
                  <a:cubicBezTo>
                    <a:pt x="6287" y="3464"/>
                    <a:pt x="2965" y="5548"/>
                    <a:pt x="620" y="7001"/>
                  </a:cubicBezTo>
                  <a:cubicBezTo>
                    <a:pt x="548" y="7048"/>
                    <a:pt x="524" y="7132"/>
                    <a:pt x="572" y="7203"/>
                  </a:cubicBezTo>
                  <a:cubicBezTo>
                    <a:pt x="596" y="7251"/>
                    <a:pt x="632" y="7286"/>
                    <a:pt x="679" y="7298"/>
                  </a:cubicBezTo>
                  <a:cubicBezTo>
                    <a:pt x="694" y="7302"/>
                    <a:pt x="711" y="7306"/>
                    <a:pt x="735" y="7306"/>
                  </a:cubicBezTo>
                  <a:cubicBezTo>
                    <a:pt x="863" y="7306"/>
                    <a:pt x="1208" y="7193"/>
                    <a:pt x="2727" y="6334"/>
                  </a:cubicBezTo>
                  <a:lnTo>
                    <a:pt x="2727" y="6334"/>
                  </a:lnTo>
                  <a:lnTo>
                    <a:pt x="512" y="7751"/>
                  </a:lnTo>
                  <a:cubicBezTo>
                    <a:pt x="441" y="7798"/>
                    <a:pt x="417" y="7894"/>
                    <a:pt x="465" y="7965"/>
                  </a:cubicBezTo>
                  <a:cubicBezTo>
                    <a:pt x="489" y="8013"/>
                    <a:pt x="548" y="8048"/>
                    <a:pt x="596" y="8060"/>
                  </a:cubicBezTo>
                  <a:cubicBezTo>
                    <a:pt x="614" y="8065"/>
                    <a:pt x="637" y="8068"/>
                    <a:pt x="664" y="8068"/>
                  </a:cubicBezTo>
                  <a:cubicBezTo>
                    <a:pt x="826" y="8068"/>
                    <a:pt x="1155" y="7963"/>
                    <a:pt x="1870" y="7596"/>
                  </a:cubicBezTo>
                  <a:lnTo>
                    <a:pt x="1870" y="7596"/>
                  </a:lnTo>
                  <a:lnTo>
                    <a:pt x="870" y="8239"/>
                  </a:lnTo>
                  <a:cubicBezTo>
                    <a:pt x="798" y="8286"/>
                    <a:pt x="774" y="8382"/>
                    <a:pt x="822" y="8453"/>
                  </a:cubicBezTo>
                  <a:cubicBezTo>
                    <a:pt x="853" y="8499"/>
                    <a:pt x="903" y="8526"/>
                    <a:pt x="955" y="8526"/>
                  </a:cubicBezTo>
                  <a:cubicBezTo>
                    <a:pt x="983" y="8526"/>
                    <a:pt x="1011" y="8518"/>
                    <a:pt x="1036" y="8501"/>
                  </a:cubicBezTo>
                  <a:cubicBezTo>
                    <a:pt x="4287" y="6477"/>
                    <a:pt x="9418" y="3381"/>
                    <a:pt x="10716" y="2798"/>
                  </a:cubicBezTo>
                  <a:lnTo>
                    <a:pt x="10716" y="2798"/>
                  </a:lnTo>
                  <a:cubicBezTo>
                    <a:pt x="10418" y="3060"/>
                    <a:pt x="10109" y="3310"/>
                    <a:pt x="9776" y="3536"/>
                  </a:cubicBezTo>
                  <a:cubicBezTo>
                    <a:pt x="9144" y="3905"/>
                    <a:pt x="8299" y="4441"/>
                    <a:pt x="7239" y="5155"/>
                  </a:cubicBezTo>
                  <a:cubicBezTo>
                    <a:pt x="5966" y="5929"/>
                    <a:pt x="4584" y="6727"/>
                    <a:pt x="3418" y="7405"/>
                  </a:cubicBezTo>
                  <a:cubicBezTo>
                    <a:pt x="1751" y="8370"/>
                    <a:pt x="953" y="8918"/>
                    <a:pt x="1024" y="9037"/>
                  </a:cubicBezTo>
                  <a:cubicBezTo>
                    <a:pt x="1060" y="9096"/>
                    <a:pt x="1108" y="9132"/>
                    <a:pt x="1179" y="9156"/>
                  </a:cubicBezTo>
                  <a:cubicBezTo>
                    <a:pt x="1198" y="9159"/>
                    <a:pt x="1219" y="9161"/>
                    <a:pt x="1242" y="9161"/>
                  </a:cubicBezTo>
                  <a:cubicBezTo>
                    <a:pt x="1432" y="9161"/>
                    <a:pt x="1750" y="9028"/>
                    <a:pt x="2239" y="8763"/>
                  </a:cubicBezTo>
                  <a:lnTo>
                    <a:pt x="2239" y="8763"/>
                  </a:lnTo>
                  <a:cubicBezTo>
                    <a:pt x="858" y="9632"/>
                    <a:pt x="882" y="9668"/>
                    <a:pt x="965" y="9810"/>
                  </a:cubicBezTo>
                  <a:cubicBezTo>
                    <a:pt x="977" y="9846"/>
                    <a:pt x="1013" y="9870"/>
                    <a:pt x="1060" y="9882"/>
                  </a:cubicBezTo>
                  <a:cubicBezTo>
                    <a:pt x="1075" y="9887"/>
                    <a:pt x="1090" y="9890"/>
                    <a:pt x="1105" y="9890"/>
                  </a:cubicBezTo>
                  <a:cubicBezTo>
                    <a:pt x="1127" y="9890"/>
                    <a:pt x="1151" y="9884"/>
                    <a:pt x="1179" y="9870"/>
                  </a:cubicBezTo>
                  <a:cubicBezTo>
                    <a:pt x="3096" y="8751"/>
                    <a:pt x="7085" y="6417"/>
                    <a:pt x="9621" y="4953"/>
                  </a:cubicBezTo>
                  <a:lnTo>
                    <a:pt x="9621" y="4953"/>
                  </a:lnTo>
                  <a:cubicBezTo>
                    <a:pt x="8442" y="5703"/>
                    <a:pt x="6942" y="6608"/>
                    <a:pt x="5692" y="7358"/>
                  </a:cubicBezTo>
                  <a:cubicBezTo>
                    <a:pt x="4572" y="8036"/>
                    <a:pt x="3513" y="8667"/>
                    <a:pt x="2751" y="9156"/>
                  </a:cubicBezTo>
                  <a:cubicBezTo>
                    <a:pt x="2334" y="9406"/>
                    <a:pt x="2036" y="9608"/>
                    <a:pt x="1834" y="9751"/>
                  </a:cubicBezTo>
                  <a:cubicBezTo>
                    <a:pt x="1560" y="9941"/>
                    <a:pt x="1382" y="10060"/>
                    <a:pt x="1477" y="10215"/>
                  </a:cubicBezTo>
                  <a:cubicBezTo>
                    <a:pt x="1501" y="10275"/>
                    <a:pt x="1548" y="10311"/>
                    <a:pt x="1608" y="10322"/>
                  </a:cubicBezTo>
                  <a:cubicBezTo>
                    <a:pt x="1627" y="10327"/>
                    <a:pt x="1649" y="10330"/>
                    <a:pt x="1674" y="10330"/>
                  </a:cubicBezTo>
                  <a:cubicBezTo>
                    <a:pt x="1773" y="10330"/>
                    <a:pt x="1917" y="10291"/>
                    <a:pt x="2108" y="10215"/>
                  </a:cubicBezTo>
                  <a:lnTo>
                    <a:pt x="2108" y="10215"/>
                  </a:lnTo>
                  <a:cubicBezTo>
                    <a:pt x="2001" y="10311"/>
                    <a:pt x="1905" y="10418"/>
                    <a:pt x="1858" y="10549"/>
                  </a:cubicBezTo>
                  <a:cubicBezTo>
                    <a:pt x="1834" y="10620"/>
                    <a:pt x="1834" y="10680"/>
                    <a:pt x="1870" y="10739"/>
                  </a:cubicBezTo>
                  <a:cubicBezTo>
                    <a:pt x="1901" y="10794"/>
                    <a:pt x="1953" y="10823"/>
                    <a:pt x="2005" y="10823"/>
                  </a:cubicBezTo>
                  <a:cubicBezTo>
                    <a:pt x="2032" y="10823"/>
                    <a:pt x="2060" y="10815"/>
                    <a:pt x="2084" y="10799"/>
                  </a:cubicBezTo>
                  <a:cubicBezTo>
                    <a:pt x="5370" y="8846"/>
                    <a:pt x="10085" y="6084"/>
                    <a:pt x="11788" y="5143"/>
                  </a:cubicBezTo>
                  <a:lnTo>
                    <a:pt x="11788" y="5143"/>
                  </a:lnTo>
                  <a:cubicBezTo>
                    <a:pt x="10240" y="6370"/>
                    <a:pt x="5120" y="9406"/>
                    <a:pt x="1739" y="11334"/>
                  </a:cubicBezTo>
                  <a:cubicBezTo>
                    <a:pt x="1703" y="11358"/>
                    <a:pt x="1679" y="11382"/>
                    <a:pt x="1667" y="11430"/>
                  </a:cubicBezTo>
                  <a:cubicBezTo>
                    <a:pt x="1655" y="11465"/>
                    <a:pt x="1667" y="11513"/>
                    <a:pt x="1679" y="11549"/>
                  </a:cubicBezTo>
                  <a:cubicBezTo>
                    <a:pt x="1715" y="11596"/>
                    <a:pt x="1763" y="11632"/>
                    <a:pt x="1822" y="11644"/>
                  </a:cubicBezTo>
                  <a:cubicBezTo>
                    <a:pt x="1839" y="11649"/>
                    <a:pt x="1858" y="11651"/>
                    <a:pt x="1880" y="11651"/>
                  </a:cubicBezTo>
                  <a:cubicBezTo>
                    <a:pt x="2016" y="11651"/>
                    <a:pt x="2259" y="11557"/>
                    <a:pt x="2608" y="11382"/>
                  </a:cubicBezTo>
                  <a:lnTo>
                    <a:pt x="2608" y="11382"/>
                  </a:lnTo>
                  <a:cubicBezTo>
                    <a:pt x="1846" y="11930"/>
                    <a:pt x="1905" y="12025"/>
                    <a:pt x="1965" y="12144"/>
                  </a:cubicBezTo>
                  <a:cubicBezTo>
                    <a:pt x="1989" y="12180"/>
                    <a:pt x="2036" y="12216"/>
                    <a:pt x="2084" y="12227"/>
                  </a:cubicBezTo>
                  <a:cubicBezTo>
                    <a:pt x="2093" y="12229"/>
                    <a:pt x="2103" y="12230"/>
                    <a:pt x="2114" y="12230"/>
                  </a:cubicBezTo>
                  <a:cubicBezTo>
                    <a:pt x="2250" y="12230"/>
                    <a:pt x="2555" y="12087"/>
                    <a:pt x="3239" y="11668"/>
                  </a:cubicBezTo>
                  <a:lnTo>
                    <a:pt x="3239" y="11668"/>
                  </a:lnTo>
                  <a:cubicBezTo>
                    <a:pt x="2096" y="12418"/>
                    <a:pt x="1953" y="12632"/>
                    <a:pt x="2048" y="12799"/>
                  </a:cubicBezTo>
                  <a:cubicBezTo>
                    <a:pt x="2084" y="12847"/>
                    <a:pt x="2144" y="12894"/>
                    <a:pt x="2203" y="12906"/>
                  </a:cubicBezTo>
                  <a:cubicBezTo>
                    <a:pt x="2220" y="12910"/>
                    <a:pt x="2239" y="12912"/>
                    <a:pt x="2261" y="12912"/>
                  </a:cubicBezTo>
                  <a:cubicBezTo>
                    <a:pt x="2582" y="12912"/>
                    <a:pt x="3461" y="12502"/>
                    <a:pt x="4977" y="11632"/>
                  </a:cubicBezTo>
                  <a:lnTo>
                    <a:pt x="4977" y="11632"/>
                  </a:lnTo>
                  <a:lnTo>
                    <a:pt x="4572" y="11894"/>
                  </a:lnTo>
                  <a:cubicBezTo>
                    <a:pt x="3799" y="12358"/>
                    <a:pt x="3048" y="12811"/>
                    <a:pt x="2370" y="13204"/>
                  </a:cubicBezTo>
                  <a:cubicBezTo>
                    <a:pt x="2298" y="13251"/>
                    <a:pt x="2275" y="13347"/>
                    <a:pt x="2322" y="13418"/>
                  </a:cubicBezTo>
                  <a:cubicBezTo>
                    <a:pt x="2346" y="13454"/>
                    <a:pt x="2382" y="13478"/>
                    <a:pt x="2417" y="13489"/>
                  </a:cubicBezTo>
                  <a:cubicBezTo>
                    <a:pt x="2432" y="13492"/>
                    <a:pt x="2445" y="13495"/>
                    <a:pt x="2461" y="13495"/>
                  </a:cubicBezTo>
                  <a:cubicBezTo>
                    <a:pt x="2575" y="13495"/>
                    <a:pt x="2832" y="13353"/>
                    <a:pt x="4799" y="12108"/>
                  </a:cubicBezTo>
                  <a:cubicBezTo>
                    <a:pt x="5727" y="11549"/>
                    <a:pt x="6847" y="10870"/>
                    <a:pt x="7942" y="10180"/>
                  </a:cubicBezTo>
                  <a:cubicBezTo>
                    <a:pt x="8775" y="9656"/>
                    <a:pt x="9478" y="9215"/>
                    <a:pt x="10073" y="8834"/>
                  </a:cubicBezTo>
                  <a:cubicBezTo>
                    <a:pt x="10811" y="8394"/>
                    <a:pt x="11478" y="8025"/>
                    <a:pt x="11966" y="7775"/>
                  </a:cubicBezTo>
                  <a:lnTo>
                    <a:pt x="11966" y="7775"/>
                  </a:lnTo>
                  <a:cubicBezTo>
                    <a:pt x="10192" y="8941"/>
                    <a:pt x="5858" y="11727"/>
                    <a:pt x="2775" y="13692"/>
                  </a:cubicBezTo>
                  <a:cubicBezTo>
                    <a:pt x="2703" y="13740"/>
                    <a:pt x="2679" y="13823"/>
                    <a:pt x="2727" y="13894"/>
                  </a:cubicBezTo>
                  <a:cubicBezTo>
                    <a:pt x="2751" y="13954"/>
                    <a:pt x="2798" y="13990"/>
                    <a:pt x="2858" y="14001"/>
                  </a:cubicBezTo>
                  <a:cubicBezTo>
                    <a:pt x="2878" y="14006"/>
                    <a:pt x="2900" y="14009"/>
                    <a:pt x="2926" y="14009"/>
                  </a:cubicBezTo>
                  <a:cubicBezTo>
                    <a:pt x="3085" y="14009"/>
                    <a:pt x="3361" y="13913"/>
                    <a:pt x="3751" y="13728"/>
                  </a:cubicBezTo>
                  <a:lnTo>
                    <a:pt x="3751" y="13728"/>
                  </a:lnTo>
                  <a:cubicBezTo>
                    <a:pt x="2763" y="14335"/>
                    <a:pt x="2751" y="14430"/>
                    <a:pt x="2846" y="14573"/>
                  </a:cubicBezTo>
                  <a:cubicBezTo>
                    <a:pt x="2870" y="14621"/>
                    <a:pt x="2906" y="14644"/>
                    <a:pt x="2941" y="14656"/>
                  </a:cubicBezTo>
                  <a:cubicBezTo>
                    <a:pt x="2953" y="14659"/>
                    <a:pt x="2964" y="14661"/>
                    <a:pt x="2977" y="14661"/>
                  </a:cubicBezTo>
                  <a:cubicBezTo>
                    <a:pt x="3081" y="14661"/>
                    <a:pt x="3335" y="14509"/>
                    <a:pt x="5549" y="13132"/>
                  </a:cubicBezTo>
                  <a:cubicBezTo>
                    <a:pt x="7478" y="11930"/>
                    <a:pt x="10871" y="9822"/>
                    <a:pt x="12002" y="9310"/>
                  </a:cubicBezTo>
                  <a:lnTo>
                    <a:pt x="12002" y="9310"/>
                  </a:lnTo>
                  <a:cubicBezTo>
                    <a:pt x="10871" y="10275"/>
                    <a:pt x="6144" y="13180"/>
                    <a:pt x="3096" y="14990"/>
                  </a:cubicBezTo>
                  <a:cubicBezTo>
                    <a:pt x="3025" y="15037"/>
                    <a:pt x="3001" y="15121"/>
                    <a:pt x="3037" y="15204"/>
                  </a:cubicBezTo>
                  <a:cubicBezTo>
                    <a:pt x="3060" y="15252"/>
                    <a:pt x="3108" y="15287"/>
                    <a:pt x="3168" y="15299"/>
                  </a:cubicBezTo>
                  <a:cubicBezTo>
                    <a:pt x="3184" y="15302"/>
                    <a:pt x="3202" y="15305"/>
                    <a:pt x="3229" y="15305"/>
                  </a:cubicBezTo>
                  <a:cubicBezTo>
                    <a:pt x="3338" y="15305"/>
                    <a:pt x="3584" y="15250"/>
                    <a:pt x="4370" y="14847"/>
                  </a:cubicBezTo>
                  <a:lnTo>
                    <a:pt x="4370" y="14847"/>
                  </a:lnTo>
                  <a:lnTo>
                    <a:pt x="3489" y="15418"/>
                  </a:lnTo>
                  <a:lnTo>
                    <a:pt x="2906" y="15787"/>
                  </a:lnTo>
                  <a:cubicBezTo>
                    <a:pt x="2644" y="15966"/>
                    <a:pt x="2572" y="16014"/>
                    <a:pt x="2656" y="16145"/>
                  </a:cubicBezTo>
                  <a:cubicBezTo>
                    <a:pt x="2679" y="16180"/>
                    <a:pt x="2715" y="16216"/>
                    <a:pt x="2763" y="16228"/>
                  </a:cubicBezTo>
                  <a:cubicBezTo>
                    <a:pt x="2775" y="16230"/>
                    <a:pt x="2788" y="16232"/>
                    <a:pt x="2803" y="16232"/>
                  </a:cubicBezTo>
                  <a:cubicBezTo>
                    <a:pt x="2993" y="16232"/>
                    <a:pt x="3428" y="16010"/>
                    <a:pt x="4489" y="15347"/>
                  </a:cubicBezTo>
                  <a:lnTo>
                    <a:pt x="4489" y="15347"/>
                  </a:lnTo>
                  <a:cubicBezTo>
                    <a:pt x="3382" y="16085"/>
                    <a:pt x="3358" y="16228"/>
                    <a:pt x="3441" y="16371"/>
                  </a:cubicBezTo>
                  <a:cubicBezTo>
                    <a:pt x="3465" y="16418"/>
                    <a:pt x="3513" y="16454"/>
                    <a:pt x="3572" y="16466"/>
                  </a:cubicBezTo>
                  <a:cubicBezTo>
                    <a:pt x="3589" y="16470"/>
                    <a:pt x="3607" y="16473"/>
                    <a:pt x="3627" y="16473"/>
                  </a:cubicBezTo>
                  <a:cubicBezTo>
                    <a:pt x="3771" y="16473"/>
                    <a:pt x="4022" y="16362"/>
                    <a:pt x="4418" y="16133"/>
                  </a:cubicBezTo>
                  <a:lnTo>
                    <a:pt x="4418" y="16133"/>
                  </a:lnTo>
                  <a:cubicBezTo>
                    <a:pt x="4132" y="16383"/>
                    <a:pt x="4084" y="16537"/>
                    <a:pt x="4156" y="16657"/>
                  </a:cubicBezTo>
                  <a:cubicBezTo>
                    <a:pt x="4179" y="16703"/>
                    <a:pt x="4227" y="16729"/>
                    <a:pt x="4277" y="16729"/>
                  </a:cubicBezTo>
                  <a:cubicBezTo>
                    <a:pt x="4305" y="16729"/>
                    <a:pt x="4333" y="16721"/>
                    <a:pt x="4358" y="16704"/>
                  </a:cubicBezTo>
                  <a:lnTo>
                    <a:pt x="8323" y="14418"/>
                  </a:lnTo>
                  <a:lnTo>
                    <a:pt x="8323" y="14418"/>
                  </a:lnTo>
                  <a:cubicBezTo>
                    <a:pt x="5311" y="16466"/>
                    <a:pt x="5334" y="16502"/>
                    <a:pt x="5430" y="16680"/>
                  </a:cubicBezTo>
                  <a:cubicBezTo>
                    <a:pt x="5465" y="16740"/>
                    <a:pt x="5513" y="16776"/>
                    <a:pt x="5573" y="16788"/>
                  </a:cubicBezTo>
                  <a:cubicBezTo>
                    <a:pt x="5588" y="16791"/>
                    <a:pt x="5604" y="16792"/>
                    <a:pt x="5622" y="16792"/>
                  </a:cubicBezTo>
                  <a:cubicBezTo>
                    <a:pt x="5931" y="16792"/>
                    <a:pt x="6675" y="16310"/>
                    <a:pt x="8216" y="15264"/>
                  </a:cubicBezTo>
                  <a:cubicBezTo>
                    <a:pt x="8442" y="15109"/>
                    <a:pt x="8680" y="14954"/>
                    <a:pt x="8918" y="14787"/>
                  </a:cubicBezTo>
                  <a:lnTo>
                    <a:pt x="8918" y="14787"/>
                  </a:lnTo>
                  <a:lnTo>
                    <a:pt x="8502" y="15085"/>
                  </a:lnTo>
                  <a:cubicBezTo>
                    <a:pt x="7120" y="16085"/>
                    <a:pt x="6466" y="16633"/>
                    <a:pt x="6525" y="16752"/>
                  </a:cubicBezTo>
                  <a:cubicBezTo>
                    <a:pt x="6561" y="16788"/>
                    <a:pt x="6597" y="16823"/>
                    <a:pt x="6656" y="16835"/>
                  </a:cubicBezTo>
                  <a:cubicBezTo>
                    <a:pt x="6671" y="16838"/>
                    <a:pt x="6687" y="16840"/>
                    <a:pt x="6704" y="16840"/>
                  </a:cubicBezTo>
                  <a:cubicBezTo>
                    <a:pt x="6941" y="16840"/>
                    <a:pt x="7452" y="16526"/>
                    <a:pt x="8883" y="15561"/>
                  </a:cubicBezTo>
                  <a:cubicBezTo>
                    <a:pt x="9144" y="15394"/>
                    <a:pt x="9442" y="15192"/>
                    <a:pt x="9716" y="15013"/>
                  </a:cubicBezTo>
                  <a:lnTo>
                    <a:pt x="9716" y="15013"/>
                  </a:lnTo>
                  <a:cubicBezTo>
                    <a:pt x="7966" y="16442"/>
                    <a:pt x="7978" y="16478"/>
                    <a:pt x="8073" y="16633"/>
                  </a:cubicBezTo>
                  <a:cubicBezTo>
                    <a:pt x="8097" y="16668"/>
                    <a:pt x="8132" y="16692"/>
                    <a:pt x="8180" y="16704"/>
                  </a:cubicBezTo>
                  <a:cubicBezTo>
                    <a:pt x="8189" y="16709"/>
                    <a:pt x="8201" y="16714"/>
                    <a:pt x="8221" y="16714"/>
                  </a:cubicBezTo>
                  <a:cubicBezTo>
                    <a:pt x="8303" y="16714"/>
                    <a:pt x="8521" y="16636"/>
                    <a:pt x="9275" y="16168"/>
                  </a:cubicBezTo>
                  <a:lnTo>
                    <a:pt x="9275" y="16168"/>
                  </a:lnTo>
                  <a:cubicBezTo>
                    <a:pt x="8847" y="16668"/>
                    <a:pt x="8871" y="16716"/>
                    <a:pt x="8930" y="16811"/>
                  </a:cubicBezTo>
                  <a:cubicBezTo>
                    <a:pt x="8942" y="16847"/>
                    <a:pt x="8978" y="16883"/>
                    <a:pt x="9025" y="16895"/>
                  </a:cubicBezTo>
                  <a:lnTo>
                    <a:pt x="9061" y="16895"/>
                  </a:lnTo>
                  <a:lnTo>
                    <a:pt x="9061" y="16907"/>
                  </a:lnTo>
                  <a:cubicBezTo>
                    <a:pt x="9085" y="16907"/>
                    <a:pt x="9109" y="16907"/>
                    <a:pt x="9133" y="16895"/>
                  </a:cubicBezTo>
                  <a:cubicBezTo>
                    <a:pt x="9811" y="16478"/>
                    <a:pt x="10585" y="16026"/>
                    <a:pt x="10716" y="15966"/>
                  </a:cubicBezTo>
                  <a:cubicBezTo>
                    <a:pt x="10740" y="15966"/>
                    <a:pt x="10752" y="15954"/>
                    <a:pt x="10764" y="15942"/>
                  </a:cubicBezTo>
                  <a:lnTo>
                    <a:pt x="10776" y="15942"/>
                  </a:lnTo>
                  <a:cubicBezTo>
                    <a:pt x="10847" y="15906"/>
                    <a:pt x="10871" y="15811"/>
                    <a:pt x="10823" y="15728"/>
                  </a:cubicBezTo>
                  <a:cubicBezTo>
                    <a:pt x="10799" y="15692"/>
                    <a:pt x="10764" y="15668"/>
                    <a:pt x="10728" y="15656"/>
                  </a:cubicBezTo>
                  <a:cubicBezTo>
                    <a:pt x="10718" y="15655"/>
                    <a:pt x="10708" y="15653"/>
                    <a:pt x="10697" y="15653"/>
                  </a:cubicBezTo>
                  <a:cubicBezTo>
                    <a:pt x="10630" y="15653"/>
                    <a:pt x="10495" y="15713"/>
                    <a:pt x="9680" y="16192"/>
                  </a:cubicBezTo>
                  <a:cubicBezTo>
                    <a:pt x="9811" y="16061"/>
                    <a:pt x="9954" y="15895"/>
                    <a:pt x="10133" y="15704"/>
                  </a:cubicBezTo>
                  <a:cubicBezTo>
                    <a:pt x="10347" y="15478"/>
                    <a:pt x="10371" y="15454"/>
                    <a:pt x="10311" y="15347"/>
                  </a:cubicBezTo>
                  <a:lnTo>
                    <a:pt x="10299" y="15347"/>
                  </a:lnTo>
                  <a:cubicBezTo>
                    <a:pt x="10269" y="15301"/>
                    <a:pt x="10218" y="15274"/>
                    <a:pt x="10167" y="15274"/>
                  </a:cubicBezTo>
                  <a:cubicBezTo>
                    <a:pt x="10139" y="15274"/>
                    <a:pt x="10110" y="15282"/>
                    <a:pt x="10085" y="15299"/>
                  </a:cubicBezTo>
                  <a:cubicBezTo>
                    <a:pt x="9787" y="15490"/>
                    <a:pt x="9478" y="15692"/>
                    <a:pt x="9192" y="15871"/>
                  </a:cubicBezTo>
                  <a:cubicBezTo>
                    <a:pt x="9537" y="15573"/>
                    <a:pt x="9930" y="15252"/>
                    <a:pt x="10216" y="15025"/>
                  </a:cubicBezTo>
                  <a:cubicBezTo>
                    <a:pt x="10835" y="14513"/>
                    <a:pt x="11121" y="14228"/>
                    <a:pt x="11073" y="14132"/>
                  </a:cubicBezTo>
                  <a:cubicBezTo>
                    <a:pt x="11049" y="14097"/>
                    <a:pt x="11002" y="14061"/>
                    <a:pt x="10942" y="14049"/>
                  </a:cubicBezTo>
                  <a:cubicBezTo>
                    <a:pt x="10928" y="14045"/>
                    <a:pt x="10912" y="14044"/>
                    <a:pt x="10894" y="14044"/>
                  </a:cubicBezTo>
                  <a:cubicBezTo>
                    <a:pt x="10679" y="14044"/>
                    <a:pt x="10208" y="14320"/>
                    <a:pt x="8966" y="15144"/>
                  </a:cubicBezTo>
                  <a:cubicBezTo>
                    <a:pt x="10811" y="13811"/>
                    <a:pt x="10811" y="13799"/>
                    <a:pt x="10716" y="13644"/>
                  </a:cubicBezTo>
                  <a:cubicBezTo>
                    <a:pt x="10692" y="13597"/>
                    <a:pt x="10645" y="13561"/>
                    <a:pt x="10585" y="13549"/>
                  </a:cubicBezTo>
                  <a:cubicBezTo>
                    <a:pt x="10570" y="13546"/>
                    <a:pt x="10553" y="13544"/>
                    <a:pt x="10534" y="13544"/>
                  </a:cubicBezTo>
                  <a:cubicBezTo>
                    <a:pt x="10240" y="13544"/>
                    <a:pt x="9550" y="13995"/>
                    <a:pt x="8037" y="15025"/>
                  </a:cubicBezTo>
                  <a:cubicBezTo>
                    <a:pt x="7728" y="15228"/>
                    <a:pt x="7370" y="15466"/>
                    <a:pt x="7037" y="15692"/>
                  </a:cubicBezTo>
                  <a:cubicBezTo>
                    <a:pt x="7763" y="15180"/>
                    <a:pt x="8656" y="14585"/>
                    <a:pt x="9359" y="14109"/>
                  </a:cubicBezTo>
                  <a:cubicBezTo>
                    <a:pt x="9966" y="13692"/>
                    <a:pt x="10538" y="13311"/>
                    <a:pt x="10942" y="13025"/>
                  </a:cubicBezTo>
                  <a:cubicBezTo>
                    <a:pt x="11169" y="12870"/>
                    <a:pt x="11323" y="12763"/>
                    <a:pt x="11442" y="12680"/>
                  </a:cubicBezTo>
                  <a:cubicBezTo>
                    <a:pt x="11621" y="12549"/>
                    <a:pt x="11728" y="12466"/>
                    <a:pt x="11645" y="12335"/>
                  </a:cubicBezTo>
                  <a:cubicBezTo>
                    <a:pt x="11633" y="12299"/>
                    <a:pt x="11597" y="12275"/>
                    <a:pt x="11550" y="12263"/>
                  </a:cubicBezTo>
                  <a:cubicBezTo>
                    <a:pt x="11535" y="12258"/>
                    <a:pt x="11518" y="12255"/>
                    <a:pt x="11501" y="12255"/>
                  </a:cubicBezTo>
                  <a:cubicBezTo>
                    <a:pt x="11476" y="12255"/>
                    <a:pt x="11451" y="12261"/>
                    <a:pt x="11430" y="12275"/>
                  </a:cubicBezTo>
                  <a:lnTo>
                    <a:pt x="5894" y="15466"/>
                  </a:lnTo>
                  <a:cubicBezTo>
                    <a:pt x="6716" y="14942"/>
                    <a:pt x="7740" y="14323"/>
                    <a:pt x="8549" y="13835"/>
                  </a:cubicBezTo>
                  <a:cubicBezTo>
                    <a:pt x="11371" y="12132"/>
                    <a:pt x="11454" y="12025"/>
                    <a:pt x="11335" y="11823"/>
                  </a:cubicBezTo>
                  <a:cubicBezTo>
                    <a:pt x="11300" y="11763"/>
                    <a:pt x="11252" y="11727"/>
                    <a:pt x="11180" y="11715"/>
                  </a:cubicBezTo>
                  <a:cubicBezTo>
                    <a:pt x="11158" y="11710"/>
                    <a:pt x="11132" y="11707"/>
                    <a:pt x="11103" y="11707"/>
                  </a:cubicBezTo>
                  <a:cubicBezTo>
                    <a:pt x="11008" y="11707"/>
                    <a:pt x="10877" y="11738"/>
                    <a:pt x="10704" y="11811"/>
                  </a:cubicBezTo>
                  <a:cubicBezTo>
                    <a:pt x="11764" y="11132"/>
                    <a:pt x="11776" y="11073"/>
                    <a:pt x="11692" y="10930"/>
                  </a:cubicBezTo>
                  <a:cubicBezTo>
                    <a:pt x="11657" y="10870"/>
                    <a:pt x="11609" y="10834"/>
                    <a:pt x="11550" y="10822"/>
                  </a:cubicBezTo>
                  <a:cubicBezTo>
                    <a:pt x="11532" y="10818"/>
                    <a:pt x="11511" y="10815"/>
                    <a:pt x="11488" y="10815"/>
                  </a:cubicBezTo>
                  <a:cubicBezTo>
                    <a:pt x="11340" y="10815"/>
                    <a:pt x="11086" y="10911"/>
                    <a:pt x="10716" y="11096"/>
                  </a:cubicBezTo>
                  <a:cubicBezTo>
                    <a:pt x="11026" y="10894"/>
                    <a:pt x="11288" y="10727"/>
                    <a:pt x="11490" y="10584"/>
                  </a:cubicBezTo>
                  <a:cubicBezTo>
                    <a:pt x="11692" y="10441"/>
                    <a:pt x="11847" y="10334"/>
                    <a:pt x="11954" y="10263"/>
                  </a:cubicBezTo>
                  <a:cubicBezTo>
                    <a:pt x="12133" y="10144"/>
                    <a:pt x="12240" y="10060"/>
                    <a:pt x="12169" y="9930"/>
                  </a:cubicBezTo>
                  <a:lnTo>
                    <a:pt x="12157" y="9930"/>
                  </a:lnTo>
                  <a:cubicBezTo>
                    <a:pt x="12127" y="9878"/>
                    <a:pt x="12080" y="9854"/>
                    <a:pt x="12032" y="9854"/>
                  </a:cubicBezTo>
                  <a:cubicBezTo>
                    <a:pt x="12001" y="9854"/>
                    <a:pt x="11970" y="9864"/>
                    <a:pt x="11942" y="9882"/>
                  </a:cubicBezTo>
                  <a:cubicBezTo>
                    <a:pt x="10835" y="10596"/>
                    <a:pt x="9454" y="11465"/>
                    <a:pt x="8121" y="12287"/>
                  </a:cubicBezTo>
                  <a:cubicBezTo>
                    <a:pt x="12740" y="9394"/>
                    <a:pt x="12621" y="9179"/>
                    <a:pt x="12514" y="8989"/>
                  </a:cubicBezTo>
                  <a:cubicBezTo>
                    <a:pt x="12478" y="8941"/>
                    <a:pt x="12443" y="8918"/>
                    <a:pt x="12383" y="8906"/>
                  </a:cubicBezTo>
                  <a:cubicBezTo>
                    <a:pt x="12377" y="8900"/>
                    <a:pt x="12368" y="8897"/>
                    <a:pt x="12358" y="8897"/>
                  </a:cubicBezTo>
                  <a:cubicBezTo>
                    <a:pt x="12347" y="8897"/>
                    <a:pt x="12335" y="8900"/>
                    <a:pt x="12323" y="8906"/>
                  </a:cubicBezTo>
                  <a:cubicBezTo>
                    <a:pt x="13014" y="8394"/>
                    <a:pt x="13193" y="8120"/>
                    <a:pt x="13074" y="7917"/>
                  </a:cubicBezTo>
                  <a:cubicBezTo>
                    <a:pt x="13050" y="7882"/>
                    <a:pt x="13026" y="7858"/>
                    <a:pt x="12978" y="7846"/>
                  </a:cubicBezTo>
                  <a:cubicBezTo>
                    <a:pt x="12977" y="7846"/>
                    <a:pt x="12976" y="7846"/>
                    <a:pt x="12975" y="7846"/>
                  </a:cubicBezTo>
                  <a:cubicBezTo>
                    <a:pt x="12910" y="7846"/>
                    <a:pt x="12388" y="8144"/>
                    <a:pt x="11442" y="8751"/>
                  </a:cubicBezTo>
                  <a:cubicBezTo>
                    <a:pt x="9799" y="9787"/>
                    <a:pt x="6120" y="12120"/>
                    <a:pt x="4156" y="13180"/>
                  </a:cubicBezTo>
                  <a:cubicBezTo>
                    <a:pt x="5120" y="12561"/>
                    <a:pt x="6537" y="11656"/>
                    <a:pt x="7942" y="10751"/>
                  </a:cubicBezTo>
                  <a:cubicBezTo>
                    <a:pt x="9406" y="9810"/>
                    <a:pt x="10561" y="9060"/>
                    <a:pt x="11395" y="8513"/>
                  </a:cubicBezTo>
                  <a:cubicBezTo>
                    <a:pt x="12514" y="7786"/>
                    <a:pt x="13050" y="7358"/>
                    <a:pt x="12978" y="7251"/>
                  </a:cubicBezTo>
                  <a:cubicBezTo>
                    <a:pt x="12954" y="7203"/>
                    <a:pt x="12907" y="7167"/>
                    <a:pt x="12847" y="7155"/>
                  </a:cubicBezTo>
                  <a:cubicBezTo>
                    <a:pt x="12825" y="7153"/>
                    <a:pt x="12802" y="7152"/>
                    <a:pt x="12779" y="7152"/>
                  </a:cubicBezTo>
                  <a:cubicBezTo>
                    <a:pt x="12668" y="7152"/>
                    <a:pt x="12553" y="7175"/>
                    <a:pt x="12454" y="7215"/>
                  </a:cubicBezTo>
                  <a:cubicBezTo>
                    <a:pt x="13312" y="6584"/>
                    <a:pt x="13252" y="6465"/>
                    <a:pt x="13181" y="6358"/>
                  </a:cubicBezTo>
                  <a:cubicBezTo>
                    <a:pt x="13169" y="6322"/>
                    <a:pt x="13133" y="6298"/>
                    <a:pt x="13085" y="6286"/>
                  </a:cubicBezTo>
                  <a:cubicBezTo>
                    <a:pt x="13084" y="6286"/>
                    <a:pt x="13082" y="6286"/>
                    <a:pt x="13079" y="6286"/>
                  </a:cubicBezTo>
                  <a:cubicBezTo>
                    <a:pt x="13017" y="6286"/>
                    <a:pt x="12734" y="6441"/>
                    <a:pt x="12240" y="6762"/>
                  </a:cubicBezTo>
                  <a:cubicBezTo>
                    <a:pt x="11109" y="7489"/>
                    <a:pt x="8752" y="9001"/>
                    <a:pt x="6608" y="10299"/>
                  </a:cubicBezTo>
                  <a:cubicBezTo>
                    <a:pt x="3989" y="11882"/>
                    <a:pt x="2929" y="12394"/>
                    <a:pt x="2513" y="12549"/>
                  </a:cubicBezTo>
                  <a:cubicBezTo>
                    <a:pt x="3275" y="11918"/>
                    <a:pt x="6096" y="10251"/>
                    <a:pt x="8228" y="8989"/>
                  </a:cubicBezTo>
                  <a:cubicBezTo>
                    <a:pt x="13312" y="5977"/>
                    <a:pt x="13455" y="5822"/>
                    <a:pt x="13312" y="5572"/>
                  </a:cubicBezTo>
                  <a:cubicBezTo>
                    <a:pt x="13276" y="5512"/>
                    <a:pt x="13216" y="5465"/>
                    <a:pt x="13145" y="5453"/>
                  </a:cubicBezTo>
                  <a:cubicBezTo>
                    <a:pt x="13122" y="5448"/>
                    <a:pt x="13097" y="5446"/>
                    <a:pt x="13070" y="5446"/>
                  </a:cubicBezTo>
                  <a:cubicBezTo>
                    <a:pt x="12880" y="5446"/>
                    <a:pt x="12571" y="5553"/>
                    <a:pt x="12145" y="5750"/>
                  </a:cubicBezTo>
                  <a:lnTo>
                    <a:pt x="12204" y="5715"/>
                  </a:lnTo>
                  <a:cubicBezTo>
                    <a:pt x="12526" y="5512"/>
                    <a:pt x="12752" y="5369"/>
                    <a:pt x="12907" y="5262"/>
                  </a:cubicBezTo>
                  <a:cubicBezTo>
                    <a:pt x="13169" y="5096"/>
                    <a:pt x="13276" y="5024"/>
                    <a:pt x="13193" y="4869"/>
                  </a:cubicBezTo>
                  <a:cubicBezTo>
                    <a:pt x="13169" y="4822"/>
                    <a:pt x="13121" y="4786"/>
                    <a:pt x="13074" y="4774"/>
                  </a:cubicBezTo>
                  <a:cubicBezTo>
                    <a:pt x="13059" y="4771"/>
                    <a:pt x="13043" y="4770"/>
                    <a:pt x="13025" y="4770"/>
                  </a:cubicBezTo>
                  <a:cubicBezTo>
                    <a:pt x="12899" y="4770"/>
                    <a:pt x="12696" y="4844"/>
                    <a:pt x="12383" y="5000"/>
                  </a:cubicBezTo>
                  <a:cubicBezTo>
                    <a:pt x="12454" y="4941"/>
                    <a:pt x="12514" y="4846"/>
                    <a:pt x="12550" y="4750"/>
                  </a:cubicBezTo>
                  <a:cubicBezTo>
                    <a:pt x="12562" y="4691"/>
                    <a:pt x="12562" y="4619"/>
                    <a:pt x="12526" y="4572"/>
                  </a:cubicBezTo>
                  <a:cubicBezTo>
                    <a:pt x="12502" y="4536"/>
                    <a:pt x="12466" y="4500"/>
                    <a:pt x="12431" y="4488"/>
                  </a:cubicBezTo>
                  <a:cubicBezTo>
                    <a:pt x="12422" y="4486"/>
                    <a:pt x="12414" y="4484"/>
                    <a:pt x="12402" y="4484"/>
                  </a:cubicBezTo>
                  <a:cubicBezTo>
                    <a:pt x="12281" y="4484"/>
                    <a:pt x="11794" y="4709"/>
                    <a:pt x="7049" y="7489"/>
                  </a:cubicBezTo>
                  <a:cubicBezTo>
                    <a:pt x="5394" y="8453"/>
                    <a:pt x="3751" y="9429"/>
                    <a:pt x="2775" y="10001"/>
                  </a:cubicBezTo>
                  <a:cubicBezTo>
                    <a:pt x="3013" y="9822"/>
                    <a:pt x="3310" y="9608"/>
                    <a:pt x="3656" y="9382"/>
                  </a:cubicBezTo>
                  <a:cubicBezTo>
                    <a:pt x="4739" y="8739"/>
                    <a:pt x="6287" y="7775"/>
                    <a:pt x="8418" y="6429"/>
                  </a:cubicBezTo>
                  <a:lnTo>
                    <a:pt x="9502" y="5750"/>
                  </a:lnTo>
                  <a:cubicBezTo>
                    <a:pt x="10538" y="5131"/>
                    <a:pt x="11621" y="4512"/>
                    <a:pt x="12681" y="3905"/>
                  </a:cubicBezTo>
                  <a:cubicBezTo>
                    <a:pt x="12716" y="3893"/>
                    <a:pt x="12740" y="3857"/>
                    <a:pt x="12752" y="3810"/>
                  </a:cubicBezTo>
                  <a:cubicBezTo>
                    <a:pt x="12764" y="3774"/>
                    <a:pt x="12764" y="3726"/>
                    <a:pt x="12740" y="3691"/>
                  </a:cubicBezTo>
                  <a:cubicBezTo>
                    <a:pt x="12716" y="3655"/>
                    <a:pt x="12681" y="3631"/>
                    <a:pt x="12633" y="3619"/>
                  </a:cubicBezTo>
                  <a:cubicBezTo>
                    <a:pt x="12620" y="3616"/>
                    <a:pt x="12606" y="3614"/>
                    <a:pt x="12589" y="3614"/>
                  </a:cubicBezTo>
                  <a:cubicBezTo>
                    <a:pt x="12388" y="3614"/>
                    <a:pt x="11874" y="3897"/>
                    <a:pt x="10192" y="4941"/>
                  </a:cubicBezTo>
                  <a:cubicBezTo>
                    <a:pt x="10740" y="4596"/>
                    <a:pt x="11145" y="4322"/>
                    <a:pt x="11430" y="4107"/>
                  </a:cubicBezTo>
                  <a:cubicBezTo>
                    <a:pt x="11883" y="3786"/>
                    <a:pt x="12073" y="3607"/>
                    <a:pt x="11966" y="3441"/>
                  </a:cubicBezTo>
                  <a:cubicBezTo>
                    <a:pt x="11942" y="3405"/>
                    <a:pt x="11907" y="3381"/>
                    <a:pt x="11871" y="3369"/>
                  </a:cubicBezTo>
                  <a:cubicBezTo>
                    <a:pt x="11862" y="3367"/>
                    <a:pt x="11854" y="3364"/>
                    <a:pt x="11843" y="3364"/>
                  </a:cubicBezTo>
                  <a:cubicBezTo>
                    <a:pt x="11746" y="3364"/>
                    <a:pt x="11418" y="3535"/>
                    <a:pt x="8490" y="5238"/>
                  </a:cubicBezTo>
                  <a:cubicBezTo>
                    <a:pt x="11573" y="3286"/>
                    <a:pt x="11526" y="3191"/>
                    <a:pt x="11419" y="3012"/>
                  </a:cubicBezTo>
                  <a:cubicBezTo>
                    <a:pt x="11383" y="2952"/>
                    <a:pt x="11323" y="2905"/>
                    <a:pt x="11252" y="2893"/>
                  </a:cubicBezTo>
                  <a:cubicBezTo>
                    <a:pt x="11230" y="2890"/>
                    <a:pt x="11207" y="2888"/>
                    <a:pt x="11185" y="2888"/>
                  </a:cubicBezTo>
                  <a:cubicBezTo>
                    <a:pt x="11124" y="2888"/>
                    <a:pt x="11063" y="2899"/>
                    <a:pt x="11002" y="2917"/>
                  </a:cubicBezTo>
                  <a:cubicBezTo>
                    <a:pt x="11216" y="2679"/>
                    <a:pt x="11192" y="2560"/>
                    <a:pt x="11145" y="2464"/>
                  </a:cubicBezTo>
                  <a:cubicBezTo>
                    <a:pt x="11121" y="2429"/>
                    <a:pt x="11073" y="2393"/>
                    <a:pt x="11026" y="2381"/>
                  </a:cubicBezTo>
                  <a:cubicBezTo>
                    <a:pt x="11011" y="2377"/>
                    <a:pt x="10995" y="2373"/>
                    <a:pt x="10972" y="2373"/>
                  </a:cubicBezTo>
                  <a:cubicBezTo>
                    <a:pt x="10862" y="2373"/>
                    <a:pt x="10585" y="2464"/>
                    <a:pt x="9478" y="3072"/>
                  </a:cubicBezTo>
                  <a:cubicBezTo>
                    <a:pt x="10430" y="2452"/>
                    <a:pt x="10847" y="2179"/>
                    <a:pt x="11014" y="2036"/>
                  </a:cubicBezTo>
                  <a:cubicBezTo>
                    <a:pt x="11133" y="1929"/>
                    <a:pt x="11109" y="1881"/>
                    <a:pt x="11073" y="1821"/>
                  </a:cubicBezTo>
                  <a:cubicBezTo>
                    <a:pt x="11049" y="1786"/>
                    <a:pt x="11014" y="1750"/>
                    <a:pt x="10978" y="1750"/>
                  </a:cubicBezTo>
                  <a:cubicBezTo>
                    <a:pt x="10976" y="1749"/>
                    <a:pt x="10974" y="1749"/>
                    <a:pt x="10971" y="1749"/>
                  </a:cubicBezTo>
                  <a:cubicBezTo>
                    <a:pt x="10909" y="1749"/>
                    <a:pt x="10662" y="1881"/>
                    <a:pt x="10228" y="2167"/>
                  </a:cubicBezTo>
                  <a:cubicBezTo>
                    <a:pt x="5549" y="5155"/>
                    <a:pt x="3120" y="6584"/>
                    <a:pt x="1870" y="7239"/>
                  </a:cubicBezTo>
                  <a:cubicBezTo>
                    <a:pt x="2810" y="6632"/>
                    <a:pt x="4191" y="5750"/>
                    <a:pt x="5561" y="4869"/>
                  </a:cubicBezTo>
                  <a:cubicBezTo>
                    <a:pt x="6989" y="3953"/>
                    <a:pt x="8121" y="3214"/>
                    <a:pt x="8930" y="2691"/>
                  </a:cubicBezTo>
                  <a:cubicBezTo>
                    <a:pt x="9406" y="2381"/>
                    <a:pt x="9776" y="2131"/>
                    <a:pt x="10037" y="1964"/>
                  </a:cubicBezTo>
                  <a:cubicBezTo>
                    <a:pt x="10168" y="1869"/>
                    <a:pt x="10276" y="1809"/>
                    <a:pt x="10347" y="1750"/>
                  </a:cubicBezTo>
                  <a:cubicBezTo>
                    <a:pt x="10454" y="1679"/>
                    <a:pt x="10573" y="1595"/>
                    <a:pt x="10490" y="1464"/>
                  </a:cubicBezTo>
                  <a:cubicBezTo>
                    <a:pt x="10478" y="1428"/>
                    <a:pt x="10442" y="1405"/>
                    <a:pt x="10395" y="1393"/>
                  </a:cubicBezTo>
                  <a:cubicBezTo>
                    <a:pt x="10385" y="1390"/>
                    <a:pt x="10375" y="1388"/>
                    <a:pt x="10364" y="1388"/>
                  </a:cubicBezTo>
                  <a:cubicBezTo>
                    <a:pt x="10334" y="1388"/>
                    <a:pt x="10302" y="1399"/>
                    <a:pt x="10276" y="1417"/>
                  </a:cubicBezTo>
                  <a:cubicBezTo>
                    <a:pt x="8561" y="2488"/>
                    <a:pt x="6311" y="3857"/>
                    <a:pt x="4418" y="4977"/>
                  </a:cubicBezTo>
                  <a:cubicBezTo>
                    <a:pt x="4763" y="4762"/>
                    <a:pt x="5108" y="4548"/>
                    <a:pt x="5454" y="4322"/>
                  </a:cubicBezTo>
                  <a:cubicBezTo>
                    <a:pt x="10240" y="1262"/>
                    <a:pt x="10168" y="1131"/>
                    <a:pt x="10061" y="952"/>
                  </a:cubicBezTo>
                  <a:cubicBezTo>
                    <a:pt x="10037" y="917"/>
                    <a:pt x="10002" y="881"/>
                    <a:pt x="9966" y="881"/>
                  </a:cubicBezTo>
                  <a:cubicBezTo>
                    <a:pt x="9956" y="878"/>
                    <a:pt x="9947" y="875"/>
                    <a:pt x="9933" y="875"/>
                  </a:cubicBezTo>
                  <a:cubicBezTo>
                    <a:pt x="9836" y="875"/>
                    <a:pt x="9532" y="1020"/>
                    <a:pt x="7299" y="2310"/>
                  </a:cubicBezTo>
                  <a:cubicBezTo>
                    <a:pt x="9109" y="1107"/>
                    <a:pt x="9049" y="1012"/>
                    <a:pt x="8978" y="881"/>
                  </a:cubicBezTo>
                  <a:cubicBezTo>
                    <a:pt x="8954" y="833"/>
                    <a:pt x="8906" y="797"/>
                    <a:pt x="8859" y="786"/>
                  </a:cubicBezTo>
                  <a:cubicBezTo>
                    <a:pt x="8846" y="783"/>
                    <a:pt x="8832" y="782"/>
                    <a:pt x="8816" y="782"/>
                  </a:cubicBezTo>
                  <a:cubicBezTo>
                    <a:pt x="8479" y="782"/>
                    <a:pt x="7424" y="1409"/>
                    <a:pt x="4465" y="3298"/>
                  </a:cubicBezTo>
                  <a:cubicBezTo>
                    <a:pt x="3489" y="3917"/>
                    <a:pt x="2370" y="4631"/>
                    <a:pt x="1572" y="5096"/>
                  </a:cubicBezTo>
                  <a:cubicBezTo>
                    <a:pt x="3048" y="4060"/>
                    <a:pt x="6025" y="2119"/>
                    <a:pt x="8061" y="821"/>
                  </a:cubicBezTo>
                  <a:cubicBezTo>
                    <a:pt x="8132" y="774"/>
                    <a:pt x="8156" y="678"/>
                    <a:pt x="8109" y="607"/>
                  </a:cubicBezTo>
                  <a:cubicBezTo>
                    <a:pt x="8097" y="571"/>
                    <a:pt x="8049" y="547"/>
                    <a:pt x="8013" y="536"/>
                  </a:cubicBezTo>
                  <a:cubicBezTo>
                    <a:pt x="8002" y="533"/>
                    <a:pt x="7990" y="532"/>
                    <a:pt x="7976" y="532"/>
                  </a:cubicBezTo>
                  <a:cubicBezTo>
                    <a:pt x="7792" y="532"/>
                    <a:pt x="7368" y="785"/>
                    <a:pt x="5406" y="2060"/>
                  </a:cubicBezTo>
                  <a:cubicBezTo>
                    <a:pt x="4858" y="2417"/>
                    <a:pt x="4191" y="2857"/>
                    <a:pt x="3525" y="3274"/>
                  </a:cubicBezTo>
                  <a:lnTo>
                    <a:pt x="4001" y="2952"/>
                  </a:lnTo>
                  <a:cubicBezTo>
                    <a:pt x="7287" y="797"/>
                    <a:pt x="7216" y="666"/>
                    <a:pt x="7120" y="500"/>
                  </a:cubicBezTo>
                  <a:cubicBezTo>
                    <a:pt x="7085" y="452"/>
                    <a:pt x="7037" y="416"/>
                    <a:pt x="6978" y="405"/>
                  </a:cubicBezTo>
                  <a:cubicBezTo>
                    <a:pt x="6960" y="400"/>
                    <a:pt x="6939" y="398"/>
                    <a:pt x="6917" y="398"/>
                  </a:cubicBezTo>
                  <a:cubicBezTo>
                    <a:pt x="6526" y="398"/>
                    <a:pt x="5382" y="1072"/>
                    <a:pt x="3144" y="2500"/>
                  </a:cubicBezTo>
                  <a:cubicBezTo>
                    <a:pt x="4168" y="1821"/>
                    <a:pt x="5382" y="1036"/>
                    <a:pt x="6561" y="309"/>
                  </a:cubicBezTo>
                  <a:cubicBezTo>
                    <a:pt x="6632" y="262"/>
                    <a:pt x="6656" y="166"/>
                    <a:pt x="6608" y="95"/>
                  </a:cubicBezTo>
                  <a:cubicBezTo>
                    <a:pt x="6585" y="47"/>
                    <a:pt x="6549" y="24"/>
                    <a:pt x="6489" y="12"/>
                  </a:cubicBezTo>
                  <a:cubicBezTo>
                    <a:pt x="6473" y="6"/>
                    <a:pt x="6454" y="1"/>
                    <a:pt x="6426" y="1"/>
                  </a:cubicBezTo>
                  <a:close/>
                </a:path>
              </a:pathLst>
            </a:custGeom>
            <a:solidFill>
              <a:srgbClr val="6453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7007941" y="2890983"/>
              <a:ext cx="949082" cy="1192578"/>
            </a:xfrm>
            <a:custGeom>
              <a:avLst/>
              <a:gdLst/>
              <a:ahLst/>
              <a:cxnLst/>
              <a:rect l="l" t="t" r="r" b="b"/>
              <a:pathLst>
                <a:path w="13455" h="16907" extrusionOk="0">
                  <a:moveTo>
                    <a:pt x="10895" y="3274"/>
                  </a:moveTo>
                  <a:cubicBezTo>
                    <a:pt x="10002" y="3953"/>
                    <a:pt x="6954" y="5834"/>
                    <a:pt x="4846" y="7132"/>
                  </a:cubicBezTo>
                  <a:lnTo>
                    <a:pt x="4275" y="7489"/>
                  </a:lnTo>
                  <a:cubicBezTo>
                    <a:pt x="4834" y="7120"/>
                    <a:pt x="5489" y="6691"/>
                    <a:pt x="6216" y="6191"/>
                  </a:cubicBezTo>
                  <a:cubicBezTo>
                    <a:pt x="6585" y="5953"/>
                    <a:pt x="6978" y="5679"/>
                    <a:pt x="7370" y="5417"/>
                  </a:cubicBezTo>
                  <a:cubicBezTo>
                    <a:pt x="7787" y="5167"/>
                    <a:pt x="8180" y="4929"/>
                    <a:pt x="8549" y="4691"/>
                  </a:cubicBezTo>
                  <a:cubicBezTo>
                    <a:pt x="9121" y="4322"/>
                    <a:pt x="9585" y="4024"/>
                    <a:pt x="9930" y="3786"/>
                  </a:cubicBezTo>
                  <a:cubicBezTo>
                    <a:pt x="10240" y="3595"/>
                    <a:pt x="10561" y="3417"/>
                    <a:pt x="10895" y="3274"/>
                  </a:cubicBezTo>
                  <a:close/>
                  <a:moveTo>
                    <a:pt x="4930" y="8167"/>
                  </a:moveTo>
                  <a:lnTo>
                    <a:pt x="4930" y="8167"/>
                  </a:lnTo>
                  <a:cubicBezTo>
                    <a:pt x="4430" y="8489"/>
                    <a:pt x="3965" y="8787"/>
                    <a:pt x="3549" y="9072"/>
                  </a:cubicBezTo>
                  <a:cubicBezTo>
                    <a:pt x="3120" y="9322"/>
                    <a:pt x="2751" y="9537"/>
                    <a:pt x="2429" y="9703"/>
                  </a:cubicBezTo>
                  <a:cubicBezTo>
                    <a:pt x="3048" y="9310"/>
                    <a:pt x="3977" y="8751"/>
                    <a:pt x="4930" y="8167"/>
                  </a:cubicBezTo>
                  <a:close/>
                  <a:moveTo>
                    <a:pt x="11835" y="8858"/>
                  </a:moveTo>
                  <a:cubicBezTo>
                    <a:pt x="11240" y="9275"/>
                    <a:pt x="10418" y="9787"/>
                    <a:pt x="9549" y="10311"/>
                  </a:cubicBezTo>
                  <a:cubicBezTo>
                    <a:pt x="10192" y="9894"/>
                    <a:pt x="10883" y="9465"/>
                    <a:pt x="11621" y="9001"/>
                  </a:cubicBezTo>
                  <a:lnTo>
                    <a:pt x="11835" y="8858"/>
                  </a:lnTo>
                  <a:close/>
                  <a:moveTo>
                    <a:pt x="12812" y="5810"/>
                  </a:moveTo>
                  <a:lnTo>
                    <a:pt x="12812" y="5810"/>
                  </a:lnTo>
                  <a:cubicBezTo>
                    <a:pt x="12133" y="6310"/>
                    <a:pt x="9990" y="7584"/>
                    <a:pt x="8073" y="8715"/>
                  </a:cubicBezTo>
                  <a:cubicBezTo>
                    <a:pt x="6501" y="9644"/>
                    <a:pt x="5323" y="10358"/>
                    <a:pt x="4442" y="10894"/>
                  </a:cubicBezTo>
                  <a:cubicBezTo>
                    <a:pt x="4894" y="10608"/>
                    <a:pt x="5430" y="10263"/>
                    <a:pt x="6073" y="9846"/>
                  </a:cubicBezTo>
                  <a:cubicBezTo>
                    <a:pt x="7525" y="8894"/>
                    <a:pt x="9168" y="7822"/>
                    <a:pt x="10514" y="7013"/>
                  </a:cubicBezTo>
                  <a:cubicBezTo>
                    <a:pt x="11871" y="6203"/>
                    <a:pt x="12514" y="5905"/>
                    <a:pt x="12812" y="5810"/>
                  </a:cubicBezTo>
                  <a:close/>
                  <a:moveTo>
                    <a:pt x="5406" y="9906"/>
                  </a:moveTo>
                  <a:cubicBezTo>
                    <a:pt x="4751" y="10322"/>
                    <a:pt x="4108" y="10739"/>
                    <a:pt x="3572" y="11084"/>
                  </a:cubicBezTo>
                  <a:cubicBezTo>
                    <a:pt x="4096" y="10739"/>
                    <a:pt x="4715" y="10334"/>
                    <a:pt x="5406" y="9906"/>
                  </a:cubicBezTo>
                  <a:close/>
                  <a:moveTo>
                    <a:pt x="10526" y="12239"/>
                  </a:moveTo>
                  <a:cubicBezTo>
                    <a:pt x="9990" y="12585"/>
                    <a:pt x="9156" y="13085"/>
                    <a:pt x="8394" y="13549"/>
                  </a:cubicBezTo>
                  <a:lnTo>
                    <a:pt x="8299" y="13609"/>
                  </a:lnTo>
                  <a:cubicBezTo>
                    <a:pt x="9121" y="13073"/>
                    <a:pt x="9966" y="12537"/>
                    <a:pt x="10526" y="12239"/>
                  </a:cubicBezTo>
                  <a:close/>
                  <a:moveTo>
                    <a:pt x="10585" y="11513"/>
                  </a:moveTo>
                  <a:cubicBezTo>
                    <a:pt x="9966" y="11918"/>
                    <a:pt x="9073" y="12454"/>
                    <a:pt x="8252" y="12966"/>
                  </a:cubicBezTo>
                  <a:cubicBezTo>
                    <a:pt x="7644" y="13335"/>
                    <a:pt x="7120" y="13656"/>
                    <a:pt x="6656" y="13954"/>
                  </a:cubicBezTo>
                  <a:cubicBezTo>
                    <a:pt x="7918" y="13132"/>
                    <a:pt x="9573" y="12073"/>
                    <a:pt x="10585" y="11513"/>
                  </a:cubicBezTo>
                  <a:close/>
                  <a:moveTo>
                    <a:pt x="6716" y="14275"/>
                  </a:moveTo>
                  <a:cubicBezTo>
                    <a:pt x="5894" y="14835"/>
                    <a:pt x="4989" y="15430"/>
                    <a:pt x="4358" y="15799"/>
                  </a:cubicBezTo>
                  <a:cubicBezTo>
                    <a:pt x="4930" y="15406"/>
                    <a:pt x="5823" y="14847"/>
                    <a:pt x="6716" y="14275"/>
                  </a:cubicBezTo>
                  <a:close/>
                  <a:moveTo>
                    <a:pt x="10561" y="15871"/>
                  </a:moveTo>
                  <a:lnTo>
                    <a:pt x="10561" y="15871"/>
                  </a:lnTo>
                  <a:cubicBezTo>
                    <a:pt x="10585" y="15895"/>
                    <a:pt x="10609" y="15918"/>
                    <a:pt x="10633" y="15930"/>
                  </a:cubicBezTo>
                  <a:cubicBezTo>
                    <a:pt x="10609" y="15918"/>
                    <a:pt x="10573" y="15895"/>
                    <a:pt x="10561" y="15871"/>
                  </a:cubicBezTo>
                  <a:close/>
                  <a:moveTo>
                    <a:pt x="6426" y="1"/>
                  </a:moveTo>
                  <a:cubicBezTo>
                    <a:pt x="6271" y="1"/>
                    <a:pt x="5821" y="166"/>
                    <a:pt x="3787" y="1405"/>
                  </a:cubicBezTo>
                  <a:cubicBezTo>
                    <a:pt x="3537" y="1559"/>
                    <a:pt x="3299" y="1714"/>
                    <a:pt x="3060" y="1857"/>
                  </a:cubicBezTo>
                  <a:cubicBezTo>
                    <a:pt x="3906" y="1202"/>
                    <a:pt x="3977" y="1107"/>
                    <a:pt x="3894" y="952"/>
                  </a:cubicBezTo>
                  <a:cubicBezTo>
                    <a:pt x="3870" y="905"/>
                    <a:pt x="3822" y="869"/>
                    <a:pt x="3775" y="857"/>
                  </a:cubicBezTo>
                  <a:cubicBezTo>
                    <a:pt x="3763" y="855"/>
                    <a:pt x="3750" y="853"/>
                    <a:pt x="3737" y="853"/>
                  </a:cubicBezTo>
                  <a:cubicBezTo>
                    <a:pt x="3622" y="853"/>
                    <a:pt x="3460" y="953"/>
                    <a:pt x="3001" y="1274"/>
                  </a:cubicBezTo>
                  <a:cubicBezTo>
                    <a:pt x="2846" y="1393"/>
                    <a:pt x="2691" y="1500"/>
                    <a:pt x="2525" y="1595"/>
                  </a:cubicBezTo>
                  <a:cubicBezTo>
                    <a:pt x="2514" y="1592"/>
                    <a:pt x="2504" y="1590"/>
                    <a:pt x="2494" y="1590"/>
                  </a:cubicBezTo>
                  <a:cubicBezTo>
                    <a:pt x="2469" y="1590"/>
                    <a:pt x="2446" y="1599"/>
                    <a:pt x="2429" y="1607"/>
                  </a:cubicBezTo>
                  <a:cubicBezTo>
                    <a:pt x="2358" y="1655"/>
                    <a:pt x="2322" y="1750"/>
                    <a:pt x="2370" y="1821"/>
                  </a:cubicBezTo>
                  <a:cubicBezTo>
                    <a:pt x="2394" y="1857"/>
                    <a:pt x="2429" y="1893"/>
                    <a:pt x="2477" y="1905"/>
                  </a:cubicBezTo>
                  <a:cubicBezTo>
                    <a:pt x="1215" y="2869"/>
                    <a:pt x="1048" y="3036"/>
                    <a:pt x="1167" y="3226"/>
                  </a:cubicBezTo>
                  <a:cubicBezTo>
                    <a:pt x="1179" y="3274"/>
                    <a:pt x="1215" y="3298"/>
                    <a:pt x="1263" y="3310"/>
                  </a:cubicBezTo>
                  <a:cubicBezTo>
                    <a:pt x="1274" y="3313"/>
                    <a:pt x="1286" y="3314"/>
                    <a:pt x="1298" y="3314"/>
                  </a:cubicBezTo>
                  <a:cubicBezTo>
                    <a:pt x="1334" y="3314"/>
                    <a:pt x="1370" y="3301"/>
                    <a:pt x="1405" y="3274"/>
                  </a:cubicBezTo>
                  <a:cubicBezTo>
                    <a:pt x="1632" y="3119"/>
                    <a:pt x="1858" y="2976"/>
                    <a:pt x="2084" y="2833"/>
                  </a:cubicBezTo>
                  <a:lnTo>
                    <a:pt x="2084" y="2833"/>
                  </a:lnTo>
                  <a:cubicBezTo>
                    <a:pt x="286" y="4072"/>
                    <a:pt x="358" y="4203"/>
                    <a:pt x="441" y="4346"/>
                  </a:cubicBezTo>
                  <a:cubicBezTo>
                    <a:pt x="465" y="4381"/>
                    <a:pt x="501" y="4405"/>
                    <a:pt x="536" y="4417"/>
                  </a:cubicBezTo>
                  <a:cubicBezTo>
                    <a:pt x="552" y="4422"/>
                    <a:pt x="566" y="4425"/>
                    <a:pt x="584" y="4425"/>
                  </a:cubicBezTo>
                  <a:cubicBezTo>
                    <a:pt x="703" y="4425"/>
                    <a:pt x="963" y="4267"/>
                    <a:pt x="2572" y="3250"/>
                  </a:cubicBezTo>
                  <a:cubicBezTo>
                    <a:pt x="3703" y="2524"/>
                    <a:pt x="5620" y="1286"/>
                    <a:pt x="6501" y="857"/>
                  </a:cubicBezTo>
                  <a:lnTo>
                    <a:pt x="6501" y="857"/>
                  </a:lnTo>
                  <a:cubicBezTo>
                    <a:pt x="5489" y="1643"/>
                    <a:pt x="2572" y="3536"/>
                    <a:pt x="655" y="4738"/>
                  </a:cubicBezTo>
                  <a:cubicBezTo>
                    <a:pt x="584" y="4786"/>
                    <a:pt x="560" y="4881"/>
                    <a:pt x="596" y="4953"/>
                  </a:cubicBezTo>
                  <a:cubicBezTo>
                    <a:pt x="632" y="5000"/>
                    <a:pt x="691" y="5048"/>
                    <a:pt x="751" y="5060"/>
                  </a:cubicBezTo>
                  <a:cubicBezTo>
                    <a:pt x="766" y="5064"/>
                    <a:pt x="785" y="5066"/>
                    <a:pt x="806" y="5066"/>
                  </a:cubicBezTo>
                  <a:cubicBezTo>
                    <a:pt x="911" y="5066"/>
                    <a:pt x="1080" y="5016"/>
                    <a:pt x="1298" y="4917"/>
                  </a:cubicBezTo>
                  <a:lnTo>
                    <a:pt x="1298" y="4917"/>
                  </a:lnTo>
                  <a:cubicBezTo>
                    <a:pt x="322" y="5619"/>
                    <a:pt x="370" y="5703"/>
                    <a:pt x="429" y="5822"/>
                  </a:cubicBezTo>
                  <a:cubicBezTo>
                    <a:pt x="453" y="5858"/>
                    <a:pt x="501" y="5893"/>
                    <a:pt x="548" y="5905"/>
                  </a:cubicBezTo>
                  <a:cubicBezTo>
                    <a:pt x="563" y="5909"/>
                    <a:pt x="579" y="5911"/>
                    <a:pt x="598" y="5911"/>
                  </a:cubicBezTo>
                  <a:cubicBezTo>
                    <a:pt x="916" y="5911"/>
                    <a:pt x="1868" y="5324"/>
                    <a:pt x="4644" y="3560"/>
                  </a:cubicBezTo>
                  <a:cubicBezTo>
                    <a:pt x="5692" y="2881"/>
                    <a:pt x="7001" y="2060"/>
                    <a:pt x="7871" y="1548"/>
                  </a:cubicBezTo>
                  <a:lnTo>
                    <a:pt x="7871" y="1548"/>
                  </a:lnTo>
                  <a:cubicBezTo>
                    <a:pt x="6227" y="2691"/>
                    <a:pt x="2572" y="5000"/>
                    <a:pt x="96" y="6524"/>
                  </a:cubicBezTo>
                  <a:cubicBezTo>
                    <a:pt x="60" y="6548"/>
                    <a:pt x="36" y="6584"/>
                    <a:pt x="24" y="6620"/>
                  </a:cubicBezTo>
                  <a:cubicBezTo>
                    <a:pt x="0" y="6703"/>
                    <a:pt x="48" y="6786"/>
                    <a:pt x="131" y="6810"/>
                  </a:cubicBezTo>
                  <a:cubicBezTo>
                    <a:pt x="145" y="6814"/>
                    <a:pt x="154" y="6817"/>
                    <a:pt x="165" y="6817"/>
                  </a:cubicBezTo>
                  <a:cubicBezTo>
                    <a:pt x="184" y="6817"/>
                    <a:pt x="205" y="6809"/>
                    <a:pt x="251" y="6786"/>
                  </a:cubicBezTo>
                  <a:lnTo>
                    <a:pt x="274" y="6774"/>
                  </a:lnTo>
                  <a:cubicBezTo>
                    <a:pt x="381" y="6727"/>
                    <a:pt x="572" y="6608"/>
                    <a:pt x="977" y="6381"/>
                  </a:cubicBezTo>
                  <a:lnTo>
                    <a:pt x="2763" y="5334"/>
                  </a:lnTo>
                  <a:cubicBezTo>
                    <a:pt x="4370" y="4393"/>
                    <a:pt x="6656" y="3048"/>
                    <a:pt x="8228" y="2143"/>
                  </a:cubicBezTo>
                  <a:lnTo>
                    <a:pt x="8228" y="2143"/>
                  </a:lnTo>
                  <a:cubicBezTo>
                    <a:pt x="6287" y="3464"/>
                    <a:pt x="2965" y="5548"/>
                    <a:pt x="620" y="7001"/>
                  </a:cubicBezTo>
                  <a:cubicBezTo>
                    <a:pt x="548" y="7048"/>
                    <a:pt x="524" y="7132"/>
                    <a:pt x="572" y="7203"/>
                  </a:cubicBezTo>
                  <a:cubicBezTo>
                    <a:pt x="596" y="7251"/>
                    <a:pt x="632" y="7286"/>
                    <a:pt x="679" y="7298"/>
                  </a:cubicBezTo>
                  <a:cubicBezTo>
                    <a:pt x="694" y="7302"/>
                    <a:pt x="711" y="7306"/>
                    <a:pt x="735" y="7306"/>
                  </a:cubicBezTo>
                  <a:cubicBezTo>
                    <a:pt x="863" y="7306"/>
                    <a:pt x="1208" y="7193"/>
                    <a:pt x="2727" y="6334"/>
                  </a:cubicBezTo>
                  <a:lnTo>
                    <a:pt x="2727" y="6334"/>
                  </a:lnTo>
                  <a:lnTo>
                    <a:pt x="512" y="7751"/>
                  </a:lnTo>
                  <a:cubicBezTo>
                    <a:pt x="441" y="7798"/>
                    <a:pt x="417" y="7894"/>
                    <a:pt x="465" y="7965"/>
                  </a:cubicBezTo>
                  <a:cubicBezTo>
                    <a:pt x="489" y="8013"/>
                    <a:pt x="548" y="8048"/>
                    <a:pt x="596" y="8060"/>
                  </a:cubicBezTo>
                  <a:cubicBezTo>
                    <a:pt x="614" y="8065"/>
                    <a:pt x="637" y="8068"/>
                    <a:pt x="664" y="8068"/>
                  </a:cubicBezTo>
                  <a:cubicBezTo>
                    <a:pt x="826" y="8068"/>
                    <a:pt x="1155" y="7963"/>
                    <a:pt x="1870" y="7596"/>
                  </a:cubicBezTo>
                  <a:lnTo>
                    <a:pt x="1870" y="7596"/>
                  </a:lnTo>
                  <a:lnTo>
                    <a:pt x="870" y="8239"/>
                  </a:lnTo>
                  <a:cubicBezTo>
                    <a:pt x="798" y="8286"/>
                    <a:pt x="774" y="8382"/>
                    <a:pt x="822" y="8453"/>
                  </a:cubicBezTo>
                  <a:cubicBezTo>
                    <a:pt x="853" y="8499"/>
                    <a:pt x="903" y="8526"/>
                    <a:pt x="955" y="8526"/>
                  </a:cubicBezTo>
                  <a:cubicBezTo>
                    <a:pt x="983" y="8526"/>
                    <a:pt x="1011" y="8518"/>
                    <a:pt x="1036" y="8501"/>
                  </a:cubicBezTo>
                  <a:cubicBezTo>
                    <a:pt x="4287" y="6477"/>
                    <a:pt x="9418" y="3381"/>
                    <a:pt x="10716" y="2798"/>
                  </a:cubicBezTo>
                  <a:lnTo>
                    <a:pt x="10716" y="2798"/>
                  </a:lnTo>
                  <a:cubicBezTo>
                    <a:pt x="10418" y="3060"/>
                    <a:pt x="10109" y="3310"/>
                    <a:pt x="9776" y="3536"/>
                  </a:cubicBezTo>
                  <a:cubicBezTo>
                    <a:pt x="9144" y="3905"/>
                    <a:pt x="8299" y="4441"/>
                    <a:pt x="7239" y="5155"/>
                  </a:cubicBezTo>
                  <a:cubicBezTo>
                    <a:pt x="5966" y="5929"/>
                    <a:pt x="4584" y="6727"/>
                    <a:pt x="3418" y="7405"/>
                  </a:cubicBezTo>
                  <a:cubicBezTo>
                    <a:pt x="1751" y="8370"/>
                    <a:pt x="953" y="8918"/>
                    <a:pt x="1024" y="9037"/>
                  </a:cubicBezTo>
                  <a:cubicBezTo>
                    <a:pt x="1060" y="9096"/>
                    <a:pt x="1108" y="9132"/>
                    <a:pt x="1179" y="9156"/>
                  </a:cubicBezTo>
                  <a:cubicBezTo>
                    <a:pt x="1198" y="9159"/>
                    <a:pt x="1219" y="9161"/>
                    <a:pt x="1242" y="9161"/>
                  </a:cubicBezTo>
                  <a:cubicBezTo>
                    <a:pt x="1432" y="9161"/>
                    <a:pt x="1750" y="9028"/>
                    <a:pt x="2239" y="8763"/>
                  </a:cubicBezTo>
                  <a:lnTo>
                    <a:pt x="2239" y="8763"/>
                  </a:lnTo>
                  <a:cubicBezTo>
                    <a:pt x="858" y="9632"/>
                    <a:pt x="882" y="9668"/>
                    <a:pt x="965" y="9810"/>
                  </a:cubicBezTo>
                  <a:cubicBezTo>
                    <a:pt x="977" y="9846"/>
                    <a:pt x="1013" y="9870"/>
                    <a:pt x="1060" y="9882"/>
                  </a:cubicBezTo>
                  <a:cubicBezTo>
                    <a:pt x="1075" y="9887"/>
                    <a:pt x="1090" y="9890"/>
                    <a:pt x="1105" y="9890"/>
                  </a:cubicBezTo>
                  <a:cubicBezTo>
                    <a:pt x="1127" y="9890"/>
                    <a:pt x="1151" y="9884"/>
                    <a:pt x="1179" y="9870"/>
                  </a:cubicBezTo>
                  <a:cubicBezTo>
                    <a:pt x="3096" y="8751"/>
                    <a:pt x="7085" y="6417"/>
                    <a:pt x="9621" y="4953"/>
                  </a:cubicBezTo>
                  <a:lnTo>
                    <a:pt x="9621" y="4953"/>
                  </a:lnTo>
                  <a:cubicBezTo>
                    <a:pt x="8442" y="5703"/>
                    <a:pt x="6942" y="6608"/>
                    <a:pt x="5692" y="7358"/>
                  </a:cubicBezTo>
                  <a:cubicBezTo>
                    <a:pt x="4572" y="8036"/>
                    <a:pt x="3513" y="8667"/>
                    <a:pt x="2751" y="9156"/>
                  </a:cubicBezTo>
                  <a:cubicBezTo>
                    <a:pt x="2334" y="9406"/>
                    <a:pt x="2036" y="9608"/>
                    <a:pt x="1834" y="9751"/>
                  </a:cubicBezTo>
                  <a:cubicBezTo>
                    <a:pt x="1560" y="9941"/>
                    <a:pt x="1382" y="10060"/>
                    <a:pt x="1477" y="10215"/>
                  </a:cubicBezTo>
                  <a:cubicBezTo>
                    <a:pt x="1501" y="10275"/>
                    <a:pt x="1548" y="10311"/>
                    <a:pt x="1608" y="10322"/>
                  </a:cubicBezTo>
                  <a:cubicBezTo>
                    <a:pt x="1627" y="10327"/>
                    <a:pt x="1649" y="10330"/>
                    <a:pt x="1674" y="10330"/>
                  </a:cubicBezTo>
                  <a:cubicBezTo>
                    <a:pt x="1773" y="10330"/>
                    <a:pt x="1917" y="10291"/>
                    <a:pt x="2108" y="10215"/>
                  </a:cubicBezTo>
                  <a:lnTo>
                    <a:pt x="2108" y="10215"/>
                  </a:lnTo>
                  <a:cubicBezTo>
                    <a:pt x="2001" y="10311"/>
                    <a:pt x="1905" y="10418"/>
                    <a:pt x="1858" y="10549"/>
                  </a:cubicBezTo>
                  <a:cubicBezTo>
                    <a:pt x="1834" y="10620"/>
                    <a:pt x="1834" y="10680"/>
                    <a:pt x="1870" y="10739"/>
                  </a:cubicBezTo>
                  <a:cubicBezTo>
                    <a:pt x="1901" y="10794"/>
                    <a:pt x="1953" y="10823"/>
                    <a:pt x="2005" y="10823"/>
                  </a:cubicBezTo>
                  <a:cubicBezTo>
                    <a:pt x="2032" y="10823"/>
                    <a:pt x="2060" y="10815"/>
                    <a:pt x="2084" y="10799"/>
                  </a:cubicBezTo>
                  <a:cubicBezTo>
                    <a:pt x="5370" y="8846"/>
                    <a:pt x="10085" y="6084"/>
                    <a:pt x="11788" y="5143"/>
                  </a:cubicBezTo>
                  <a:lnTo>
                    <a:pt x="11788" y="5143"/>
                  </a:lnTo>
                  <a:cubicBezTo>
                    <a:pt x="10240" y="6370"/>
                    <a:pt x="5120" y="9406"/>
                    <a:pt x="1739" y="11334"/>
                  </a:cubicBezTo>
                  <a:cubicBezTo>
                    <a:pt x="1703" y="11358"/>
                    <a:pt x="1679" y="11382"/>
                    <a:pt x="1667" y="11430"/>
                  </a:cubicBezTo>
                  <a:cubicBezTo>
                    <a:pt x="1655" y="11465"/>
                    <a:pt x="1667" y="11513"/>
                    <a:pt x="1679" y="11549"/>
                  </a:cubicBezTo>
                  <a:cubicBezTo>
                    <a:pt x="1715" y="11596"/>
                    <a:pt x="1763" y="11632"/>
                    <a:pt x="1822" y="11644"/>
                  </a:cubicBezTo>
                  <a:cubicBezTo>
                    <a:pt x="1839" y="11649"/>
                    <a:pt x="1858" y="11651"/>
                    <a:pt x="1880" y="11651"/>
                  </a:cubicBezTo>
                  <a:cubicBezTo>
                    <a:pt x="2016" y="11651"/>
                    <a:pt x="2259" y="11557"/>
                    <a:pt x="2608" y="11382"/>
                  </a:cubicBezTo>
                  <a:lnTo>
                    <a:pt x="2608" y="11382"/>
                  </a:lnTo>
                  <a:cubicBezTo>
                    <a:pt x="1846" y="11930"/>
                    <a:pt x="1905" y="12025"/>
                    <a:pt x="1965" y="12144"/>
                  </a:cubicBezTo>
                  <a:cubicBezTo>
                    <a:pt x="1989" y="12180"/>
                    <a:pt x="2036" y="12216"/>
                    <a:pt x="2084" y="12227"/>
                  </a:cubicBezTo>
                  <a:cubicBezTo>
                    <a:pt x="2093" y="12229"/>
                    <a:pt x="2103" y="12230"/>
                    <a:pt x="2114" y="12230"/>
                  </a:cubicBezTo>
                  <a:cubicBezTo>
                    <a:pt x="2250" y="12230"/>
                    <a:pt x="2555" y="12087"/>
                    <a:pt x="3239" y="11668"/>
                  </a:cubicBezTo>
                  <a:lnTo>
                    <a:pt x="3239" y="11668"/>
                  </a:lnTo>
                  <a:cubicBezTo>
                    <a:pt x="2096" y="12418"/>
                    <a:pt x="1953" y="12632"/>
                    <a:pt x="2048" y="12799"/>
                  </a:cubicBezTo>
                  <a:cubicBezTo>
                    <a:pt x="2084" y="12847"/>
                    <a:pt x="2144" y="12894"/>
                    <a:pt x="2203" y="12906"/>
                  </a:cubicBezTo>
                  <a:cubicBezTo>
                    <a:pt x="2220" y="12910"/>
                    <a:pt x="2239" y="12912"/>
                    <a:pt x="2261" y="12912"/>
                  </a:cubicBezTo>
                  <a:cubicBezTo>
                    <a:pt x="2582" y="12912"/>
                    <a:pt x="3461" y="12502"/>
                    <a:pt x="4977" y="11632"/>
                  </a:cubicBezTo>
                  <a:lnTo>
                    <a:pt x="4977" y="11632"/>
                  </a:lnTo>
                  <a:lnTo>
                    <a:pt x="4572" y="11894"/>
                  </a:lnTo>
                  <a:cubicBezTo>
                    <a:pt x="3799" y="12358"/>
                    <a:pt x="3048" y="12811"/>
                    <a:pt x="2370" y="13204"/>
                  </a:cubicBezTo>
                  <a:cubicBezTo>
                    <a:pt x="2298" y="13251"/>
                    <a:pt x="2275" y="13347"/>
                    <a:pt x="2322" y="13418"/>
                  </a:cubicBezTo>
                  <a:cubicBezTo>
                    <a:pt x="2346" y="13454"/>
                    <a:pt x="2382" y="13478"/>
                    <a:pt x="2417" y="13489"/>
                  </a:cubicBezTo>
                  <a:cubicBezTo>
                    <a:pt x="2432" y="13492"/>
                    <a:pt x="2445" y="13495"/>
                    <a:pt x="2461" y="13495"/>
                  </a:cubicBezTo>
                  <a:cubicBezTo>
                    <a:pt x="2575" y="13495"/>
                    <a:pt x="2832" y="13353"/>
                    <a:pt x="4799" y="12108"/>
                  </a:cubicBezTo>
                  <a:cubicBezTo>
                    <a:pt x="5727" y="11549"/>
                    <a:pt x="6847" y="10870"/>
                    <a:pt x="7942" y="10180"/>
                  </a:cubicBezTo>
                  <a:cubicBezTo>
                    <a:pt x="8775" y="9656"/>
                    <a:pt x="9478" y="9215"/>
                    <a:pt x="10073" y="8834"/>
                  </a:cubicBezTo>
                  <a:cubicBezTo>
                    <a:pt x="10811" y="8394"/>
                    <a:pt x="11478" y="8025"/>
                    <a:pt x="11966" y="7775"/>
                  </a:cubicBezTo>
                  <a:lnTo>
                    <a:pt x="11966" y="7775"/>
                  </a:lnTo>
                  <a:cubicBezTo>
                    <a:pt x="10192" y="8941"/>
                    <a:pt x="5858" y="11727"/>
                    <a:pt x="2775" y="13692"/>
                  </a:cubicBezTo>
                  <a:cubicBezTo>
                    <a:pt x="2703" y="13740"/>
                    <a:pt x="2679" y="13823"/>
                    <a:pt x="2727" y="13894"/>
                  </a:cubicBezTo>
                  <a:cubicBezTo>
                    <a:pt x="2751" y="13954"/>
                    <a:pt x="2798" y="13990"/>
                    <a:pt x="2858" y="14001"/>
                  </a:cubicBezTo>
                  <a:cubicBezTo>
                    <a:pt x="2878" y="14006"/>
                    <a:pt x="2900" y="14009"/>
                    <a:pt x="2926" y="14009"/>
                  </a:cubicBezTo>
                  <a:cubicBezTo>
                    <a:pt x="3085" y="14009"/>
                    <a:pt x="3361" y="13913"/>
                    <a:pt x="3751" y="13728"/>
                  </a:cubicBezTo>
                  <a:lnTo>
                    <a:pt x="3751" y="13728"/>
                  </a:lnTo>
                  <a:cubicBezTo>
                    <a:pt x="2763" y="14335"/>
                    <a:pt x="2751" y="14430"/>
                    <a:pt x="2846" y="14573"/>
                  </a:cubicBezTo>
                  <a:cubicBezTo>
                    <a:pt x="2870" y="14621"/>
                    <a:pt x="2906" y="14644"/>
                    <a:pt x="2941" y="14656"/>
                  </a:cubicBezTo>
                  <a:cubicBezTo>
                    <a:pt x="2953" y="14659"/>
                    <a:pt x="2964" y="14661"/>
                    <a:pt x="2977" y="14661"/>
                  </a:cubicBezTo>
                  <a:cubicBezTo>
                    <a:pt x="3081" y="14661"/>
                    <a:pt x="3335" y="14509"/>
                    <a:pt x="5549" y="13132"/>
                  </a:cubicBezTo>
                  <a:cubicBezTo>
                    <a:pt x="7478" y="11930"/>
                    <a:pt x="10871" y="9822"/>
                    <a:pt x="12002" y="9310"/>
                  </a:cubicBezTo>
                  <a:lnTo>
                    <a:pt x="12002" y="9310"/>
                  </a:lnTo>
                  <a:cubicBezTo>
                    <a:pt x="10871" y="10275"/>
                    <a:pt x="6144" y="13180"/>
                    <a:pt x="3096" y="14990"/>
                  </a:cubicBezTo>
                  <a:cubicBezTo>
                    <a:pt x="3025" y="15037"/>
                    <a:pt x="3001" y="15121"/>
                    <a:pt x="3037" y="15204"/>
                  </a:cubicBezTo>
                  <a:cubicBezTo>
                    <a:pt x="3060" y="15252"/>
                    <a:pt x="3108" y="15287"/>
                    <a:pt x="3168" y="15299"/>
                  </a:cubicBezTo>
                  <a:cubicBezTo>
                    <a:pt x="3184" y="15302"/>
                    <a:pt x="3202" y="15305"/>
                    <a:pt x="3229" y="15305"/>
                  </a:cubicBezTo>
                  <a:cubicBezTo>
                    <a:pt x="3338" y="15305"/>
                    <a:pt x="3584" y="15250"/>
                    <a:pt x="4370" y="14847"/>
                  </a:cubicBezTo>
                  <a:lnTo>
                    <a:pt x="4370" y="14847"/>
                  </a:lnTo>
                  <a:lnTo>
                    <a:pt x="3489" y="15418"/>
                  </a:lnTo>
                  <a:lnTo>
                    <a:pt x="2906" y="15787"/>
                  </a:lnTo>
                  <a:cubicBezTo>
                    <a:pt x="2644" y="15966"/>
                    <a:pt x="2572" y="16014"/>
                    <a:pt x="2656" y="16145"/>
                  </a:cubicBezTo>
                  <a:cubicBezTo>
                    <a:pt x="2679" y="16180"/>
                    <a:pt x="2715" y="16216"/>
                    <a:pt x="2763" y="16228"/>
                  </a:cubicBezTo>
                  <a:cubicBezTo>
                    <a:pt x="2775" y="16230"/>
                    <a:pt x="2788" y="16232"/>
                    <a:pt x="2803" y="16232"/>
                  </a:cubicBezTo>
                  <a:cubicBezTo>
                    <a:pt x="2993" y="16232"/>
                    <a:pt x="3428" y="16010"/>
                    <a:pt x="4489" y="15347"/>
                  </a:cubicBezTo>
                  <a:lnTo>
                    <a:pt x="4489" y="15347"/>
                  </a:lnTo>
                  <a:cubicBezTo>
                    <a:pt x="3382" y="16085"/>
                    <a:pt x="3358" y="16228"/>
                    <a:pt x="3441" y="16371"/>
                  </a:cubicBezTo>
                  <a:cubicBezTo>
                    <a:pt x="3465" y="16418"/>
                    <a:pt x="3513" y="16454"/>
                    <a:pt x="3572" y="16466"/>
                  </a:cubicBezTo>
                  <a:cubicBezTo>
                    <a:pt x="3589" y="16470"/>
                    <a:pt x="3607" y="16473"/>
                    <a:pt x="3627" y="16473"/>
                  </a:cubicBezTo>
                  <a:cubicBezTo>
                    <a:pt x="3771" y="16473"/>
                    <a:pt x="4022" y="16362"/>
                    <a:pt x="4418" y="16133"/>
                  </a:cubicBezTo>
                  <a:lnTo>
                    <a:pt x="4418" y="16133"/>
                  </a:lnTo>
                  <a:cubicBezTo>
                    <a:pt x="4132" y="16383"/>
                    <a:pt x="4084" y="16537"/>
                    <a:pt x="4156" y="16657"/>
                  </a:cubicBezTo>
                  <a:cubicBezTo>
                    <a:pt x="4179" y="16703"/>
                    <a:pt x="4227" y="16729"/>
                    <a:pt x="4277" y="16729"/>
                  </a:cubicBezTo>
                  <a:cubicBezTo>
                    <a:pt x="4305" y="16729"/>
                    <a:pt x="4333" y="16721"/>
                    <a:pt x="4358" y="16704"/>
                  </a:cubicBezTo>
                  <a:lnTo>
                    <a:pt x="8323" y="14418"/>
                  </a:lnTo>
                  <a:lnTo>
                    <a:pt x="8323" y="14418"/>
                  </a:lnTo>
                  <a:cubicBezTo>
                    <a:pt x="5311" y="16466"/>
                    <a:pt x="5334" y="16502"/>
                    <a:pt x="5430" y="16680"/>
                  </a:cubicBezTo>
                  <a:cubicBezTo>
                    <a:pt x="5465" y="16740"/>
                    <a:pt x="5513" y="16776"/>
                    <a:pt x="5573" y="16788"/>
                  </a:cubicBezTo>
                  <a:cubicBezTo>
                    <a:pt x="5588" y="16791"/>
                    <a:pt x="5604" y="16792"/>
                    <a:pt x="5622" y="16792"/>
                  </a:cubicBezTo>
                  <a:cubicBezTo>
                    <a:pt x="5931" y="16792"/>
                    <a:pt x="6675" y="16310"/>
                    <a:pt x="8216" y="15264"/>
                  </a:cubicBezTo>
                  <a:cubicBezTo>
                    <a:pt x="8442" y="15109"/>
                    <a:pt x="8680" y="14954"/>
                    <a:pt x="8918" y="14787"/>
                  </a:cubicBezTo>
                  <a:lnTo>
                    <a:pt x="8918" y="14787"/>
                  </a:lnTo>
                  <a:lnTo>
                    <a:pt x="8502" y="15085"/>
                  </a:lnTo>
                  <a:cubicBezTo>
                    <a:pt x="7120" y="16085"/>
                    <a:pt x="6466" y="16633"/>
                    <a:pt x="6525" y="16752"/>
                  </a:cubicBezTo>
                  <a:cubicBezTo>
                    <a:pt x="6561" y="16788"/>
                    <a:pt x="6597" y="16823"/>
                    <a:pt x="6656" y="16835"/>
                  </a:cubicBezTo>
                  <a:cubicBezTo>
                    <a:pt x="6671" y="16838"/>
                    <a:pt x="6687" y="16840"/>
                    <a:pt x="6704" y="16840"/>
                  </a:cubicBezTo>
                  <a:cubicBezTo>
                    <a:pt x="6941" y="16840"/>
                    <a:pt x="7452" y="16526"/>
                    <a:pt x="8883" y="15561"/>
                  </a:cubicBezTo>
                  <a:cubicBezTo>
                    <a:pt x="9144" y="15394"/>
                    <a:pt x="9442" y="15192"/>
                    <a:pt x="9716" y="15013"/>
                  </a:cubicBezTo>
                  <a:lnTo>
                    <a:pt x="9716" y="15013"/>
                  </a:lnTo>
                  <a:cubicBezTo>
                    <a:pt x="7966" y="16442"/>
                    <a:pt x="7978" y="16478"/>
                    <a:pt x="8073" y="16633"/>
                  </a:cubicBezTo>
                  <a:cubicBezTo>
                    <a:pt x="8097" y="16668"/>
                    <a:pt x="8132" y="16692"/>
                    <a:pt x="8180" y="16704"/>
                  </a:cubicBezTo>
                  <a:cubicBezTo>
                    <a:pt x="8189" y="16709"/>
                    <a:pt x="8201" y="16714"/>
                    <a:pt x="8221" y="16714"/>
                  </a:cubicBezTo>
                  <a:cubicBezTo>
                    <a:pt x="8303" y="16714"/>
                    <a:pt x="8521" y="16636"/>
                    <a:pt x="9275" y="16168"/>
                  </a:cubicBezTo>
                  <a:lnTo>
                    <a:pt x="9275" y="16168"/>
                  </a:lnTo>
                  <a:cubicBezTo>
                    <a:pt x="8847" y="16668"/>
                    <a:pt x="8871" y="16716"/>
                    <a:pt x="8930" y="16811"/>
                  </a:cubicBezTo>
                  <a:cubicBezTo>
                    <a:pt x="8942" y="16847"/>
                    <a:pt x="8978" y="16883"/>
                    <a:pt x="9025" y="16895"/>
                  </a:cubicBezTo>
                  <a:lnTo>
                    <a:pt x="9061" y="16895"/>
                  </a:lnTo>
                  <a:lnTo>
                    <a:pt x="9061" y="16907"/>
                  </a:lnTo>
                  <a:cubicBezTo>
                    <a:pt x="9085" y="16907"/>
                    <a:pt x="9109" y="16907"/>
                    <a:pt x="9133" y="16895"/>
                  </a:cubicBezTo>
                  <a:cubicBezTo>
                    <a:pt x="9811" y="16478"/>
                    <a:pt x="10585" y="16026"/>
                    <a:pt x="10716" y="15966"/>
                  </a:cubicBezTo>
                  <a:cubicBezTo>
                    <a:pt x="10740" y="15966"/>
                    <a:pt x="10752" y="15954"/>
                    <a:pt x="10764" y="15942"/>
                  </a:cubicBezTo>
                  <a:lnTo>
                    <a:pt x="10776" y="15942"/>
                  </a:lnTo>
                  <a:cubicBezTo>
                    <a:pt x="10847" y="15906"/>
                    <a:pt x="10871" y="15811"/>
                    <a:pt x="10823" y="15728"/>
                  </a:cubicBezTo>
                  <a:cubicBezTo>
                    <a:pt x="10799" y="15692"/>
                    <a:pt x="10764" y="15668"/>
                    <a:pt x="10728" y="15656"/>
                  </a:cubicBezTo>
                  <a:cubicBezTo>
                    <a:pt x="10718" y="15655"/>
                    <a:pt x="10708" y="15653"/>
                    <a:pt x="10697" y="15653"/>
                  </a:cubicBezTo>
                  <a:cubicBezTo>
                    <a:pt x="10630" y="15653"/>
                    <a:pt x="10495" y="15713"/>
                    <a:pt x="9680" y="16192"/>
                  </a:cubicBezTo>
                  <a:cubicBezTo>
                    <a:pt x="9811" y="16061"/>
                    <a:pt x="9954" y="15895"/>
                    <a:pt x="10133" y="15704"/>
                  </a:cubicBezTo>
                  <a:cubicBezTo>
                    <a:pt x="10347" y="15478"/>
                    <a:pt x="10371" y="15454"/>
                    <a:pt x="10311" y="15347"/>
                  </a:cubicBezTo>
                  <a:lnTo>
                    <a:pt x="10299" y="15347"/>
                  </a:lnTo>
                  <a:cubicBezTo>
                    <a:pt x="10269" y="15301"/>
                    <a:pt x="10218" y="15274"/>
                    <a:pt x="10167" y="15274"/>
                  </a:cubicBezTo>
                  <a:cubicBezTo>
                    <a:pt x="10139" y="15274"/>
                    <a:pt x="10110" y="15282"/>
                    <a:pt x="10085" y="15299"/>
                  </a:cubicBezTo>
                  <a:cubicBezTo>
                    <a:pt x="9787" y="15490"/>
                    <a:pt x="9478" y="15692"/>
                    <a:pt x="9192" y="15871"/>
                  </a:cubicBezTo>
                  <a:cubicBezTo>
                    <a:pt x="9537" y="15573"/>
                    <a:pt x="9930" y="15252"/>
                    <a:pt x="10216" y="15025"/>
                  </a:cubicBezTo>
                  <a:cubicBezTo>
                    <a:pt x="10835" y="14513"/>
                    <a:pt x="11121" y="14228"/>
                    <a:pt x="11073" y="14132"/>
                  </a:cubicBezTo>
                  <a:cubicBezTo>
                    <a:pt x="11049" y="14097"/>
                    <a:pt x="11002" y="14061"/>
                    <a:pt x="10942" y="14049"/>
                  </a:cubicBezTo>
                  <a:cubicBezTo>
                    <a:pt x="10928" y="14045"/>
                    <a:pt x="10912" y="14044"/>
                    <a:pt x="10894" y="14044"/>
                  </a:cubicBezTo>
                  <a:cubicBezTo>
                    <a:pt x="10679" y="14044"/>
                    <a:pt x="10208" y="14320"/>
                    <a:pt x="8966" y="15144"/>
                  </a:cubicBezTo>
                  <a:cubicBezTo>
                    <a:pt x="10811" y="13811"/>
                    <a:pt x="10811" y="13799"/>
                    <a:pt x="10716" y="13644"/>
                  </a:cubicBezTo>
                  <a:cubicBezTo>
                    <a:pt x="10692" y="13597"/>
                    <a:pt x="10645" y="13561"/>
                    <a:pt x="10585" y="13549"/>
                  </a:cubicBezTo>
                  <a:cubicBezTo>
                    <a:pt x="10570" y="13546"/>
                    <a:pt x="10553" y="13544"/>
                    <a:pt x="10534" y="13544"/>
                  </a:cubicBezTo>
                  <a:cubicBezTo>
                    <a:pt x="10240" y="13544"/>
                    <a:pt x="9550" y="13995"/>
                    <a:pt x="8037" y="15025"/>
                  </a:cubicBezTo>
                  <a:cubicBezTo>
                    <a:pt x="7728" y="15228"/>
                    <a:pt x="7370" y="15466"/>
                    <a:pt x="7037" y="15692"/>
                  </a:cubicBezTo>
                  <a:cubicBezTo>
                    <a:pt x="7763" y="15180"/>
                    <a:pt x="8656" y="14585"/>
                    <a:pt x="9359" y="14109"/>
                  </a:cubicBezTo>
                  <a:cubicBezTo>
                    <a:pt x="9966" y="13692"/>
                    <a:pt x="10538" y="13311"/>
                    <a:pt x="10942" y="13025"/>
                  </a:cubicBezTo>
                  <a:cubicBezTo>
                    <a:pt x="11169" y="12870"/>
                    <a:pt x="11323" y="12763"/>
                    <a:pt x="11442" y="12680"/>
                  </a:cubicBezTo>
                  <a:cubicBezTo>
                    <a:pt x="11621" y="12549"/>
                    <a:pt x="11728" y="12466"/>
                    <a:pt x="11645" y="12335"/>
                  </a:cubicBezTo>
                  <a:cubicBezTo>
                    <a:pt x="11633" y="12299"/>
                    <a:pt x="11597" y="12275"/>
                    <a:pt x="11550" y="12263"/>
                  </a:cubicBezTo>
                  <a:cubicBezTo>
                    <a:pt x="11535" y="12258"/>
                    <a:pt x="11518" y="12255"/>
                    <a:pt x="11501" y="12255"/>
                  </a:cubicBezTo>
                  <a:cubicBezTo>
                    <a:pt x="11476" y="12255"/>
                    <a:pt x="11451" y="12261"/>
                    <a:pt x="11430" y="12275"/>
                  </a:cubicBezTo>
                  <a:lnTo>
                    <a:pt x="5894" y="15466"/>
                  </a:lnTo>
                  <a:cubicBezTo>
                    <a:pt x="6716" y="14942"/>
                    <a:pt x="7740" y="14323"/>
                    <a:pt x="8549" y="13835"/>
                  </a:cubicBezTo>
                  <a:cubicBezTo>
                    <a:pt x="11371" y="12132"/>
                    <a:pt x="11454" y="12025"/>
                    <a:pt x="11335" y="11823"/>
                  </a:cubicBezTo>
                  <a:cubicBezTo>
                    <a:pt x="11300" y="11763"/>
                    <a:pt x="11252" y="11727"/>
                    <a:pt x="11180" y="11715"/>
                  </a:cubicBezTo>
                  <a:cubicBezTo>
                    <a:pt x="11158" y="11710"/>
                    <a:pt x="11132" y="11707"/>
                    <a:pt x="11103" y="11707"/>
                  </a:cubicBezTo>
                  <a:cubicBezTo>
                    <a:pt x="11008" y="11707"/>
                    <a:pt x="10877" y="11738"/>
                    <a:pt x="10704" y="11811"/>
                  </a:cubicBezTo>
                  <a:cubicBezTo>
                    <a:pt x="11764" y="11132"/>
                    <a:pt x="11776" y="11073"/>
                    <a:pt x="11692" y="10930"/>
                  </a:cubicBezTo>
                  <a:cubicBezTo>
                    <a:pt x="11657" y="10870"/>
                    <a:pt x="11609" y="10834"/>
                    <a:pt x="11550" y="10822"/>
                  </a:cubicBezTo>
                  <a:cubicBezTo>
                    <a:pt x="11532" y="10818"/>
                    <a:pt x="11511" y="10815"/>
                    <a:pt x="11488" y="10815"/>
                  </a:cubicBezTo>
                  <a:cubicBezTo>
                    <a:pt x="11340" y="10815"/>
                    <a:pt x="11086" y="10911"/>
                    <a:pt x="10716" y="11096"/>
                  </a:cubicBezTo>
                  <a:cubicBezTo>
                    <a:pt x="11026" y="10894"/>
                    <a:pt x="11288" y="10727"/>
                    <a:pt x="11490" y="10584"/>
                  </a:cubicBezTo>
                  <a:cubicBezTo>
                    <a:pt x="11692" y="10441"/>
                    <a:pt x="11847" y="10334"/>
                    <a:pt x="11954" y="10263"/>
                  </a:cubicBezTo>
                  <a:cubicBezTo>
                    <a:pt x="12133" y="10144"/>
                    <a:pt x="12240" y="10060"/>
                    <a:pt x="12169" y="9930"/>
                  </a:cubicBezTo>
                  <a:lnTo>
                    <a:pt x="12157" y="9930"/>
                  </a:lnTo>
                  <a:cubicBezTo>
                    <a:pt x="12127" y="9878"/>
                    <a:pt x="12080" y="9854"/>
                    <a:pt x="12032" y="9854"/>
                  </a:cubicBezTo>
                  <a:cubicBezTo>
                    <a:pt x="12001" y="9854"/>
                    <a:pt x="11970" y="9864"/>
                    <a:pt x="11942" y="9882"/>
                  </a:cubicBezTo>
                  <a:cubicBezTo>
                    <a:pt x="10835" y="10596"/>
                    <a:pt x="9454" y="11465"/>
                    <a:pt x="8121" y="12287"/>
                  </a:cubicBezTo>
                  <a:cubicBezTo>
                    <a:pt x="12740" y="9394"/>
                    <a:pt x="12621" y="9179"/>
                    <a:pt x="12514" y="8989"/>
                  </a:cubicBezTo>
                  <a:cubicBezTo>
                    <a:pt x="12478" y="8941"/>
                    <a:pt x="12443" y="8918"/>
                    <a:pt x="12383" y="8906"/>
                  </a:cubicBezTo>
                  <a:cubicBezTo>
                    <a:pt x="12377" y="8900"/>
                    <a:pt x="12368" y="8897"/>
                    <a:pt x="12358" y="8897"/>
                  </a:cubicBezTo>
                  <a:cubicBezTo>
                    <a:pt x="12347" y="8897"/>
                    <a:pt x="12335" y="8900"/>
                    <a:pt x="12323" y="8906"/>
                  </a:cubicBezTo>
                  <a:cubicBezTo>
                    <a:pt x="13014" y="8394"/>
                    <a:pt x="13193" y="8120"/>
                    <a:pt x="13074" y="7917"/>
                  </a:cubicBezTo>
                  <a:cubicBezTo>
                    <a:pt x="13050" y="7882"/>
                    <a:pt x="13026" y="7858"/>
                    <a:pt x="12978" y="7846"/>
                  </a:cubicBezTo>
                  <a:cubicBezTo>
                    <a:pt x="12977" y="7846"/>
                    <a:pt x="12976" y="7846"/>
                    <a:pt x="12975" y="7846"/>
                  </a:cubicBezTo>
                  <a:cubicBezTo>
                    <a:pt x="12910" y="7846"/>
                    <a:pt x="12388" y="8144"/>
                    <a:pt x="11442" y="8751"/>
                  </a:cubicBezTo>
                  <a:cubicBezTo>
                    <a:pt x="9799" y="9787"/>
                    <a:pt x="6120" y="12120"/>
                    <a:pt x="4156" y="13180"/>
                  </a:cubicBezTo>
                  <a:cubicBezTo>
                    <a:pt x="5120" y="12561"/>
                    <a:pt x="6537" y="11656"/>
                    <a:pt x="7942" y="10751"/>
                  </a:cubicBezTo>
                  <a:cubicBezTo>
                    <a:pt x="9406" y="9810"/>
                    <a:pt x="10561" y="9060"/>
                    <a:pt x="11395" y="8513"/>
                  </a:cubicBezTo>
                  <a:cubicBezTo>
                    <a:pt x="12514" y="7786"/>
                    <a:pt x="13050" y="7358"/>
                    <a:pt x="12978" y="7251"/>
                  </a:cubicBezTo>
                  <a:cubicBezTo>
                    <a:pt x="12954" y="7203"/>
                    <a:pt x="12907" y="7167"/>
                    <a:pt x="12847" y="7155"/>
                  </a:cubicBezTo>
                  <a:cubicBezTo>
                    <a:pt x="12825" y="7153"/>
                    <a:pt x="12802" y="7152"/>
                    <a:pt x="12779" y="7152"/>
                  </a:cubicBezTo>
                  <a:cubicBezTo>
                    <a:pt x="12668" y="7152"/>
                    <a:pt x="12553" y="7175"/>
                    <a:pt x="12454" y="7215"/>
                  </a:cubicBezTo>
                  <a:cubicBezTo>
                    <a:pt x="13312" y="6584"/>
                    <a:pt x="13252" y="6465"/>
                    <a:pt x="13181" y="6358"/>
                  </a:cubicBezTo>
                  <a:cubicBezTo>
                    <a:pt x="13169" y="6322"/>
                    <a:pt x="13133" y="6298"/>
                    <a:pt x="13085" y="6286"/>
                  </a:cubicBezTo>
                  <a:cubicBezTo>
                    <a:pt x="13084" y="6286"/>
                    <a:pt x="13082" y="6286"/>
                    <a:pt x="13079" y="6286"/>
                  </a:cubicBezTo>
                  <a:cubicBezTo>
                    <a:pt x="13017" y="6286"/>
                    <a:pt x="12734" y="6441"/>
                    <a:pt x="12240" y="6762"/>
                  </a:cubicBezTo>
                  <a:cubicBezTo>
                    <a:pt x="11109" y="7489"/>
                    <a:pt x="8752" y="9001"/>
                    <a:pt x="6608" y="10299"/>
                  </a:cubicBezTo>
                  <a:cubicBezTo>
                    <a:pt x="3989" y="11882"/>
                    <a:pt x="2929" y="12394"/>
                    <a:pt x="2513" y="12549"/>
                  </a:cubicBezTo>
                  <a:cubicBezTo>
                    <a:pt x="3275" y="11918"/>
                    <a:pt x="6096" y="10251"/>
                    <a:pt x="8228" y="8989"/>
                  </a:cubicBezTo>
                  <a:cubicBezTo>
                    <a:pt x="13312" y="5977"/>
                    <a:pt x="13455" y="5822"/>
                    <a:pt x="13312" y="5572"/>
                  </a:cubicBezTo>
                  <a:cubicBezTo>
                    <a:pt x="13276" y="5512"/>
                    <a:pt x="13216" y="5465"/>
                    <a:pt x="13145" y="5453"/>
                  </a:cubicBezTo>
                  <a:cubicBezTo>
                    <a:pt x="13122" y="5448"/>
                    <a:pt x="13097" y="5446"/>
                    <a:pt x="13070" y="5446"/>
                  </a:cubicBezTo>
                  <a:cubicBezTo>
                    <a:pt x="12880" y="5446"/>
                    <a:pt x="12571" y="5553"/>
                    <a:pt x="12145" y="5750"/>
                  </a:cubicBezTo>
                  <a:lnTo>
                    <a:pt x="12204" y="5715"/>
                  </a:lnTo>
                  <a:cubicBezTo>
                    <a:pt x="12526" y="5512"/>
                    <a:pt x="12752" y="5369"/>
                    <a:pt x="12907" y="5262"/>
                  </a:cubicBezTo>
                  <a:cubicBezTo>
                    <a:pt x="13169" y="5096"/>
                    <a:pt x="13276" y="5024"/>
                    <a:pt x="13193" y="4869"/>
                  </a:cubicBezTo>
                  <a:cubicBezTo>
                    <a:pt x="13169" y="4822"/>
                    <a:pt x="13121" y="4786"/>
                    <a:pt x="13074" y="4774"/>
                  </a:cubicBezTo>
                  <a:cubicBezTo>
                    <a:pt x="13059" y="4771"/>
                    <a:pt x="13043" y="4770"/>
                    <a:pt x="13025" y="4770"/>
                  </a:cubicBezTo>
                  <a:cubicBezTo>
                    <a:pt x="12899" y="4770"/>
                    <a:pt x="12696" y="4844"/>
                    <a:pt x="12383" y="5000"/>
                  </a:cubicBezTo>
                  <a:cubicBezTo>
                    <a:pt x="12454" y="4941"/>
                    <a:pt x="12514" y="4846"/>
                    <a:pt x="12550" y="4750"/>
                  </a:cubicBezTo>
                  <a:cubicBezTo>
                    <a:pt x="12562" y="4691"/>
                    <a:pt x="12562" y="4619"/>
                    <a:pt x="12526" y="4572"/>
                  </a:cubicBezTo>
                  <a:cubicBezTo>
                    <a:pt x="12502" y="4536"/>
                    <a:pt x="12466" y="4500"/>
                    <a:pt x="12431" y="4488"/>
                  </a:cubicBezTo>
                  <a:cubicBezTo>
                    <a:pt x="12422" y="4486"/>
                    <a:pt x="12414" y="4484"/>
                    <a:pt x="12402" y="4484"/>
                  </a:cubicBezTo>
                  <a:cubicBezTo>
                    <a:pt x="12281" y="4484"/>
                    <a:pt x="11794" y="4709"/>
                    <a:pt x="7049" y="7489"/>
                  </a:cubicBezTo>
                  <a:cubicBezTo>
                    <a:pt x="5394" y="8453"/>
                    <a:pt x="3751" y="9429"/>
                    <a:pt x="2775" y="10001"/>
                  </a:cubicBezTo>
                  <a:cubicBezTo>
                    <a:pt x="3013" y="9822"/>
                    <a:pt x="3310" y="9608"/>
                    <a:pt x="3656" y="9382"/>
                  </a:cubicBezTo>
                  <a:cubicBezTo>
                    <a:pt x="4739" y="8739"/>
                    <a:pt x="6287" y="7775"/>
                    <a:pt x="8418" y="6429"/>
                  </a:cubicBezTo>
                  <a:lnTo>
                    <a:pt x="9502" y="5750"/>
                  </a:lnTo>
                  <a:cubicBezTo>
                    <a:pt x="10538" y="5131"/>
                    <a:pt x="11621" y="4512"/>
                    <a:pt x="12681" y="3905"/>
                  </a:cubicBezTo>
                  <a:cubicBezTo>
                    <a:pt x="12716" y="3893"/>
                    <a:pt x="12740" y="3857"/>
                    <a:pt x="12752" y="3810"/>
                  </a:cubicBezTo>
                  <a:cubicBezTo>
                    <a:pt x="12764" y="3774"/>
                    <a:pt x="12764" y="3726"/>
                    <a:pt x="12740" y="3691"/>
                  </a:cubicBezTo>
                  <a:cubicBezTo>
                    <a:pt x="12716" y="3655"/>
                    <a:pt x="12681" y="3631"/>
                    <a:pt x="12633" y="3619"/>
                  </a:cubicBezTo>
                  <a:cubicBezTo>
                    <a:pt x="12620" y="3616"/>
                    <a:pt x="12606" y="3614"/>
                    <a:pt x="12589" y="3614"/>
                  </a:cubicBezTo>
                  <a:cubicBezTo>
                    <a:pt x="12388" y="3614"/>
                    <a:pt x="11874" y="3897"/>
                    <a:pt x="10192" y="4941"/>
                  </a:cubicBezTo>
                  <a:cubicBezTo>
                    <a:pt x="10740" y="4596"/>
                    <a:pt x="11145" y="4322"/>
                    <a:pt x="11430" y="4107"/>
                  </a:cubicBezTo>
                  <a:cubicBezTo>
                    <a:pt x="11883" y="3786"/>
                    <a:pt x="12073" y="3607"/>
                    <a:pt x="11966" y="3441"/>
                  </a:cubicBezTo>
                  <a:cubicBezTo>
                    <a:pt x="11942" y="3405"/>
                    <a:pt x="11907" y="3381"/>
                    <a:pt x="11871" y="3369"/>
                  </a:cubicBezTo>
                  <a:cubicBezTo>
                    <a:pt x="11862" y="3367"/>
                    <a:pt x="11854" y="3364"/>
                    <a:pt x="11843" y="3364"/>
                  </a:cubicBezTo>
                  <a:cubicBezTo>
                    <a:pt x="11746" y="3364"/>
                    <a:pt x="11418" y="3535"/>
                    <a:pt x="8490" y="5238"/>
                  </a:cubicBezTo>
                  <a:cubicBezTo>
                    <a:pt x="11573" y="3286"/>
                    <a:pt x="11526" y="3191"/>
                    <a:pt x="11419" y="3012"/>
                  </a:cubicBezTo>
                  <a:cubicBezTo>
                    <a:pt x="11383" y="2952"/>
                    <a:pt x="11323" y="2905"/>
                    <a:pt x="11252" y="2893"/>
                  </a:cubicBezTo>
                  <a:cubicBezTo>
                    <a:pt x="11230" y="2890"/>
                    <a:pt x="11207" y="2888"/>
                    <a:pt x="11185" y="2888"/>
                  </a:cubicBezTo>
                  <a:cubicBezTo>
                    <a:pt x="11124" y="2888"/>
                    <a:pt x="11063" y="2899"/>
                    <a:pt x="11002" y="2917"/>
                  </a:cubicBezTo>
                  <a:cubicBezTo>
                    <a:pt x="11216" y="2679"/>
                    <a:pt x="11192" y="2560"/>
                    <a:pt x="11145" y="2464"/>
                  </a:cubicBezTo>
                  <a:cubicBezTo>
                    <a:pt x="11121" y="2429"/>
                    <a:pt x="11073" y="2393"/>
                    <a:pt x="11026" y="2381"/>
                  </a:cubicBezTo>
                  <a:cubicBezTo>
                    <a:pt x="11011" y="2377"/>
                    <a:pt x="10995" y="2373"/>
                    <a:pt x="10972" y="2373"/>
                  </a:cubicBezTo>
                  <a:cubicBezTo>
                    <a:pt x="10862" y="2373"/>
                    <a:pt x="10585" y="2464"/>
                    <a:pt x="9478" y="3072"/>
                  </a:cubicBezTo>
                  <a:cubicBezTo>
                    <a:pt x="10430" y="2452"/>
                    <a:pt x="10847" y="2179"/>
                    <a:pt x="11014" y="2036"/>
                  </a:cubicBezTo>
                  <a:cubicBezTo>
                    <a:pt x="11133" y="1929"/>
                    <a:pt x="11109" y="1881"/>
                    <a:pt x="11073" y="1821"/>
                  </a:cubicBezTo>
                  <a:cubicBezTo>
                    <a:pt x="11049" y="1786"/>
                    <a:pt x="11014" y="1750"/>
                    <a:pt x="10978" y="1750"/>
                  </a:cubicBezTo>
                  <a:cubicBezTo>
                    <a:pt x="10976" y="1749"/>
                    <a:pt x="10974" y="1749"/>
                    <a:pt x="10971" y="1749"/>
                  </a:cubicBezTo>
                  <a:cubicBezTo>
                    <a:pt x="10909" y="1749"/>
                    <a:pt x="10662" y="1881"/>
                    <a:pt x="10228" y="2167"/>
                  </a:cubicBezTo>
                  <a:cubicBezTo>
                    <a:pt x="5549" y="5155"/>
                    <a:pt x="3120" y="6584"/>
                    <a:pt x="1870" y="7239"/>
                  </a:cubicBezTo>
                  <a:cubicBezTo>
                    <a:pt x="2810" y="6632"/>
                    <a:pt x="4191" y="5750"/>
                    <a:pt x="5561" y="4869"/>
                  </a:cubicBezTo>
                  <a:cubicBezTo>
                    <a:pt x="6989" y="3953"/>
                    <a:pt x="8121" y="3214"/>
                    <a:pt x="8930" y="2691"/>
                  </a:cubicBezTo>
                  <a:cubicBezTo>
                    <a:pt x="9406" y="2381"/>
                    <a:pt x="9776" y="2131"/>
                    <a:pt x="10037" y="1964"/>
                  </a:cubicBezTo>
                  <a:cubicBezTo>
                    <a:pt x="10168" y="1869"/>
                    <a:pt x="10276" y="1809"/>
                    <a:pt x="10347" y="1750"/>
                  </a:cubicBezTo>
                  <a:cubicBezTo>
                    <a:pt x="10454" y="1679"/>
                    <a:pt x="10573" y="1595"/>
                    <a:pt x="10490" y="1464"/>
                  </a:cubicBezTo>
                  <a:cubicBezTo>
                    <a:pt x="10478" y="1428"/>
                    <a:pt x="10442" y="1405"/>
                    <a:pt x="10395" y="1393"/>
                  </a:cubicBezTo>
                  <a:cubicBezTo>
                    <a:pt x="10385" y="1390"/>
                    <a:pt x="10375" y="1388"/>
                    <a:pt x="10364" y="1388"/>
                  </a:cubicBezTo>
                  <a:cubicBezTo>
                    <a:pt x="10334" y="1388"/>
                    <a:pt x="10302" y="1399"/>
                    <a:pt x="10276" y="1417"/>
                  </a:cubicBezTo>
                  <a:cubicBezTo>
                    <a:pt x="8561" y="2488"/>
                    <a:pt x="6311" y="3857"/>
                    <a:pt x="4418" y="4977"/>
                  </a:cubicBezTo>
                  <a:cubicBezTo>
                    <a:pt x="4763" y="4762"/>
                    <a:pt x="5108" y="4548"/>
                    <a:pt x="5454" y="4322"/>
                  </a:cubicBezTo>
                  <a:cubicBezTo>
                    <a:pt x="10240" y="1262"/>
                    <a:pt x="10168" y="1131"/>
                    <a:pt x="10061" y="952"/>
                  </a:cubicBezTo>
                  <a:cubicBezTo>
                    <a:pt x="10037" y="917"/>
                    <a:pt x="10002" y="881"/>
                    <a:pt x="9966" y="881"/>
                  </a:cubicBezTo>
                  <a:cubicBezTo>
                    <a:pt x="9956" y="878"/>
                    <a:pt x="9947" y="875"/>
                    <a:pt x="9933" y="875"/>
                  </a:cubicBezTo>
                  <a:cubicBezTo>
                    <a:pt x="9836" y="875"/>
                    <a:pt x="9532" y="1020"/>
                    <a:pt x="7299" y="2310"/>
                  </a:cubicBezTo>
                  <a:cubicBezTo>
                    <a:pt x="9109" y="1107"/>
                    <a:pt x="9049" y="1012"/>
                    <a:pt x="8978" y="881"/>
                  </a:cubicBezTo>
                  <a:cubicBezTo>
                    <a:pt x="8954" y="833"/>
                    <a:pt x="8906" y="797"/>
                    <a:pt x="8859" y="786"/>
                  </a:cubicBezTo>
                  <a:cubicBezTo>
                    <a:pt x="8846" y="783"/>
                    <a:pt x="8832" y="782"/>
                    <a:pt x="8816" y="782"/>
                  </a:cubicBezTo>
                  <a:cubicBezTo>
                    <a:pt x="8479" y="782"/>
                    <a:pt x="7424" y="1409"/>
                    <a:pt x="4465" y="3298"/>
                  </a:cubicBezTo>
                  <a:cubicBezTo>
                    <a:pt x="3489" y="3917"/>
                    <a:pt x="2370" y="4631"/>
                    <a:pt x="1572" y="5096"/>
                  </a:cubicBezTo>
                  <a:cubicBezTo>
                    <a:pt x="3048" y="4060"/>
                    <a:pt x="6025" y="2119"/>
                    <a:pt x="8061" y="821"/>
                  </a:cubicBezTo>
                  <a:cubicBezTo>
                    <a:pt x="8132" y="774"/>
                    <a:pt x="8156" y="678"/>
                    <a:pt x="8109" y="607"/>
                  </a:cubicBezTo>
                  <a:cubicBezTo>
                    <a:pt x="8097" y="571"/>
                    <a:pt x="8049" y="547"/>
                    <a:pt x="8013" y="536"/>
                  </a:cubicBezTo>
                  <a:cubicBezTo>
                    <a:pt x="8002" y="533"/>
                    <a:pt x="7990" y="532"/>
                    <a:pt x="7976" y="532"/>
                  </a:cubicBezTo>
                  <a:cubicBezTo>
                    <a:pt x="7792" y="532"/>
                    <a:pt x="7368" y="785"/>
                    <a:pt x="5406" y="2060"/>
                  </a:cubicBezTo>
                  <a:cubicBezTo>
                    <a:pt x="4858" y="2417"/>
                    <a:pt x="4191" y="2857"/>
                    <a:pt x="3525" y="3274"/>
                  </a:cubicBezTo>
                  <a:lnTo>
                    <a:pt x="4001" y="2952"/>
                  </a:lnTo>
                  <a:cubicBezTo>
                    <a:pt x="7287" y="797"/>
                    <a:pt x="7216" y="666"/>
                    <a:pt x="7120" y="500"/>
                  </a:cubicBezTo>
                  <a:cubicBezTo>
                    <a:pt x="7085" y="452"/>
                    <a:pt x="7037" y="416"/>
                    <a:pt x="6978" y="405"/>
                  </a:cubicBezTo>
                  <a:cubicBezTo>
                    <a:pt x="6960" y="400"/>
                    <a:pt x="6939" y="398"/>
                    <a:pt x="6917" y="398"/>
                  </a:cubicBezTo>
                  <a:cubicBezTo>
                    <a:pt x="6526" y="398"/>
                    <a:pt x="5382" y="1072"/>
                    <a:pt x="3144" y="2500"/>
                  </a:cubicBezTo>
                  <a:cubicBezTo>
                    <a:pt x="4168" y="1821"/>
                    <a:pt x="5382" y="1036"/>
                    <a:pt x="6561" y="309"/>
                  </a:cubicBezTo>
                  <a:cubicBezTo>
                    <a:pt x="6632" y="262"/>
                    <a:pt x="6656" y="166"/>
                    <a:pt x="6608" y="95"/>
                  </a:cubicBezTo>
                  <a:cubicBezTo>
                    <a:pt x="6585" y="47"/>
                    <a:pt x="6549" y="24"/>
                    <a:pt x="6489" y="12"/>
                  </a:cubicBezTo>
                  <a:cubicBezTo>
                    <a:pt x="6473" y="6"/>
                    <a:pt x="6454" y="1"/>
                    <a:pt x="64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7018875" y="2905232"/>
              <a:ext cx="987666" cy="1165703"/>
            </a:xfrm>
            <a:custGeom>
              <a:avLst/>
              <a:gdLst/>
              <a:ahLst/>
              <a:cxnLst/>
              <a:rect l="l" t="t" r="r" b="b"/>
              <a:pathLst>
                <a:path w="14002" h="16526" fill="none" extrusionOk="0">
                  <a:moveTo>
                    <a:pt x="6692" y="0"/>
                  </a:moveTo>
                  <a:lnTo>
                    <a:pt x="6620" y="0"/>
                  </a:lnTo>
                  <a:cubicBezTo>
                    <a:pt x="2846" y="72"/>
                    <a:pt x="0" y="2965"/>
                    <a:pt x="0" y="6513"/>
                  </a:cubicBezTo>
                  <a:cubicBezTo>
                    <a:pt x="0" y="7573"/>
                    <a:pt x="262" y="8620"/>
                    <a:pt x="750" y="9561"/>
                  </a:cubicBezTo>
                  <a:cubicBezTo>
                    <a:pt x="965" y="10049"/>
                    <a:pt x="1465" y="11263"/>
                    <a:pt x="1965" y="12835"/>
                  </a:cubicBezTo>
                  <a:cubicBezTo>
                    <a:pt x="2429" y="14276"/>
                    <a:pt x="2667" y="15728"/>
                    <a:pt x="2667" y="15954"/>
                  </a:cubicBezTo>
                  <a:lnTo>
                    <a:pt x="2667" y="16026"/>
                  </a:lnTo>
                  <a:cubicBezTo>
                    <a:pt x="2667" y="16288"/>
                    <a:pt x="2870" y="16514"/>
                    <a:pt x="3144" y="16526"/>
                  </a:cubicBezTo>
                  <a:lnTo>
                    <a:pt x="3155" y="16526"/>
                  </a:lnTo>
                  <a:lnTo>
                    <a:pt x="9918" y="16526"/>
                  </a:lnTo>
                  <a:cubicBezTo>
                    <a:pt x="10192" y="16526"/>
                    <a:pt x="10406" y="16312"/>
                    <a:pt x="10406" y="16038"/>
                  </a:cubicBezTo>
                  <a:lnTo>
                    <a:pt x="10406" y="16026"/>
                  </a:lnTo>
                  <a:lnTo>
                    <a:pt x="10406" y="15954"/>
                  </a:lnTo>
                  <a:cubicBezTo>
                    <a:pt x="10406" y="15728"/>
                    <a:pt x="10644" y="14276"/>
                    <a:pt x="11109" y="12835"/>
                  </a:cubicBezTo>
                  <a:cubicBezTo>
                    <a:pt x="11609" y="11263"/>
                    <a:pt x="12109" y="10049"/>
                    <a:pt x="12323" y="9561"/>
                  </a:cubicBezTo>
                  <a:cubicBezTo>
                    <a:pt x="14002" y="6382"/>
                    <a:pt x="12788" y="2441"/>
                    <a:pt x="9609" y="762"/>
                  </a:cubicBezTo>
                  <a:cubicBezTo>
                    <a:pt x="8704" y="286"/>
                    <a:pt x="7716" y="24"/>
                    <a:pt x="6703" y="0"/>
                  </a:cubicBezTo>
                  <a:lnTo>
                    <a:pt x="6692" y="0"/>
                  </a:lnTo>
                  <a:close/>
                </a:path>
              </a:pathLst>
            </a:custGeom>
            <a:noFill/>
            <a:ln w="74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7610977" y="2963990"/>
              <a:ext cx="41194" cy="15166"/>
            </a:xfrm>
            <a:custGeom>
              <a:avLst/>
              <a:gdLst/>
              <a:ahLst/>
              <a:cxnLst/>
              <a:rect l="l" t="t" r="r" b="b"/>
              <a:pathLst>
                <a:path w="584" h="215" fill="none" extrusionOk="0">
                  <a:moveTo>
                    <a:pt x="584" y="215"/>
                  </a:moveTo>
                  <a:cubicBezTo>
                    <a:pt x="393" y="132"/>
                    <a:pt x="203" y="60"/>
                    <a:pt x="0" y="1"/>
                  </a:cubicBez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7684831" y="2995944"/>
              <a:ext cx="120196" cy="99952"/>
            </a:xfrm>
            <a:custGeom>
              <a:avLst/>
              <a:gdLst/>
              <a:ahLst/>
              <a:cxnLst/>
              <a:rect l="l" t="t" r="r" b="b"/>
              <a:pathLst>
                <a:path w="1704" h="1417" fill="none" extrusionOk="0">
                  <a:moveTo>
                    <a:pt x="1704" y="1417"/>
                  </a:moveTo>
                  <a:cubicBezTo>
                    <a:pt x="1704" y="1417"/>
                    <a:pt x="1168" y="572"/>
                    <a:pt x="1" y="0"/>
                  </a:cubicBez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7348079" y="3511581"/>
              <a:ext cx="276366" cy="556047"/>
            </a:xfrm>
            <a:custGeom>
              <a:avLst/>
              <a:gdLst/>
              <a:ahLst/>
              <a:cxnLst/>
              <a:rect l="l" t="t" r="r" b="b"/>
              <a:pathLst>
                <a:path w="3918" h="7883" fill="none" extrusionOk="0">
                  <a:moveTo>
                    <a:pt x="1441" y="4977"/>
                  </a:moveTo>
                  <a:lnTo>
                    <a:pt x="1441" y="1632"/>
                  </a:lnTo>
                  <a:cubicBezTo>
                    <a:pt x="1441" y="1632"/>
                    <a:pt x="1703" y="0"/>
                    <a:pt x="846" y="0"/>
                  </a:cubicBezTo>
                  <a:cubicBezTo>
                    <a:pt x="1" y="0"/>
                    <a:pt x="72" y="846"/>
                    <a:pt x="1048" y="1763"/>
                  </a:cubicBezTo>
                  <a:cubicBezTo>
                    <a:pt x="2025" y="2679"/>
                    <a:pt x="3525" y="1834"/>
                    <a:pt x="3715" y="1108"/>
                  </a:cubicBezTo>
                  <a:cubicBezTo>
                    <a:pt x="3918" y="393"/>
                    <a:pt x="3394" y="72"/>
                    <a:pt x="3060" y="655"/>
                  </a:cubicBezTo>
                  <a:cubicBezTo>
                    <a:pt x="2739" y="1239"/>
                    <a:pt x="3060" y="7882"/>
                    <a:pt x="3060" y="7882"/>
                  </a:cubicBez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7322050" y="2785951"/>
              <a:ext cx="25252" cy="80695"/>
            </a:xfrm>
            <a:custGeom>
              <a:avLst/>
              <a:gdLst/>
              <a:ahLst/>
              <a:cxnLst/>
              <a:rect l="l" t="t" r="r" b="b"/>
              <a:pathLst>
                <a:path w="358" h="1144" fill="none" extrusionOk="0">
                  <a:moveTo>
                    <a:pt x="0" y="0"/>
                  </a:moveTo>
                  <a:lnTo>
                    <a:pt x="358" y="1143"/>
                  </a:ln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4"/>
            <p:cNvSpPr/>
            <p:nvPr/>
          </p:nvSpPr>
          <p:spPr>
            <a:xfrm>
              <a:off x="7861248" y="2960604"/>
              <a:ext cx="83164" cy="65600"/>
            </a:xfrm>
            <a:custGeom>
              <a:avLst/>
              <a:gdLst/>
              <a:ahLst/>
              <a:cxnLst/>
              <a:rect l="l" t="t" r="r" b="b"/>
              <a:pathLst>
                <a:path w="1179" h="930" fill="none" extrusionOk="0">
                  <a:moveTo>
                    <a:pt x="1179" y="1"/>
                  </a:moveTo>
                  <a:lnTo>
                    <a:pt x="0" y="930"/>
                  </a:ln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7602583" y="2727968"/>
              <a:ext cx="31953" cy="138677"/>
            </a:xfrm>
            <a:custGeom>
              <a:avLst/>
              <a:gdLst/>
              <a:ahLst/>
              <a:cxnLst/>
              <a:rect l="l" t="t" r="r" b="b"/>
              <a:pathLst>
                <a:path w="453" h="1966" fill="none" extrusionOk="0">
                  <a:moveTo>
                    <a:pt x="453" y="1"/>
                  </a:moveTo>
                  <a:lnTo>
                    <a:pt x="0" y="1965"/>
                  </a:lnTo>
                </a:path>
              </a:pathLst>
            </a:custGeom>
            <a:noFill/>
            <a:ln w="113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4"/>
            <p:cNvSpPr/>
            <p:nvPr/>
          </p:nvSpPr>
          <p:spPr>
            <a:xfrm>
              <a:off x="7216242" y="4105375"/>
              <a:ext cx="527479" cy="29414"/>
            </a:xfrm>
            <a:custGeom>
              <a:avLst/>
              <a:gdLst/>
              <a:ahLst/>
              <a:cxnLst/>
              <a:rect l="l" t="t" r="r" b="b"/>
              <a:pathLst>
                <a:path w="7478" h="41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250"/>
                  </a:lnTo>
                  <a:cubicBezTo>
                    <a:pt x="0" y="334"/>
                    <a:pt x="72" y="417"/>
                    <a:pt x="167" y="417"/>
                  </a:cubicBezTo>
                  <a:lnTo>
                    <a:pt x="7311" y="417"/>
                  </a:lnTo>
                  <a:cubicBezTo>
                    <a:pt x="7406" y="417"/>
                    <a:pt x="7477" y="334"/>
                    <a:pt x="7477" y="250"/>
                  </a:cubicBezTo>
                  <a:lnTo>
                    <a:pt x="7477" y="167"/>
                  </a:lnTo>
                  <a:cubicBezTo>
                    <a:pt x="7477" y="72"/>
                    <a:pt x="7406" y="0"/>
                    <a:pt x="7311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4"/>
            <p:cNvSpPr/>
            <p:nvPr/>
          </p:nvSpPr>
          <p:spPr>
            <a:xfrm>
              <a:off x="7216242" y="4170835"/>
              <a:ext cx="527479" cy="29485"/>
            </a:xfrm>
            <a:custGeom>
              <a:avLst/>
              <a:gdLst/>
              <a:ahLst/>
              <a:cxnLst/>
              <a:rect l="l" t="t" r="r" b="b"/>
              <a:pathLst>
                <a:path w="7478" h="418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251"/>
                  </a:lnTo>
                  <a:cubicBezTo>
                    <a:pt x="0" y="346"/>
                    <a:pt x="72" y="418"/>
                    <a:pt x="167" y="418"/>
                  </a:cubicBezTo>
                  <a:lnTo>
                    <a:pt x="7311" y="418"/>
                  </a:lnTo>
                  <a:cubicBezTo>
                    <a:pt x="7406" y="418"/>
                    <a:pt x="7477" y="346"/>
                    <a:pt x="7477" y="251"/>
                  </a:cubicBezTo>
                  <a:lnTo>
                    <a:pt x="7477" y="168"/>
                  </a:lnTo>
                  <a:cubicBezTo>
                    <a:pt x="7477" y="72"/>
                    <a:pt x="7406" y="1"/>
                    <a:pt x="7311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7216242" y="4236365"/>
              <a:ext cx="527479" cy="29485"/>
            </a:xfrm>
            <a:custGeom>
              <a:avLst/>
              <a:gdLst/>
              <a:ahLst/>
              <a:cxnLst/>
              <a:rect l="l" t="t" r="r" b="b"/>
              <a:pathLst>
                <a:path w="7478" h="418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251"/>
                  </a:lnTo>
                  <a:cubicBezTo>
                    <a:pt x="0" y="346"/>
                    <a:pt x="72" y="417"/>
                    <a:pt x="167" y="417"/>
                  </a:cubicBezTo>
                  <a:lnTo>
                    <a:pt x="7311" y="417"/>
                  </a:lnTo>
                  <a:cubicBezTo>
                    <a:pt x="7406" y="417"/>
                    <a:pt x="7477" y="346"/>
                    <a:pt x="7477" y="251"/>
                  </a:cubicBezTo>
                  <a:lnTo>
                    <a:pt x="7477" y="167"/>
                  </a:lnTo>
                  <a:cubicBezTo>
                    <a:pt x="7477" y="72"/>
                    <a:pt x="7406" y="1"/>
                    <a:pt x="7311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4"/>
            <p:cNvSpPr/>
            <p:nvPr/>
          </p:nvSpPr>
          <p:spPr>
            <a:xfrm>
              <a:off x="7237192" y="4301049"/>
              <a:ext cx="487203" cy="131059"/>
            </a:xfrm>
            <a:custGeom>
              <a:avLst/>
              <a:gdLst/>
              <a:ahLst/>
              <a:cxnLst/>
              <a:rect l="l" t="t" r="r" b="b"/>
              <a:pathLst>
                <a:path w="6907" h="1858" extrusionOk="0">
                  <a:moveTo>
                    <a:pt x="1" y="0"/>
                  </a:moveTo>
                  <a:lnTo>
                    <a:pt x="1049" y="1453"/>
                  </a:lnTo>
                  <a:cubicBezTo>
                    <a:pt x="1239" y="1703"/>
                    <a:pt x="1525" y="1858"/>
                    <a:pt x="1846" y="1858"/>
                  </a:cubicBezTo>
                  <a:lnTo>
                    <a:pt x="5073" y="1858"/>
                  </a:lnTo>
                  <a:cubicBezTo>
                    <a:pt x="5383" y="1858"/>
                    <a:pt x="5680" y="1703"/>
                    <a:pt x="5859" y="1453"/>
                  </a:cubicBezTo>
                  <a:lnTo>
                    <a:pt x="6907" y="0"/>
                  </a:ln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4"/>
            <p:cNvSpPr/>
            <p:nvPr/>
          </p:nvSpPr>
          <p:spPr>
            <a:xfrm>
              <a:off x="7899833" y="3151129"/>
              <a:ext cx="472107" cy="404885"/>
            </a:xfrm>
            <a:custGeom>
              <a:avLst/>
              <a:gdLst/>
              <a:ahLst/>
              <a:cxnLst/>
              <a:rect l="l" t="t" r="r" b="b"/>
              <a:pathLst>
                <a:path w="6693" h="5740" extrusionOk="0">
                  <a:moveTo>
                    <a:pt x="4841" y="1"/>
                  </a:moveTo>
                  <a:cubicBezTo>
                    <a:pt x="3809" y="1"/>
                    <a:pt x="2144" y="729"/>
                    <a:pt x="2144" y="729"/>
                  </a:cubicBezTo>
                  <a:cubicBezTo>
                    <a:pt x="2144" y="729"/>
                    <a:pt x="1477" y="1455"/>
                    <a:pt x="930" y="1824"/>
                  </a:cubicBezTo>
                  <a:cubicBezTo>
                    <a:pt x="382" y="2182"/>
                    <a:pt x="1" y="2670"/>
                    <a:pt x="501" y="2908"/>
                  </a:cubicBezTo>
                  <a:cubicBezTo>
                    <a:pt x="583" y="2949"/>
                    <a:pt x="674" y="2964"/>
                    <a:pt x="762" y="2964"/>
                  </a:cubicBezTo>
                  <a:cubicBezTo>
                    <a:pt x="882" y="2964"/>
                    <a:pt x="999" y="2936"/>
                    <a:pt x="1087" y="2908"/>
                  </a:cubicBezTo>
                  <a:lnTo>
                    <a:pt x="1087" y="2908"/>
                  </a:lnTo>
                  <a:cubicBezTo>
                    <a:pt x="882" y="3004"/>
                    <a:pt x="532" y="3224"/>
                    <a:pt x="441" y="3646"/>
                  </a:cubicBezTo>
                  <a:cubicBezTo>
                    <a:pt x="376" y="3979"/>
                    <a:pt x="748" y="4054"/>
                    <a:pt x="1097" y="4054"/>
                  </a:cubicBezTo>
                  <a:cubicBezTo>
                    <a:pt x="1384" y="4054"/>
                    <a:pt x="1656" y="4003"/>
                    <a:pt x="1656" y="4003"/>
                  </a:cubicBezTo>
                  <a:lnTo>
                    <a:pt x="1656" y="4003"/>
                  </a:lnTo>
                  <a:cubicBezTo>
                    <a:pt x="1656" y="4003"/>
                    <a:pt x="680" y="4670"/>
                    <a:pt x="989" y="4908"/>
                  </a:cubicBezTo>
                  <a:cubicBezTo>
                    <a:pt x="1107" y="5007"/>
                    <a:pt x="1274" y="5037"/>
                    <a:pt x="1450" y="5037"/>
                  </a:cubicBezTo>
                  <a:cubicBezTo>
                    <a:pt x="1719" y="5037"/>
                    <a:pt x="2012" y="4968"/>
                    <a:pt x="2192" y="4968"/>
                  </a:cubicBezTo>
                  <a:cubicBezTo>
                    <a:pt x="2501" y="4968"/>
                    <a:pt x="4013" y="4003"/>
                    <a:pt x="4382" y="4003"/>
                  </a:cubicBezTo>
                  <a:cubicBezTo>
                    <a:pt x="4752" y="4003"/>
                    <a:pt x="5478" y="4789"/>
                    <a:pt x="5478" y="5396"/>
                  </a:cubicBezTo>
                  <a:cubicBezTo>
                    <a:pt x="5478" y="5608"/>
                    <a:pt x="5596" y="5739"/>
                    <a:pt x="5754" y="5739"/>
                  </a:cubicBezTo>
                  <a:cubicBezTo>
                    <a:pt x="6049" y="5739"/>
                    <a:pt x="6484" y="5286"/>
                    <a:pt x="6561" y="4063"/>
                  </a:cubicBezTo>
                  <a:cubicBezTo>
                    <a:pt x="6692" y="2182"/>
                    <a:pt x="6204" y="610"/>
                    <a:pt x="5406" y="122"/>
                  </a:cubicBezTo>
                  <a:cubicBezTo>
                    <a:pt x="5265" y="36"/>
                    <a:pt x="5068" y="1"/>
                    <a:pt x="4841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4"/>
            <p:cNvSpPr/>
            <p:nvPr/>
          </p:nvSpPr>
          <p:spPr>
            <a:xfrm>
              <a:off x="8024969" y="3268011"/>
              <a:ext cx="299925" cy="88242"/>
            </a:xfrm>
            <a:custGeom>
              <a:avLst/>
              <a:gdLst/>
              <a:ahLst/>
              <a:cxnLst/>
              <a:rect l="l" t="t" r="r" b="b"/>
              <a:pathLst>
                <a:path w="4252" h="1251" fill="none" extrusionOk="0">
                  <a:moveTo>
                    <a:pt x="1" y="1132"/>
                  </a:moveTo>
                  <a:lnTo>
                    <a:pt x="2418" y="227"/>
                  </a:lnTo>
                  <a:cubicBezTo>
                    <a:pt x="2418" y="227"/>
                    <a:pt x="3489" y="1"/>
                    <a:pt x="4251" y="125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4"/>
            <p:cNvSpPr/>
            <p:nvPr/>
          </p:nvSpPr>
          <p:spPr>
            <a:xfrm>
              <a:off x="8055230" y="3369658"/>
              <a:ext cx="265433" cy="80695"/>
            </a:xfrm>
            <a:custGeom>
              <a:avLst/>
              <a:gdLst/>
              <a:ahLst/>
              <a:cxnLst/>
              <a:rect l="l" t="t" r="r" b="b"/>
              <a:pathLst>
                <a:path w="3763" h="1144" fill="none" extrusionOk="0">
                  <a:moveTo>
                    <a:pt x="1" y="417"/>
                  </a:moveTo>
                  <a:lnTo>
                    <a:pt x="2179" y="60"/>
                  </a:lnTo>
                  <a:cubicBezTo>
                    <a:pt x="2179" y="60"/>
                    <a:pt x="3156" y="0"/>
                    <a:pt x="3763" y="1143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4"/>
            <p:cNvSpPr/>
            <p:nvPr/>
          </p:nvSpPr>
          <p:spPr>
            <a:xfrm>
              <a:off x="7977990" y="3095545"/>
              <a:ext cx="692890" cy="1098904"/>
            </a:xfrm>
            <a:custGeom>
              <a:avLst/>
              <a:gdLst/>
              <a:ahLst/>
              <a:cxnLst/>
              <a:rect l="l" t="t" r="r" b="b"/>
              <a:pathLst>
                <a:path w="9823" h="15579" extrusionOk="0">
                  <a:moveTo>
                    <a:pt x="4317" y="0"/>
                  </a:moveTo>
                  <a:cubicBezTo>
                    <a:pt x="4282" y="0"/>
                    <a:pt x="4248" y="2"/>
                    <a:pt x="4215" y="5"/>
                  </a:cubicBezTo>
                  <a:cubicBezTo>
                    <a:pt x="3596" y="64"/>
                    <a:pt x="1941" y="243"/>
                    <a:pt x="1274" y="731"/>
                  </a:cubicBezTo>
                  <a:cubicBezTo>
                    <a:pt x="607" y="1219"/>
                    <a:pt x="0" y="1815"/>
                    <a:pt x="607" y="2005"/>
                  </a:cubicBezTo>
                  <a:cubicBezTo>
                    <a:pt x="712" y="2036"/>
                    <a:pt x="823" y="2049"/>
                    <a:pt x="940" y="2049"/>
                  </a:cubicBezTo>
                  <a:cubicBezTo>
                    <a:pt x="1652" y="2049"/>
                    <a:pt x="2556" y="1554"/>
                    <a:pt x="3277" y="1554"/>
                  </a:cubicBezTo>
                  <a:cubicBezTo>
                    <a:pt x="3579" y="1554"/>
                    <a:pt x="3849" y="1641"/>
                    <a:pt x="4060" y="1886"/>
                  </a:cubicBezTo>
                  <a:cubicBezTo>
                    <a:pt x="4417" y="2315"/>
                    <a:pt x="4846" y="4184"/>
                    <a:pt x="4906" y="4422"/>
                  </a:cubicBezTo>
                  <a:cubicBezTo>
                    <a:pt x="4906" y="4422"/>
                    <a:pt x="4608" y="5577"/>
                    <a:pt x="3763" y="5756"/>
                  </a:cubicBezTo>
                  <a:lnTo>
                    <a:pt x="2120" y="6125"/>
                  </a:lnTo>
                  <a:lnTo>
                    <a:pt x="3096" y="10006"/>
                  </a:lnTo>
                  <a:cubicBezTo>
                    <a:pt x="3096" y="10006"/>
                    <a:pt x="3941" y="11697"/>
                    <a:pt x="4179" y="12423"/>
                  </a:cubicBezTo>
                  <a:cubicBezTo>
                    <a:pt x="4429" y="13149"/>
                    <a:pt x="6906" y="15578"/>
                    <a:pt x="6906" y="15578"/>
                  </a:cubicBezTo>
                  <a:lnTo>
                    <a:pt x="9823" y="12792"/>
                  </a:lnTo>
                  <a:cubicBezTo>
                    <a:pt x="9823" y="12792"/>
                    <a:pt x="8489" y="11209"/>
                    <a:pt x="8430" y="10851"/>
                  </a:cubicBezTo>
                  <a:cubicBezTo>
                    <a:pt x="8370" y="10482"/>
                    <a:pt x="8120" y="6244"/>
                    <a:pt x="8120" y="5637"/>
                  </a:cubicBezTo>
                  <a:cubicBezTo>
                    <a:pt x="8120" y="5029"/>
                    <a:pt x="6906" y="3577"/>
                    <a:pt x="6906" y="3577"/>
                  </a:cubicBezTo>
                  <a:cubicBezTo>
                    <a:pt x="6906" y="3577"/>
                    <a:pt x="6418" y="2862"/>
                    <a:pt x="6168" y="1648"/>
                  </a:cubicBezTo>
                  <a:cubicBezTo>
                    <a:pt x="5942" y="499"/>
                    <a:pt x="4939" y="0"/>
                    <a:pt x="4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4"/>
            <p:cNvSpPr/>
            <p:nvPr/>
          </p:nvSpPr>
          <p:spPr>
            <a:xfrm>
              <a:off x="7977990" y="3091665"/>
              <a:ext cx="692890" cy="1102783"/>
            </a:xfrm>
            <a:custGeom>
              <a:avLst/>
              <a:gdLst/>
              <a:ahLst/>
              <a:cxnLst/>
              <a:rect l="l" t="t" r="r" b="b"/>
              <a:pathLst>
                <a:path w="9823" h="15634" fill="none" extrusionOk="0">
                  <a:moveTo>
                    <a:pt x="3763" y="5811"/>
                  </a:moveTo>
                  <a:lnTo>
                    <a:pt x="2120" y="6180"/>
                  </a:lnTo>
                  <a:lnTo>
                    <a:pt x="3096" y="10061"/>
                  </a:lnTo>
                  <a:cubicBezTo>
                    <a:pt x="3096" y="10061"/>
                    <a:pt x="3941" y="11752"/>
                    <a:pt x="4179" y="12478"/>
                  </a:cubicBezTo>
                  <a:cubicBezTo>
                    <a:pt x="4429" y="13204"/>
                    <a:pt x="6906" y="15633"/>
                    <a:pt x="6906" y="15633"/>
                  </a:cubicBezTo>
                  <a:lnTo>
                    <a:pt x="9823" y="12847"/>
                  </a:lnTo>
                  <a:cubicBezTo>
                    <a:pt x="9823" y="12847"/>
                    <a:pt x="8489" y="11264"/>
                    <a:pt x="8430" y="10906"/>
                  </a:cubicBezTo>
                  <a:cubicBezTo>
                    <a:pt x="8370" y="10537"/>
                    <a:pt x="8120" y="6299"/>
                    <a:pt x="8120" y="5692"/>
                  </a:cubicBezTo>
                  <a:cubicBezTo>
                    <a:pt x="8120" y="5084"/>
                    <a:pt x="6906" y="3632"/>
                    <a:pt x="6906" y="3632"/>
                  </a:cubicBezTo>
                  <a:cubicBezTo>
                    <a:pt x="6906" y="3632"/>
                    <a:pt x="6418" y="2917"/>
                    <a:pt x="6168" y="1703"/>
                  </a:cubicBezTo>
                  <a:cubicBezTo>
                    <a:pt x="5930" y="488"/>
                    <a:pt x="4822" y="0"/>
                    <a:pt x="4215" y="60"/>
                  </a:cubicBezTo>
                  <a:cubicBezTo>
                    <a:pt x="3596" y="119"/>
                    <a:pt x="1941" y="298"/>
                    <a:pt x="1274" y="786"/>
                  </a:cubicBezTo>
                  <a:cubicBezTo>
                    <a:pt x="607" y="1274"/>
                    <a:pt x="0" y="1870"/>
                    <a:pt x="607" y="2060"/>
                  </a:cubicBezTo>
                  <a:cubicBezTo>
                    <a:pt x="1619" y="2358"/>
                    <a:pt x="3263" y="1012"/>
                    <a:pt x="4060" y="1941"/>
                  </a:cubicBezTo>
                  <a:cubicBezTo>
                    <a:pt x="4417" y="2370"/>
                    <a:pt x="4846" y="4239"/>
                    <a:pt x="4906" y="4477"/>
                  </a:cubicBezTo>
                  <a:cubicBezTo>
                    <a:pt x="4906" y="4477"/>
                    <a:pt x="4608" y="5632"/>
                    <a:pt x="3763" y="5811"/>
                  </a:cubicBezTo>
                  <a:lnTo>
                    <a:pt x="3763" y="581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4"/>
            <p:cNvSpPr/>
            <p:nvPr/>
          </p:nvSpPr>
          <p:spPr>
            <a:xfrm>
              <a:off x="7809191" y="3101893"/>
              <a:ext cx="35339" cy="28215"/>
            </a:xfrm>
            <a:custGeom>
              <a:avLst/>
              <a:gdLst/>
              <a:ahLst/>
              <a:cxnLst/>
              <a:rect l="l" t="t" r="r" b="b"/>
              <a:pathLst>
                <a:path w="501" h="400" extrusionOk="0">
                  <a:moveTo>
                    <a:pt x="127" y="0"/>
                  </a:moveTo>
                  <a:cubicBezTo>
                    <a:pt x="97" y="0"/>
                    <a:pt x="68" y="13"/>
                    <a:pt x="48" y="34"/>
                  </a:cubicBezTo>
                  <a:cubicBezTo>
                    <a:pt x="48" y="46"/>
                    <a:pt x="48" y="46"/>
                    <a:pt x="36" y="46"/>
                  </a:cubicBezTo>
                  <a:cubicBezTo>
                    <a:pt x="0" y="105"/>
                    <a:pt x="12" y="165"/>
                    <a:pt x="71" y="201"/>
                  </a:cubicBezTo>
                  <a:lnTo>
                    <a:pt x="310" y="379"/>
                  </a:lnTo>
                  <a:cubicBezTo>
                    <a:pt x="332" y="393"/>
                    <a:pt x="356" y="399"/>
                    <a:pt x="379" y="399"/>
                  </a:cubicBezTo>
                  <a:cubicBezTo>
                    <a:pt x="418" y="399"/>
                    <a:pt x="454" y="381"/>
                    <a:pt x="476" y="343"/>
                  </a:cubicBezTo>
                  <a:cubicBezTo>
                    <a:pt x="500" y="296"/>
                    <a:pt x="488" y="224"/>
                    <a:pt x="441" y="189"/>
                  </a:cubicBezTo>
                  <a:lnTo>
                    <a:pt x="191" y="22"/>
                  </a:lnTo>
                  <a:cubicBezTo>
                    <a:pt x="171" y="7"/>
                    <a:pt x="149" y="0"/>
                    <a:pt x="127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4"/>
            <p:cNvSpPr/>
            <p:nvPr/>
          </p:nvSpPr>
          <p:spPr>
            <a:xfrm>
              <a:off x="7825132" y="3112756"/>
              <a:ext cx="647534" cy="462726"/>
            </a:xfrm>
            <a:custGeom>
              <a:avLst/>
              <a:gdLst/>
              <a:ahLst/>
              <a:cxnLst/>
              <a:rect l="l" t="t" r="r" b="b"/>
              <a:pathLst>
                <a:path w="9180" h="6560" extrusionOk="0">
                  <a:moveTo>
                    <a:pt x="291" y="1"/>
                  </a:moveTo>
                  <a:cubicBezTo>
                    <a:pt x="222" y="1"/>
                    <a:pt x="155" y="28"/>
                    <a:pt x="107" y="82"/>
                  </a:cubicBezTo>
                  <a:cubicBezTo>
                    <a:pt x="96" y="94"/>
                    <a:pt x="96" y="106"/>
                    <a:pt x="84" y="118"/>
                  </a:cubicBezTo>
                  <a:cubicBezTo>
                    <a:pt x="0" y="237"/>
                    <a:pt x="36" y="392"/>
                    <a:pt x="155" y="475"/>
                  </a:cubicBezTo>
                  <a:lnTo>
                    <a:pt x="750" y="999"/>
                  </a:lnTo>
                  <a:lnTo>
                    <a:pt x="8156" y="6452"/>
                  </a:lnTo>
                  <a:cubicBezTo>
                    <a:pt x="8260" y="6525"/>
                    <a:pt x="8378" y="6559"/>
                    <a:pt x="8494" y="6559"/>
                  </a:cubicBezTo>
                  <a:cubicBezTo>
                    <a:pt x="8685" y="6559"/>
                    <a:pt x="8871" y="6467"/>
                    <a:pt x="8989" y="6297"/>
                  </a:cubicBezTo>
                  <a:cubicBezTo>
                    <a:pt x="9180" y="6024"/>
                    <a:pt x="9120" y="5654"/>
                    <a:pt x="8847" y="5464"/>
                  </a:cubicBezTo>
                  <a:lnTo>
                    <a:pt x="1215" y="451"/>
                  </a:lnTo>
                  <a:lnTo>
                    <a:pt x="441" y="47"/>
                  </a:lnTo>
                  <a:cubicBezTo>
                    <a:pt x="395" y="16"/>
                    <a:pt x="342" y="1"/>
                    <a:pt x="291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4"/>
            <p:cNvSpPr/>
            <p:nvPr/>
          </p:nvSpPr>
          <p:spPr>
            <a:xfrm>
              <a:off x="8250904" y="3395686"/>
              <a:ext cx="221770" cy="179800"/>
            </a:xfrm>
            <a:custGeom>
              <a:avLst/>
              <a:gdLst/>
              <a:ahLst/>
              <a:cxnLst/>
              <a:rect l="l" t="t" r="r" b="b"/>
              <a:pathLst>
                <a:path w="3144" h="2549" extrusionOk="0">
                  <a:moveTo>
                    <a:pt x="608" y="0"/>
                  </a:moveTo>
                  <a:cubicBezTo>
                    <a:pt x="263" y="108"/>
                    <a:pt x="13" y="417"/>
                    <a:pt x="1" y="786"/>
                  </a:cubicBezTo>
                  <a:cubicBezTo>
                    <a:pt x="1" y="822"/>
                    <a:pt x="13" y="858"/>
                    <a:pt x="13" y="893"/>
                  </a:cubicBezTo>
                  <a:lnTo>
                    <a:pt x="2120" y="2441"/>
                  </a:lnTo>
                  <a:cubicBezTo>
                    <a:pt x="2224" y="2514"/>
                    <a:pt x="2342" y="2548"/>
                    <a:pt x="2458" y="2548"/>
                  </a:cubicBezTo>
                  <a:cubicBezTo>
                    <a:pt x="2649" y="2548"/>
                    <a:pt x="2835" y="2456"/>
                    <a:pt x="2953" y="2286"/>
                  </a:cubicBezTo>
                  <a:cubicBezTo>
                    <a:pt x="3144" y="2013"/>
                    <a:pt x="3084" y="1643"/>
                    <a:pt x="2811" y="1453"/>
                  </a:cubicBezTo>
                  <a:lnTo>
                    <a:pt x="608" y="0"/>
                  </a:ln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4"/>
            <p:cNvSpPr/>
            <p:nvPr/>
          </p:nvSpPr>
          <p:spPr>
            <a:xfrm>
              <a:off x="7978836" y="3251929"/>
              <a:ext cx="294847" cy="719976"/>
            </a:xfrm>
            <a:custGeom>
              <a:avLst/>
              <a:gdLst/>
              <a:ahLst/>
              <a:cxnLst/>
              <a:rect l="l" t="t" r="r" b="b"/>
              <a:pathLst>
                <a:path w="4180" h="10207" extrusionOk="0">
                  <a:moveTo>
                    <a:pt x="518" y="1"/>
                  </a:moveTo>
                  <a:cubicBezTo>
                    <a:pt x="220" y="1"/>
                    <a:pt x="0" y="270"/>
                    <a:pt x="0" y="753"/>
                  </a:cubicBezTo>
                  <a:cubicBezTo>
                    <a:pt x="0" y="1669"/>
                    <a:pt x="238" y="2538"/>
                    <a:pt x="595" y="3622"/>
                  </a:cubicBezTo>
                  <a:cubicBezTo>
                    <a:pt x="965" y="4705"/>
                    <a:pt x="1941" y="5789"/>
                    <a:pt x="2298" y="6265"/>
                  </a:cubicBezTo>
                  <a:cubicBezTo>
                    <a:pt x="2655" y="6753"/>
                    <a:pt x="3512" y="9242"/>
                    <a:pt x="4179" y="10206"/>
                  </a:cubicBezTo>
                  <a:lnTo>
                    <a:pt x="4179" y="3539"/>
                  </a:lnTo>
                  <a:cubicBezTo>
                    <a:pt x="4047" y="3564"/>
                    <a:pt x="3923" y="3576"/>
                    <a:pt x="3809" y="3576"/>
                  </a:cubicBezTo>
                  <a:cubicBezTo>
                    <a:pt x="3079" y="3576"/>
                    <a:pt x="2715" y="3122"/>
                    <a:pt x="2715" y="3122"/>
                  </a:cubicBezTo>
                  <a:cubicBezTo>
                    <a:pt x="2715" y="3122"/>
                    <a:pt x="1988" y="1634"/>
                    <a:pt x="1381" y="657"/>
                  </a:cubicBezTo>
                  <a:cubicBezTo>
                    <a:pt x="1098" y="207"/>
                    <a:pt x="778" y="1"/>
                    <a:pt x="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4"/>
            <p:cNvSpPr/>
            <p:nvPr/>
          </p:nvSpPr>
          <p:spPr>
            <a:xfrm>
              <a:off x="7978836" y="3230203"/>
              <a:ext cx="294847" cy="741702"/>
            </a:xfrm>
            <a:custGeom>
              <a:avLst/>
              <a:gdLst/>
              <a:ahLst/>
              <a:cxnLst/>
              <a:rect l="l" t="t" r="r" b="b"/>
              <a:pathLst>
                <a:path w="4180" h="10515" fill="none" extrusionOk="0">
                  <a:moveTo>
                    <a:pt x="4179" y="10514"/>
                  </a:moveTo>
                  <a:cubicBezTo>
                    <a:pt x="3512" y="9550"/>
                    <a:pt x="2655" y="7061"/>
                    <a:pt x="2298" y="6573"/>
                  </a:cubicBezTo>
                  <a:cubicBezTo>
                    <a:pt x="1941" y="6097"/>
                    <a:pt x="965" y="5013"/>
                    <a:pt x="595" y="3930"/>
                  </a:cubicBezTo>
                  <a:cubicBezTo>
                    <a:pt x="238" y="2846"/>
                    <a:pt x="0" y="1977"/>
                    <a:pt x="0" y="1061"/>
                  </a:cubicBezTo>
                  <a:cubicBezTo>
                    <a:pt x="0" y="156"/>
                    <a:pt x="774" y="1"/>
                    <a:pt x="1381" y="965"/>
                  </a:cubicBezTo>
                  <a:cubicBezTo>
                    <a:pt x="1988" y="1942"/>
                    <a:pt x="2715" y="3430"/>
                    <a:pt x="2715" y="3430"/>
                  </a:cubicBezTo>
                  <a:cubicBezTo>
                    <a:pt x="2715" y="3430"/>
                    <a:pt x="3203" y="4037"/>
                    <a:pt x="4179" y="384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4"/>
            <p:cNvSpPr/>
            <p:nvPr/>
          </p:nvSpPr>
          <p:spPr>
            <a:xfrm>
              <a:off x="7965363" y="3261875"/>
              <a:ext cx="80695" cy="90217"/>
            </a:xfrm>
            <a:custGeom>
              <a:avLst/>
              <a:gdLst/>
              <a:ahLst/>
              <a:cxnLst/>
              <a:rect l="l" t="t" r="r" b="b"/>
              <a:pathLst>
                <a:path w="1144" h="1279" extrusionOk="0">
                  <a:moveTo>
                    <a:pt x="579" y="1"/>
                  </a:moveTo>
                  <a:cubicBezTo>
                    <a:pt x="561" y="1"/>
                    <a:pt x="543" y="2"/>
                    <a:pt x="524" y="4"/>
                  </a:cubicBezTo>
                  <a:cubicBezTo>
                    <a:pt x="429" y="16"/>
                    <a:pt x="334" y="64"/>
                    <a:pt x="274" y="135"/>
                  </a:cubicBezTo>
                  <a:cubicBezTo>
                    <a:pt x="1" y="409"/>
                    <a:pt x="310" y="1278"/>
                    <a:pt x="310" y="1278"/>
                  </a:cubicBezTo>
                  <a:cubicBezTo>
                    <a:pt x="429" y="1088"/>
                    <a:pt x="584" y="933"/>
                    <a:pt x="775" y="826"/>
                  </a:cubicBezTo>
                  <a:cubicBezTo>
                    <a:pt x="1108" y="635"/>
                    <a:pt x="1144" y="635"/>
                    <a:pt x="1144" y="635"/>
                  </a:cubicBezTo>
                  <a:lnTo>
                    <a:pt x="941" y="231"/>
                  </a:lnTo>
                  <a:cubicBezTo>
                    <a:pt x="877" y="92"/>
                    <a:pt x="736" y="1"/>
                    <a:pt x="579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4"/>
            <p:cNvSpPr/>
            <p:nvPr/>
          </p:nvSpPr>
          <p:spPr>
            <a:xfrm>
              <a:off x="8345003" y="3910477"/>
              <a:ext cx="377164" cy="339356"/>
            </a:xfrm>
            <a:custGeom>
              <a:avLst/>
              <a:gdLst/>
              <a:ahLst/>
              <a:cxnLst/>
              <a:rect l="l" t="t" r="r" b="b"/>
              <a:pathLst>
                <a:path w="5347" h="4811" extrusionOk="0">
                  <a:moveTo>
                    <a:pt x="3977" y="1"/>
                  </a:moveTo>
                  <a:cubicBezTo>
                    <a:pt x="3977" y="1"/>
                    <a:pt x="2381" y="477"/>
                    <a:pt x="1548" y="1311"/>
                  </a:cubicBezTo>
                  <a:cubicBezTo>
                    <a:pt x="988" y="1870"/>
                    <a:pt x="476" y="2465"/>
                    <a:pt x="0" y="3085"/>
                  </a:cubicBezTo>
                  <a:lnTo>
                    <a:pt x="1489" y="4811"/>
                  </a:lnTo>
                  <a:cubicBezTo>
                    <a:pt x="1489" y="4811"/>
                    <a:pt x="2739" y="3382"/>
                    <a:pt x="3572" y="2727"/>
                  </a:cubicBezTo>
                  <a:cubicBezTo>
                    <a:pt x="4132" y="2299"/>
                    <a:pt x="4727" y="1894"/>
                    <a:pt x="5346" y="1537"/>
                  </a:cubicBezTo>
                  <a:lnTo>
                    <a:pt x="3977" y="1"/>
                  </a:ln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4"/>
            <p:cNvSpPr/>
            <p:nvPr/>
          </p:nvSpPr>
          <p:spPr>
            <a:xfrm>
              <a:off x="8399600" y="3994488"/>
              <a:ext cx="733237" cy="800460"/>
            </a:xfrm>
            <a:custGeom>
              <a:avLst/>
              <a:gdLst/>
              <a:ahLst/>
              <a:cxnLst/>
              <a:rect l="l" t="t" r="r" b="b"/>
              <a:pathLst>
                <a:path w="10395" h="11348" extrusionOk="0">
                  <a:moveTo>
                    <a:pt x="4525" y="1"/>
                  </a:moveTo>
                  <a:cubicBezTo>
                    <a:pt x="4525" y="1"/>
                    <a:pt x="3215" y="239"/>
                    <a:pt x="2203" y="1120"/>
                  </a:cubicBezTo>
                  <a:cubicBezTo>
                    <a:pt x="1191" y="2013"/>
                    <a:pt x="0" y="3799"/>
                    <a:pt x="0" y="3799"/>
                  </a:cubicBezTo>
                  <a:lnTo>
                    <a:pt x="4703" y="11347"/>
                  </a:lnTo>
                  <a:lnTo>
                    <a:pt x="10394" y="5632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4"/>
            <p:cNvSpPr/>
            <p:nvPr/>
          </p:nvSpPr>
          <p:spPr>
            <a:xfrm>
              <a:off x="8399600" y="3994488"/>
              <a:ext cx="733237" cy="800460"/>
            </a:xfrm>
            <a:custGeom>
              <a:avLst/>
              <a:gdLst/>
              <a:ahLst/>
              <a:cxnLst/>
              <a:rect l="l" t="t" r="r" b="b"/>
              <a:pathLst>
                <a:path w="10395" h="11348" fill="none" extrusionOk="0">
                  <a:moveTo>
                    <a:pt x="4703" y="11347"/>
                  </a:moveTo>
                  <a:lnTo>
                    <a:pt x="0" y="3799"/>
                  </a:lnTo>
                  <a:cubicBezTo>
                    <a:pt x="0" y="3799"/>
                    <a:pt x="1191" y="2013"/>
                    <a:pt x="2203" y="1120"/>
                  </a:cubicBezTo>
                  <a:cubicBezTo>
                    <a:pt x="3215" y="239"/>
                    <a:pt x="4525" y="1"/>
                    <a:pt x="4525" y="1"/>
                  </a:cubicBezTo>
                  <a:lnTo>
                    <a:pt x="10394" y="5632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4"/>
            <p:cNvSpPr/>
            <p:nvPr/>
          </p:nvSpPr>
          <p:spPr>
            <a:xfrm>
              <a:off x="8093039" y="3433495"/>
              <a:ext cx="6772" cy="917"/>
            </a:xfrm>
            <a:custGeom>
              <a:avLst/>
              <a:gdLst/>
              <a:ahLst/>
              <a:cxnLst/>
              <a:rect l="l" t="t" r="r" b="b"/>
              <a:pathLst>
                <a:path w="96" h="13" fill="none" extrusionOk="0">
                  <a:moveTo>
                    <a:pt x="0" y="12"/>
                  </a:moveTo>
                  <a:lnTo>
                    <a:pt x="96" y="0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4"/>
            <p:cNvSpPr/>
            <p:nvPr/>
          </p:nvSpPr>
          <p:spPr>
            <a:xfrm>
              <a:off x="8028355" y="3435964"/>
              <a:ext cx="51281" cy="33717"/>
            </a:xfrm>
            <a:custGeom>
              <a:avLst/>
              <a:gdLst/>
              <a:ahLst/>
              <a:cxnLst/>
              <a:rect l="l" t="t" r="r" b="b"/>
              <a:pathLst>
                <a:path w="727" h="478" fill="none" extrusionOk="0">
                  <a:moveTo>
                    <a:pt x="1" y="477"/>
                  </a:moveTo>
                  <a:cubicBezTo>
                    <a:pt x="1" y="477"/>
                    <a:pt x="60" y="144"/>
                    <a:pt x="727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4"/>
            <p:cNvSpPr/>
            <p:nvPr/>
          </p:nvSpPr>
          <p:spPr>
            <a:xfrm>
              <a:off x="8043450" y="3452823"/>
              <a:ext cx="36186" cy="23560"/>
            </a:xfrm>
            <a:custGeom>
              <a:avLst/>
              <a:gdLst/>
              <a:ahLst/>
              <a:cxnLst/>
              <a:rect l="l" t="t" r="r" b="b"/>
              <a:pathLst>
                <a:path w="513" h="334" fill="none" extrusionOk="0">
                  <a:moveTo>
                    <a:pt x="513" y="0"/>
                  </a:moveTo>
                  <a:cubicBezTo>
                    <a:pt x="513" y="0"/>
                    <a:pt x="465" y="143"/>
                    <a:pt x="1" y="333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4"/>
            <p:cNvSpPr/>
            <p:nvPr/>
          </p:nvSpPr>
          <p:spPr>
            <a:xfrm>
              <a:off x="8032587" y="3421715"/>
              <a:ext cx="46202" cy="18551"/>
            </a:xfrm>
            <a:custGeom>
              <a:avLst/>
              <a:gdLst/>
              <a:ahLst/>
              <a:cxnLst/>
              <a:rect l="l" t="t" r="r" b="b"/>
              <a:pathLst>
                <a:path w="655" h="263" fill="none" extrusionOk="0">
                  <a:moveTo>
                    <a:pt x="655" y="0"/>
                  </a:moveTo>
                  <a:cubicBezTo>
                    <a:pt x="417" y="36"/>
                    <a:pt x="191" y="120"/>
                    <a:pt x="0" y="26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4"/>
            <p:cNvSpPr/>
            <p:nvPr/>
          </p:nvSpPr>
          <p:spPr>
            <a:xfrm>
              <a:off x="6863478" y="2261567"/>
              <a:ext cx="464489" cy="459058"/>
            </a:xfrm>
            <a:custGeom>
              <a:avLst/>
              <a:gdLst/>
              <a:ahLst/>
              <a:cxnLst/>
              <a:rect l="l" t="t" r="r" b="b"/>
              <a:pathLst>
                <a:path w="6585" h="6508" extrusionOk="0">
                  <a:moveTo>
                    <a:pt x="3877" y="1"/>
                  </a:moveTo>
                  <a:cubicBezTo>
                    <a:pt x="3561" y="1"/>
                    <a:pt x="3099" y="144"/>
                    <a:pt x="2501" y="553"/>
                  </a:cubicBezTo>
                  <a:cubicBezTo>
                    <a:pt x="941" y="1600"/>
                    <a:pt x="1" y="2958"/>
                    <a:pt x="96" y="3886"/>
                  </a:cubicBezTo>
                  <a:cubicBezTo>
                    <a:pt x="191" y="4803"/>
                    <a:pt x="2572" y="6089"/>
                    <a:pt x="2572" y="6089"/>
                  </a:cubicBezTo>
                  <a:cubicBezTo>
                    <a:pt x="2572" y="6089"/>
                    <a:pt x="3561" y="6172"/>
                    <a:pt x="4180" y="6375"/>
                  </a:cubicBezTo>
                  <a:cubicBezTo>
                    <a:pt x="4418" y="6457"/>
                    <a:pt x="4656" y="6508"/>
                    <a:pt x="4852" y="6508"/>
                  </a:cubicBezTo>
                  <a:cubicBezTo>
                    <a:pt x="5166" y="6508"/>
                    <a:pt x="5372" y="6378"/>
                    <a:pt x="5299" y="6041"/>
                  </a:cubicBezTo>
                  <a:cubicBezTo>
                    <a:pt x="5262" y="5843"/>
                    <a:pt x="5084" y="5685"/>
                    <a:pt x="4954" y="5593"/>
                  </a:cubicBezTo>
                  <a:lnTo>
                    <a:pt x="4954" y="5593"/>
                  </a:lnTo>
                  <a:cubicBezTo>
                    <a:pt x="5081" y="5660"/>
                    <a:pt x="5283" y="5742"/>
                    <a:pt x="5513" y="5742"/>
                  </a:cubicBezTo>
                  <a:cubicBezTo>
                    <a:pt x="5642" y="5742"/>
                    <a:pt x="5780" y="5716"/>
                    <a:pt x="5918" y="5649"/>
                  </a:cubicBezTo>
                  <a:cubicBezTo>
                    <a:pt x="6466" y="5363"/>
                    <a:pt x="5454" y="4458"/>
                    <a:pt x="5454" y="4458"/>
                  </a:cubicBezTo>
                  <a:lnTo>
                    <a:pt x="5454" y="4458"/>
                  </a:lnTo>
                  <a:cubicBezTo>
                    <a:pt x="5454" y="4458"/>
                    <a:pt x="5930" y="4610"/>
                    <a:pt x="6264" y="4610"/>
                  </a:cubicBezTo>
                  <a:cubicBezTo>
                    <a:pt x="6443" y="4610"/>
                    <a:pt x="6581" y="4567"/>
                    <a:pt x="6585" y="4434"/>
                  </a:cubicBezTo>
                  <a:cubicBezTo>
                    <a:pt x="6585" y="4041"/>
                    <a:pt x="6073" y="3672"/>
                    <a:pt x="5882" y="3434"/>
                  </a:cubicBezTo>
                  <a:cubicBezTo>
                    <a:pt x="5704" y="3196"/>
                    <a:pt x="4001" y="2601"/>
                    <a:pt x="3787" y="2315"/>
                  </a:cubicBezTo>
                  <a:cubicBezTo>
                    <a:pt x="3561" y="2029"/>
                    <a:pt x="3739" y="969"/>
                    <a:pt x="4215" y="588"/>
                  </a:cubicBezTo>
                  <a:cubicBezTo>
                    <a:pt x="4508" y="362"/>
                    <a:pt x="4378" y="1"/>
                    <a:pt x="3877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4"/>
            <p:cNvSpPr/>
            <p:nvPr/>
          </p:nvSpPr>
          <p:spPr>
            <a:xfrm>
              <a:off x="6961738" y="2381130"/>
              <a:ext cx="214222" cy="241097"/>
            </a:xfrm>
            <a:custGeom>
              <a:avLst/>
              <a:gdLst/>
              <a:ahLst/>
              <a:cxnLst/>
              <a:rect l="l" t="t" r="r" b="b"/>
              <a:pathLst>
                <a:path w="3037" h="3418" fill="none" extrusionOk="0">
                  <a:moveTo>
                    <a:pt x="3037" y="3418"/>
                  </a:moveTo>
                  <a:lnTo>
                    <a:pt x="834" y="2072"/>
                  </a:lnTo>
                  <a:cubicBezTo>
                    <a:pt x="834" y="2072"/>
                    <a:pt x="1" y="1370"/>
                    <a:pt x="525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4"/>
            <p:cNvSpPr/>
            <p:nvPr/>
          </p:nvSpPr>
          <p:spPr>
            <a:xfrm>
              <a:off x="7037356" y="2326533"/>
              <a:ext cx="160473" cy="240251"/>
            </a:xfrm>
            <a:custGeom>
              <a:avLst/>
              <a:gdLst/>
              <a:ahLst/>
              <a:cxnLst/>
              <a:rect l="l" t="t" r="r" b="b"/>
              <a:pathLst>
                <a:path w="2275" h="3406" fill="none" extrusionOk="0">
                  <a:moveTo>
                    <a:pt x="2274" y="3406"/>
                  </a:moveTo>
                  <a:lnTo>
                    <a:pt x="643" y="1906"/>
                  </a:lnTo>
                  <a:cubicBezTo>
                    <a:pt x="643" y="1906"/>
                    <a:pt x="0" y="1179"/>
                    <a:pt x="548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4"/>
            <p:cNvSpPr/>
            <p:nvPr/>
          </p:nvSpPr>
          <p:spPr>
            <a:xfrm>
              <a:off x="6782006" y="1784867"/>
              <a:ext cx="843276" cy="943157"/>
            </a:xfrm>
            <a:custGeom>
              <a:avLst/>
              <a:gdLst/>
              <a:ahLst/>
              <a:cxnLst/>
              <a:rect l="l" t="t" r="r" b="b"/>
              <a:pathLst>
                <a:path w="11955" h="13371" extrusionOk="0">
                  <a:moveTo>
                    <a:pt x="7966" y="0"/>
                  </a:moveTo>
                  <a:cubicBezTo>
                    <a:pt x="7966" y="0"/>
                    <a:pt x="7549" y="2036"/>
                    <a:pt x="7311" y="2310"/>
                  </a:cubicBezTo>
                  <a:cubicBezTo>
                    <a:pt x="7061" y="2584"/>
                    <a:pt x="3108" y="4346"/>
                    <a:pt x="2632" y="4727"/>
                  </a:cubicBezTo>
                  <a:cubicBezTo>
                    <a:pt x="2156" y="5096"/>
                    <a:pt x="1751" y="6942"/>
                    <a:pt x="1751" y="6942"/>
                  </a:cubicBezTo>
                  <a:cubicBezTo>
                    <a:pt x="1537" y="7692"/>
                    <a:pt x="1263" y="8430"/>
                    <a:pt x="917" y="9132"/>
                  </a:cubicBezTo>
                  <a:cubicBezTo>
                    <a:pt x="1" y="10978"/>
                    <a:pt x="167" y="10835"/>
                    <a:pt x="584" y="11275"/>
                  </a:cubicBezTo>
                  <a:cubicBezTo>
                    <a:pt x="1001" y="11716"/>
                    <a:pt x="2025" y="12609"/>
                    <a:pt x="2822" y="12835"/>
                  </a:cubicBezTo>
                  <a:cubicBezTo>
                    <a:pt x="3323" y="12987"/>
                    <a:pt x="3906" y="13370"/>
                    <a:pt x="4204" y="13370"/>
                  </a:cubicBezTo>
                  <a:cubicBezTo>
                    <a:pt x="4374" y="13370"/>
                    <a:pt x="4452" y="13246"/>
                    <a:pt x="4370" y="12883"/>
                  </a:cubicBezTo>
                  <a:cubicBezTo>
                    <a:pt x="4144" y="11859"/>
                    <a:pt x="1930" y="11430"/>
                    <a:pt x="2168" y="10240"/>
                  </a:cubicBezTo>
                  <a:cubicBezTo>
                    <a:pt x="2287" y="9692"/>
                    <a:pt x="3489" y="8204"/>
                    <a:pt x="3644" y="8001"/>
                  </a:cubicBezTo>
                  <a:cubicBezTo>
                    <a:pt x="3644" y="8001"/>
                    <a:pt x="4071" y="7820"/>
                    <a:pt x="4553" y="7820"/>
                  </a:cubicBezTo>
                  <a:cubicBezTo>
                    <a:pt x="4844" y="7820"/>
                    <a:pt x="5155" y="7886"/>
                    <a:pt x="5406" y="8096"/>
                  </a:cubicBezTo>
                  <a:lnTo>
                    <a:pt x="6692" y="9156"/>
                  </a:lnTo>
                  <a:lnTo>
                    <a:pt x="9169" y="6013"/>
                  </a:lnTo>
                  <a:cubicBezTo>
                    <a:pt x="9169" y="6013"/>
                    <a:pt x="10764" y="5299"/>
                    <a:pt x="11181" y="4656"/>
                  </a:cubicBezTo>
                  <a:cubicBezTo>
                    <a:pt x="11597" y="4025"/>
                    <a:pt x="11955" y="560"/>
                    <a:pt x="11955" y="560"/>
                  </a:cubicBezTo>
                  <a:lnTo>
                    <a:pt x="79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4"/>
            <p:cNvSpPr/>
            <p:nvPr/>
          </p:nvSpPr>
          <p:spPr>
            <a:xfrm>
              <a:off x="6782006" y="1784867"/>
              <a:ext cx="843276" cy="979272"/>
            </a:xfrm>
            <a:custGeom>
              <a:avLst/>
              <a:gdLst/>
              <a:ahLst/>
              <a:cxnLst/>
              <a:rect l="l" t="t" r="r" b="b"/>
              <a:pathLst>
                <a:path w="11955" h="13883" fill="none" extrusionOk="0">
                  <a:moveTo>
                    <a:pt x="5406" y="8096"/>
                  </a:moveTo>
                  <a:lnTo>
                    <a:pt x="6692" y="9156"/>
                  </a:lnTo>
                  <a:lnTo>
                    <a:pt x="9169" y="6013"/>
                  </a:lnTo>
                  <a:cubicBezTo>
                    <a:pt x="9169" y="6013"/>
                    <a:pt x="10764" y="5299"/>
                    <a:pt x="11181" y="4656"/>
                  </a:cubicBezTo>
                  <a:cubicBezTo>
                    <a:pt x="11597" y="4025"/>
                    <a:pt x="11955" y="560"/>
                    <a:pt x="11955" y="560"/>
                  </a:cubicBezTo>
                  <a:lnTo>
                    <a:pt x="7966" y="0"/>
                  </a:lnTo>
                  <a:cubicBezTo>
                    <a:pt x="7966" y="0"/>
                    <a:pt x="7549" y="2036"/>
                    <a:pt x="7311" y="2310"/>
                  </a:cubicBezTo>
                  <a:cubicBezTo>
                    <a:pt x="7061" y="2584"/>
                    <a:pt x="3108" y="4346"/>
                    <a:pt x="2632" y="4727"/>
                  </a:cubicBezTo>
                  <a:cubicBezTo>
                    <a:pt x="2156" y="5096"/>
                    <a:pt x="1751" y="6942"/>
                    <a:pt x="1751" y="6942"/>
                  </a:cubicBezTo>
                  <a:cubicBezTo>
                    <a:pt x="1537" y="7692"/>
                    <a:pt x="1263" y="8430"/>
                    <a:pt x="917" y="9132"/>
                  </a:cubicBezTo>
                  <a:cubicBezTo>
                    <a:pt x="1" y="10978"/>
                    <a:pt x="167" y="10835"/>
                    <a:pt x="584" y="11275"/>
                  </a:cubicBezTo>
                  <a:cubicBezTo>
                    <a:pt x="1001" y="11716"/>
                    <a:pt x="2025" y="12609"/>
                    <a:pt x="2822" y="12835"/>
                  </a:cubicBezTo>
                  <a:cubicBezTo>
                    <a:pt x="3608" y="13073"/>
                    <a:pt x="4597" y="13883"/>
                    <a:pt x="4370" y="12883"/>
                  </a:cubicBezTo>
                  <a:cubicBezTo>
                    <a:pt x="4144" y="11859"/>
                    <a:pt x="1930" y="11430"/>
                    <a:pt x="2168" y="10240"/>
                  </a:cubicBezTo>
                  <a:cubicBezTo>
                    <a:pt x="2287" y="9692"/>
                    <a:pt x="3489" y="8204"/>
                    <a:pt x="3644" y="8001"/>
                  </a:cubicBezTo>
                  <a:cubicBezTo>
                    <a:pt x="3644" y="8001"/>
                    <a:pt x="4739" y="7537"/>
                    <a:pt x="5406" y="8096"/>
                  </a:cubicBezTo>
                  <a:lnTo>
                    <a:pt x="5406" y="8096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4"/>
            <p:cNvSpPr/>
            <p:nvPr/>
          </p:nvSpPr>
          <p:spPr>
            <a:xfrm>
              <a:off x="7104509" y="2901705"/>
              <a:ext cx="17705" cy="38020"/>
            </a:xfrm>
            <a:custGeom>
              <a:avLst/>
              <a:gdLst/>
              <a:ahLst/>
              <a:cxnLst/>
              <a:rect l="l" t="t" r="r" b="b"/>
              <a:pathLst>
                <a:path w="251" h="539" extrusionOk="0">
                  <a:moveTo>
                    <a:pt x="126" y="1"/>
                  </a:moveTo>
                  <a:cubicBezTo>
                    <a:pt x="120" y="1"/>
                    <a:pt x="114" y="1"/>
                    <a:pt x="108" y="3"/>
                  </a:cubicBezTo>
                  <a:cubicBezTo>
                    <a:pt x="48" y="14"/>
                    <a:pt x="1" y="62"/>
                    <a:pt x="13" y="133"/>
                  </a:cubicBezTo>
                  <a:lnTo>
                    <a:pt x="25" y="431"/>
                  </a:lnTo>
                  <a:cubicBezTo>
                    <a:pt x="36" y="491"/>
                    <a:pt x="84" y="526"/>
                    <a:pt x="132" y="538"/>
                  </a:cubicBezTo>
                  <a:lnTo>
                    <a:pt x="144" y="538"/>
                  </a:lnTo>
                  <a:cubicBezTo>
                    <a:pt x="215" y="526"/>
                    <a:pt x="251" y="479"/>
                    <a:pt x="251" y="419"/>
                  </a:cubicBezTo>
                  <a:lnTo>
                    <a:pt x="239" y="110"/>
                  </a:lnTo>
                  <a:lnTo>
                    <a:pt x="239" y="98"/>
                  </a:lnTo>
                  <a:cubicBezTo>
                    <a:pt x="228" y="44"/>
                    <a:pt x="179" y="1"/>
                    <a:pt x="126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4"/>
            <p:cNvSpPr/>
            <p:nvPr/>
          </p:nvSpPr>
          <p:spPr>
            <a:xfrm>
              <a:off x="7033124" y="2150892"/>
              <a:ext cx="102562" cy="764485"/>
            </a:xfrm>
            <a:custGeom>
              <a:avLst/>
              <a:gdLst/>
              <a:ahLst/>
              <a:cxnLst/>
              <a:rect l="l" t="t" r="r" b="b"/>
              <a:pathLst>
                <a:path w="1454" h="10838" extrusionOk="0">
                  <a:moveTo>
                    <a:pt x="626" y="1"/>
                  </a:moveTo>
                  <a:cubicBezTo>
                    <a:pt x="612" y="1"/>
                    <a:pt x="598" y="1"/>
                    <a:pt x="584" y="2"/>
                  </a:cubicBezTo>
                  <a:cubicBezTo>
                    <a:pt x="251" y="14"/>
                    <a:pt x="1" y="300"/>
                    <a:pt x="13" y="633"/>
                  </a:cubicBezTo>
                  <a:lnTo>
                    <a:pt x="739" y="9730"/>
                  </a:lnTo>
                  <a:lnTo>
                    <a:pt x="906" y="10587"/>
                  </a:lnTo>
                  <a:cubicBezTo>
                    <a:pt x="906" y="10718"/>
                    <a:pt x="1001" y="10813"/>
                    <a:pt x="1132" y="10825"/>
                  </a:cubicBezTo>
                  <a:lnTo>
                    <a:pt x="1132" y="10837"/>
                  </a:lnTo>
                  <a:lnTo>
                    <a:pt x="1167" y="10837"/>
                  </a:lnTo>
                  <a:cubicBezTo>
                    <a:pt x="1310" y="10825"/>
                    <a:pt x="1418" y="10706"/>
                    <a:pt x="1418" y="10563"/>
                  </a:cubicBezTo>
                  <a:lnTo>
                    <a:pt x="1453" y="9765"/>
                  </a:lnTo>
                  <a:lnTo>
                    <a:pt x="1227" y="574"/>
                  </a:lnTo>
                  <a:cubicBezTo>
                    <a:pt x="1204" y="255"/>
                    <a:pt x="941" y="1"/>
                    <a:pt x="626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4"/>
            <p:cNvSpPr/>
            <p:nvPr/>
          </p:nvSpPr>
          <p:spPr>
            <a:xfrm>
              <a:off x="7033124" y="2150892"/>
              <a:ext cx="90782" cy="240815"/>
            </a:xfrm>
            <a:custGeom>
              <a:avLst/>
              <a:gdLst/>
              <a:ahLst/>
              <a:cxnLst/>
              <a:rect l="l" t="t" r="r" b="b"/>
              <a:pathLst>
                <a:path w="1287" h="3414" extrusionOk="0">
                  <a:moveTo>
                    <a:pt x="626" y="1"/>
                  </a:moveTo>
                  <a:cubicBezTo>
                    <a:pt x="612" y="1"/>
                    <a:pt x="598" y="1"/>
                    <a:pt x="584" y="2"/>
                  </a:cubicBezTo>
                  <a:cubicBezTo>
                    <a:pt x="251" y="14"/>
                    <a:pt x="1" y="300"/>
                    <a:pt x="13" y="633"/>
                  </a:cubicBezTo>
                  <a:lnTo>
                    <a:pt x="227" y="3253"/>
                  </a:lnTo>
                  <a:cubicBezTo>
                    <a:pt x="370" y="3360"/>
                    <a:pt x="542" y="3413"/>
                    <a:pt x="715" y="3413"/>
                  </a:cubicBezTo>
                  <a:cubicBezTo>
                    <a:pt x="888" y="3413"/>
                    <a:pt x="1060" y="3360"/>
                    <a:pt x="1203" y="3253"/>
                  </a:cubicBezTo>
                  <a:cubicBezTo>
                    <a:pt x="1239" y="3229"/>
                    <a:pt x="1263" y="3217"/>
                    <a:pt x="1287" y="3181"/>
                  </a:cubicBezTo>
                  <a:lnTo>
                    <a:pt x="1215" y="574"/>
                  </a:lnTo>
                  <a:cubicBezTo>
                    <a:pt x="1204" y="255"/>
                    <a:pt x="941" y="1"/>
                    <a:pt x="626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4"/>
            <p:cNvSpPr/>
            <p:nvPr/>
          </p:nvSpPr>
          <p:spPr>
            <a:xfrm>
              <a:off x="7085393" y="2113224"/>
              <a:ext cx="485298" cy="588142"/>
            </a:xfrm>
            <a:custGeom>
              <a:avLst/>
              <a:gdLst/>
              <a:ahLst/>
              <a:cxnLst/>
              <a:rect l="l" t="t" r="r" b="b"/>
              <a:pathLst>
                <a:path w="6880" h="8338" extrusionOk="0">
                  <a:moveTo>
                    <a:pt x="6880" y="1"/>
                  </a:moveTo>
                  <a:lnTo>
                    <a:pt x="843" y="3108"/>
                  </a:lnTo>
                  <a:cubicBezTo>
                    <a:pt x="1581" y="3763"/>
                    <a:pt x="1403" y="4513"/>
                    <a:pt x="1403" y="4513"/>
                  </a:cubicBezTo>
                  <a:cubicBezTo>
                    <a:pt x="1403" y="4513"/>
                    <a:pt x="677" y="6001"/>
                    <a:pt x="284" y="7073"/>
                  </a:cubicBezTo>
                  <a:cubicBezTo>
                    <a:pt x="0" y="7854"/>
                    <a:pt x="237" y="8338"/>
                    <a:pt x="658" y="8338"/>
                  </a:cubicBezTo>
                  <a:cubicBezTo>
                    <a:pt x="822" y="8338"/>
                    <a:pt x="1013" y="8265"/>
                    <a:pt x="1212" y="8109"/>
                  </a:cubicBezTo>
                  <a:cubicBezTo>
                    <a:pt x="1641" y="7787"/>
                    <a:pt x="1772" y="7573"/>
                    <a:pt x="2022" y="7359"/>
                  </a:cubicBezTo>
                  <a:cubicBezTo>
                    <a:pt x="2189" y="7216"/>
                    <a:pt x="2474" y="7168"/>
                    <a:pt x="2724" y="6775"/>
                  </a:cubicBezTo>
                  <a:cubicBezTo>
                    <a:pt x="3498" y="5644"/>
                    <a:pt x="4177" y="4454"/>
                    <a:pt x="4760" y="3215"/>
                  </a:cubicBezTo>
                  <a:cubicBezTo>
                    <a:pt x="5022" y="2668"/>
                    <a:pt x="6534" y="1120"/>
                    <a:pt x="68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4"/>
            <p:cNvSpPr/>
            <p:nvPr/>
          </p:nvSpPr>
          <p:spPr>
            <a:xfrm>
              <a:off x="7077634" y="2113224"/>
              <a:ext cx="493057" cy="611490"/>
            </a:xfrm>
            <a:custGeom>
              <a:avLst/>
              <a:gdLst/>
              <a:ahLst/>
              <a:cxnLst/>
              <a:rect l="l" t="t" r="r" b="b"/>
              <a:pathLst>
                <a:path w="6990" h="8669" fill="none" extrusionOk="0">
                  <a:moveTo>
                    <a:pt x="6990" y="1"/>
                  </a:moveTo>
                  <a:cubicBezTo>
                    <a:pt x="6644" y="1120"/>
                    <a:pt x="5132" y="2668"/>
                    <a:pt x="4870" y="3215"/>
                  </a:cubicBezTo>
                  <a:cubicBezTo>
                    <a:pt x="4287" y="4454"/>
                    <a:pt x="3608" y="5644"/>
                    <a:pt x="2834" y="6775"/>
                  </a:cubicBezTo>
                  <a:cubicBezTo>
                    <a:pt x="2584" y="7168"/>
                    <a:pt x="2299" y="7216"/>
                    <a:pt x="2132" y="7359"/>
                  </a:cubicBezTo>
                  <a:cubicBezTo>
                    <a:pt x="1882" y="7573"/>
                    <a:pt x="1751" y="7787"/>
                    <a:pt x="1322" y="8109"/>
                  </a:cubicBezTo>
                  <a:cubicBezTo>
                    <a:pt x="608" y="8668"/>
                    <a:pt x="1" y="8156"/>
                    <a:pt x="394" y="7073"/>
                  </a:cubicBezTo>
                  <a:cubicBezTo>
                    <a:pt x="787" y="6001"/>
                    <a:pt x="1513" y="4513"/>
                    <a:pt x="1513" y="4513"/>
                  </a:cubicBezTo>
                  <a:cubicBezTo>
                    <a:pt x="1513" y="4513"/>
                    <a:pt x="1691" y="3763"/>
                    <a:pt x="953" y="3108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4"/>
            <p:cNvSpPr/>
            <p:nvPr/>
          </p:nvSpPr>
          <p:spPr>
            <a:xfrm>
              <a:off x="7111210" y="2630554"/>
              <a:ext cx="91628" cy="71596"/>
            </a:xfrm>
            <a:custGeom>
              <a:avLst/>
              <a:gdLst/>
              <a:ahLst/>
              <a:cxnLst/>
              <a:rect l="l" t="t" r="r" b="b"/>
              <a:pathLst>
                <a:path w="1299" h="1015" extrusionOk="0">
                  <a:moveTo>
                    <a:pt x="275" y="1"/>
                  </a:moveTo>
                  <a:lnTo>
                    <a:pt x="84" y="418"/>
                  </a:lnTo>
                  <a:cubicBezTo>
                    <a:pt x="1" y="572"/>
                    <a:pt x="25" y="763"/>
                    <a:pt x="156" y="894"/>
                  </a:cubicBezTo>
                  <a:cubicBezTo>
                    <a:pt x="227" y="953"/>
                    <a:pt x="311" y="1001"/>
                    <a:pt x="418" y="1013"/>
                  </a:cubicBezTo>
                  <a:cubicBezTo>
                    <a:pt x="429" y="1014"/>
                    <a:pt x="440" y="1015"/>
                    <a:pt x="452" y="1015"/>
                  </a:cubicBezTo>
                  <a:cubicBezTo>
                    <a:pt x="828" y="1015"/>
                    <a:pt x="1299" y="275"/>
                    <a:pt x="1299" y="275"/>
                  </a:cubicBezTo>
                  <a:lnTo>
                    <a:pt x="1299" y="275"/>
                  </a:lnTo>
                  <a:cubicBezTo>
                    <a:pt x="1253" y="280"/>
                    <a:pt x="1207" y="282"/>
                    <a:pt x="1162" y="282"/>
                  </a:cubicBezTo>
                  <a:cubicBezTo>
                    <a:pt x="985" y="282"/>
                    <a:pt x="814" y="246"/>
                    <a:pt x="644" y="179"/>
                  </a:cubicBezTo>
                  <a:cubicBezTo>
                    <a:pt x="299" y="37"/>
                    <a:pt x="275" y="1"/>
                    <a:pt x="275" y="1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4"/>
            <p:cNvSpPr/>
            <p:nvPr/>
          </p:nvSpPr>
          <p:spPr>
            <a:xfrm>
              <a:off x="7261599" y="1554700"/>
              <a:ext cx="577843" cy="499829"/>
            </a:xfrm>
            <a:custGeom>
              <a:avLst/>
              <a:gdLst/>
              <a:ahLst/>
              <a:cxnLst/>
              <a:rect l="l" t="t" r="r" b="b"/>
              <a:pathLst>
                <a:path w="8192" h="7086" extrusionOk="0">
                  <a:moveTo>
                    <a:pt x="8192" y="1"/>
                  </a:moveTo>
                  <a:lnTo>
                    <a:pt x="822" y="13"/>
                  </a:lnTo>
                  <a:lnTo>
                    <a:pt x="0" y="5383"/>
                  </a:lnTo>
                  <a:cubicBezTo>
                    <a:pt x="0" y="5383"/>
                    <a:pt x="1000" y="6264"/>
                    <a:pt x="2322" y="6502"/>
                  </a:cubicBezTo>
                  <a:cubicBezTo>
                    <a:pt x="3643" y="6728"/>
                    <a:pt x="6072" y="7085"/>
                    <a:pt x="6072" y="7085"/>
                  </a:cubicBezTo>
                  <a:lnTo>
                    <a:pt x="819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4"/>
            <p:cNvSpPr/>
            <p:nvPr/>
          </p:nvSpPr>
          <p:spPr>
            <a:xfrm>
              <a:off x="7261599" y="1554700"/>
              <a:ext cx="577843" cy="499829"/>
            </a:xfrm>
            <a:custGeom>
              <a:avLst/>
              <a:gdLst/>
              <a:ahLst/>
              <a:cxnLst/>
              <a:rect l="l" t="t" r="r" b="b"/>
              <a:pathLst>
                <a:path w="8192" h="7086" fill="none" extrusionOk="0">
                  <a:moveTo>
                    <a:pt x="822" y="13"/>
                  </a:moveTo>
                  <a:lnTo>
                    <a:pt x="0" y="5383"/>
                  </a:lnTo>
                  <a:cubicBezTo>
                    <a:pt x="0" y="5383"/>
                    <a:pt x="1000" y="6264"/>
                    <a:pt x="2322" y="6502"/>
                  </a:cubicBezTo>
                  <a:cubicBezTo>
                    <a:pt x="3643" y="6728"/>
                    <a:pt x="6072" y="7085"/>
                    <a:pt x="6072" y="7085"/>
                  </a:cubicBezTo>
                  <a:lnTo>
                    <a:pt x="8192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4"/>
            <p:cNvSpPr/>
            <p:nvPr/>
          </p:nvSpPr>
          <p:spPr>
            <a:xfrm>
              <a:off x="7601736" y="1941040"/>
              <a:ext cx="57982" cy="5805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17" y="1"/>
                  </a:moveTo>
                  <a:cubicBezTo>
                    <a:pt x="191" y="1"/>
                    <a:pt x="0" y="191"/>
                    <a:pt x="0" y="418"/>
                  </a:cubicBezTo>
                  <a:cubicBezTo>
                    <a:pt x="0" y="644"/>
                    <a:pt x="191" y="822"/>
                    <a:pt x="417" y="822"/>
                  </a:cubicBezTo>
                  <a:cubicBezTo>
                    <a:pt x="643" y="822"/>
                    <a:pt x="822" y="644"/>
                    <a:pt x="822" y="418"/>
                  </a:cubicBezTo>
                  <a:cubicBezTo>
                    <a:pt x="822" y="191"/>
                    <a:pt x="643" y="1"/>
                    <a:pt x="417" y="1"/>
                  </a:cubicBezTo>
                  <a:close/>
                </a:path>
              </a:pathLst>
            </a:custGeom>
            <a:solidFill>
              <a:srgbClr val="FFFFFF"/>
            </a:solidFill>
            <a:ln w="74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4"/>
            <p:cNvSpPr/>
            <p:nvPr/>
          </p:nvSpPr>
          <p:spPr>
            <a:xfrm>
              <a:off x="7175894" y="2560862"/>
              <a:ext cx="5149" cy="5149"/>
            </a:xfrm>
            <a:custGeom>
              <a:avLst/>
              <a:gdLst/>
              <a:ahLst/>
              <a:cxnLst/>
              <a:rect l="l" t="t" r="r" b="b"/>
              <a:pathLst>
                <a:path w="73" h="73" fill="none" extrusionOk="0">
                  <a:moveTo>
                    <a:pt x="72" y="72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4"/>
            <p:cNvSpPr/>
            <p:nvPr/>
          </p:nvSpPr>
          <p:spPr>
            <a:xfrm>
              <a:off x="7190213" y="2575111"/>
              <a:ext cx="57982" cy="31178"/>
            </a:xfrm>
            <a:custGeom>
              <a:avLst/>
              <a:gdLst/>
              <a:ahLst/>
              <a:cxnLst/>
              <a:rect l="l" t="t" r="r" b="b"/>
              <a:pathLst>
                <a:path w="822" h="442" fill="none" extrusionOk="0">
                  <a:moveTo>
                    <a:pt x="822" y="275"/>
                  </a:moveTo>
                  <a:cubicBezTo>
                    <a:pt x="822" y="275"/>
                    <a:pt x="524" y="442"/>
                    <a:pt x="0" y="1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4"/>
            <p:cNvSpPr/>
            <p:nvPr/>
          </p:nvSpPr>
          <p:spPr>
            <a:xfrm>
              <a:off x="7203616" y="2560862"/>
              <a:ext cx="40418" cy="18551"/>
            </a:xfrm>
            <a:custGeom>
              <a:avLst/>
              <a:gdLst/>
              <a:ahLst/>
              <a:cxnLst/>
              <a:rect l="l" t="t" r="r" b="b"/>
              <a:pathLst>
                <a:path w="573" h="263" fill="none" extrusionOk="0">
                  <a:moveTo>
                    <a:pt x="1" y="48"/>
                  </a:moveTo>
                  <a:cubicBezTo>
                    <a:pt x="1" y="48"/>
                    <a:pt x="144" y="1"/>
                    <a:pt x="572" y="263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4"/>
            <p:cNvSpPr/>
            <p:nvPr/>
          </p:nvSpPr>
          <p:spPr>
            <a:xfrm>
              <a:off x="7179280" y="2585198"/>
              <a:ext cx="42887" cy="24477"/>
            </a:xfrm>
            <a:custGeom>
              <a:avLst/>
              <a:gdLst/>
              <a:ahLst/>
              <a:cxnLst/>
              <a:rect l="l" t="t" r="r" b="b"/>
              <a:pathLst>
                <a:path w="608" h="347" fill="none" extrusionOk="0">
                  <a:moveTo>
                    <a:pt x="0" y="1"/>
                  </a:moveTo>
                  <a:cubicBezTo>
                    <a:pt x="179" y="156"/>
                    <a:pt x="381" y="275"/>
                    <a:pt x="608" y="346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4"/>
            <p:cNvSpPr/>
            <p:nvPr/>
          </p:nvSpPr>
          <p:spPr>
            <a:xfrm>
              <a:off x="6752662" y="3647297"/>
              <a:ext cx="486074" cy="458141"/>
            </a:xfrm>
            <a:custGeom>
              <a:avLst/>
              <a:gdLst/>
              <a:ahLst/>
              <a:cxnLst/>
              <a:rect l="l" t="t" r="r" b="b"/>
              <a:pathLst>
                <a:path w="6891" h="6495" extrusionOk="0">
                  <a:moveTo>
                    <a:pt x="3994" y="0"/>
                  </a:moveTo>
                  <a:cubicBezTo>
                    <a:pt x="3072" y="0"/>
                    <a:pt x="1804" y="949"/>
                    <a:pt x="810" y="2458"/>
                  </a:cubicBezTo>
                  <a:cubicBezTo>
                    <a:pt x="0" y="3686"/>
                    <a:pt x="274" y="4340"/>
                    <a:pt x="608" y="4340"/>
                  </a:cubicBezTo>
                  <a:cubicBezTo>
                    <a:pt x="702" y="4340"/>
                    <a:pt x="800" y="4288"/>
                    <a:pt x="881" y="4184"/>
                  </a:cubicBezTo>
                  <a:cubicBezTo>
                    <a:pt x="1149" y="3830"/>
                    <a:pt x="1773" y="3633"/>
                    <a:pt x="2210" y="3633"/>
                  </a:cubicBezTo>
                  <a:cubicBezTo>
                    <a:pt x="2375" y="3633"/>
                    <a:pt x="2514" y="3661"/>
                    <a:pt x="2596" y="3720"/>
                  </a:cubicBezTo>
                  <a:cubicBezTo>
                    <a:pt x="2881" y="3934"/>
                    <a:pt x="3512" y="5637"/>
                    <a:pt x="3750" y="5815"/>
                  </a:cubicBezTo>
                  <a:cubicBezTo>
                    <a:pt x="3986" y="5992"/>
                    <a:pt x="4361" y="6494"/>
                    <a:pt x="4737" y="6494"/>
                  </a:cubicBezTo>
                  <a:cubicBezTo>
                    <a:pt x="4742" y="6494"/>
                    <a:pt x="4746" y="6494"/>
                    <a:pt x="4751" y="6494"/>
                  </a:cubicBezTo>
                  <a:cubicBezTo>
                    <a:pt x="5143" y="6482"/>
                    <a:pt x="4774" y="5363"/>
                    <a:pt x="4774" y="5363"/>
                  </a:cubicBezTo>
                  <a:lnTo>
                    <a:pt x="4774" y="5363"/>
                  </a:lnTo>
                  <a:cubicBezTo>
                    <a:pt x="4774" y="5363"/>
                    <a:pt x="5334" y="5974"/>
                    <a:pt x="5704" y="5974"/>
                  </a:cubicBezTo>
                  <a:cubicBezTo>
                    <a:pt x="5807" y="5974"/>
                    <a:pt x="5896" y="5926"/>
                    <a:pt x="5953" y="5804"/>
                  </a:cubicBezTo>
                  <a:cubicBezTo>
                    <a:pt x="6138" y="5425"/>
                    <a:pt x="6002" y="5053"/>
                    <a:pt x="5895" y="4851"/>
                  </a:cubicBezTo>
                  <a:lnTo>
                    <a:pt x="5895" y="4851"/>
                  </a:lnTo>
                  <a:cubicBezTo>
                    <a:pt x="5989" y="4980"/>
                    <a:pt x="6146" y="5149"/>
                    <a:pt x="6346" y="5184"/>
                  </a:cubicBezTo>
                  <a:cubicBezTo>
                    <a:pt x="6389" y="5193"/>
                    <a:pt x="6428" y="5197"/>
                    <a:pt x="6464" y="5197"/>
                  </a:cubicBezTo>
                  <a:cubicBezTo>
                    <a:pt x="6891" y="5197"/>
                    <a:pt x="6865" y="4636"/>
                    <a:pt x="6667" y="4065"/>
                  </a:cubicBezTo>
                  <a:cubicBezTo>
                    <a:pt x="6453" y="3446"/>
                    <a:pt x="6358" y="2458"/>
                    <a:pt x="6358" y="2458"/>
                  </a:cubicBezTo>
                  <a:lnTo>
                    <a:pt x="6346" y="2458"/>
                  </a:lnTo>
                  <a:cubicBezTo>
                    <a:pt x="6346" y="2458"/>
                    <a:pt x="5024" y="100"/>
                    <a:pt x="4108" y="5"/>
                  </a:cubicBezTo>
                  <a:cubicBezTo>
                    <a:pt x="4070" y="2"/>
                    <a:pt x="4032" y="0"/>
                    <a:pt x="3994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4"/>
            <p:cNvSpPr/>
            <p:nvPr/>
          </p:nvSpPr>
          <p:spPr>
            <a:xfrm>
              <a:off x="6889507" y="3740832"/>
              <a:ext cx="244483" cy="211754"/>
            </a:xfrm>
            <a:custGeom>
              <a:avLst/>
              <a:gdLst/>
              <a:ahLst/>
              <a:cxnLst/>
              <a:rect l="l" t="t" r="r" b="b"/>
              <a:pathLst>
                <a:path w="3466" h="3002" fill="none" extrusionOk="0">
                  <a:moveTo>
                    <a:pt x="3465" y="3001"/>
                  </a:moveTo>
                  <a:lnTo>
                    <a:pt x="2072" y="822"/>
                  </a:lnTo>
                  <a:cubicBezTo>
                    <a:pt x="2072" y="822"/>
                    <a:pt x="1370" y="1"/>
                    <a:pt x="1" y="537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4"/>
            <p:cNvSpPr/>
            <p:nvPr/>
          </p:nvSpPr>
          <p:spPr>
            <a:xfrm>
              <a:off x="6836603" y="3817295"/>
              <a:ext cx="241944" cy="157933"/>
            </a:xfrm>
            <a:custGeom>
              <a:avLst/>
              <a:gdLst/>
              <a:ahLst/>
              <a:cxnLst/>
              <a:rect l="l" t="t" r="r" b="b"/>
              <a:pathLst>
                <a:path w="3430" h="2239" fill="none" extrusionOk="0">
                  <a:moveTo>
                    <a:pt x="3430" y="2239"/>
                  </a:moveTo>
                  <a:lnTo>
                    <a:pt x="1906" y="631"/>
                  </a:lnTo>
                  <a:cubicBezTo>
                    <a:pt x="1906" y="631"/>
                    <a:pt x="1167" y="0"/>
                    <a:pt x="1" y="56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4"/>
            <p:cNvSpPr/>
            <p:nvPr/>
          </p:nvSpPr>
          <p:spPr>
            <a:xfrm>
              <a:off x="6226866" y="3572385"/>
              <a:ext cx="1016869" cy="790866"/>
            </a:xfrm>
            <a:custGeom>
              <a:avLst/>
              <a:gdLst/>
              <a:ahLst/>
              <a:cxnLst/>
              <a:rect l="l" t="t" r="r" b="b"/>
              <a:pathLst>
                <a:path w="14416" h="11212" extrusionOk="0">
                  <a:moveTo>
                    <a:pt x="10995" y="0"/>
                  </a:moveTo>
                  <a:cubicBezTo>
                    <a:pt x="10547" y="0"/>
                    <a:pt x="10053" y="144"/>
                    <a:pt x="9621" y="531"/>
                  </a:cubicBezTo>
                  <a:cubicBezTo>
                    <a:pt x="8692" y="1353"/>
                    <a:pt x="7871" y="1627"/>
                    <a:pt x="7871" y="1627"/>
                  </a:cubicBezTo>
                  <a:cubicBezTo>
                    <a:pt x="7871" y="1627"/>
                    <a:pt x="6025" y="2055"/>
                    <a:pt x="5656" y="2544"/>
                  </a:cubicBezTo>
                  <a:cubicBezTo>
                    <a:pt x="5299" y="3032"/>
                    <a:pt x="2549" y="6270"/>
                    <a:pt x="2287" y="6520"/>
                  </a:cubicBezTo>
                  <a:cubicBezTo>
                    <a:pt x="2013" y="6782"/>
                    <a:pt x="1" y="7235"/>
                    <a:pt x="1" y="7235"/>
                  </a:cubicBezTo>
                  <a:lnTo>
                    <a:pt x="644" y="11211"/>
                  </a:lnTo>
                  <a:cubicBezTo>
                    <a:pt x="644" y="11211"/>
                    <a:pt x="4085" y="10771"/>
                    <a:pt x="4716" y="10330"/>
                  </a:cubicBezTo>
                  <a:cubicBezTo>
                    <a:pt x="5347" y="9902"/>
                    <a:pt x="7049" y="9056"/>
                    <a:pt x="7049" y="9056"/>
                  </a:cubicBezTo>
                  <a:lnTo>
                    <a:pt x="10157" y="6544"/>
                  </a:lnTo>
                  <a:lnTo>
                    <a:pt x="9073" y="5270"/>
                  </a:lnTo>
                  <a:cubicBezTo>
                    <a:pt x="8502" y="4615"/>
                    <a:pt x="8954" y="3508"/>
                    <a:pt x="8954" y="3508"/>
                  </a:cubicBezTo>
                  <a:cubicBezTo>
                    <a:pt x="9145" y="3353"/>
                    <a:pt x="10621" y="2115"/>
                    <a:pt x="11169" y="1996"/>
                  </a:cubicBezTo>
                  <a:cubicBezTo>
                    <a:pt x="11240" y="1980"/>
                    <a:pt x="11308" y="1973"/>
                    <a:pt x="11374" y="1973"/>
                  </a:cubicBezTo>
                  <a:cubicBezTo>
                    <a:pt x="12422" y="1973"/>
                    <a:pt x="12929" y="3816"/>
                    <a:pt x="13848" y="4163"/>
                  </a:cubicBezTo>
                  <a:cubicBezTo>
                    <a:pt x="13914" y="4188"/>
                    <a:pt x="13971" y="4200"/>
                    <a:pt x="14020" y="4200"/>
                  </a:cubicBezTo>
                  <a:cubicBezTo>
                    <a:pt x="14415" y="4200"/>
                    <a:pt x="14297" y="3445"/>
                    <a:pt x="14086" y="2746"/>
                  </a:cubicBezTo>
                  <a:cubicBezTo>
                    <a:pt x="13848" y="1960"/>
                    <a:pt x="12621" y="817"/>
                    <a:pt x="12181" y="400"/>
                  </a:cubicBezTo>
                  <a:cubicBezTo>
                    <a:pt x="11942" y="180"/>
                    <a:pt x="11497" y="0"/>
                    <a:pt x="10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4"/>
            <p:cNvSpPr/>
            <p:nvPr/>
          </p:nvSpPr>
          <p:spPr>
            <a:xfrm>
              <a:off x="6226866" y="3551859"/>
              <a:ext cx="1018773" cy="811393"/>
            </a:xfrm>
            <a:custGeom>
              <a:avLst/>
              <a:gdLst/>
              <a:ahLst/>
              <a:cxnLst/>
              <a:rect l="l" t="t" r="r" b="b"/>
              <a:pathLst>
                <a:path w="14443" h="11503" fill="none" extrusionOk="0">
                  <a:moveTo>
                    <a:pt x="9073" y="5561"/>
                  </a:moveTo>
                  <a:lnTo>
                    <a:pt x="10157" y="6835"/>
                  </a:lnTo>
                  <a:lnTo>
                    <a:pt x="7049" y="9347"/>
                  </a:lnTo>
                  <a:cubicBezTo>
                    <a:pt x="7049" y="9347"/>
                    <a:pt x="5347" y="10193"/>
                    <a:pt x="4716" y="10621"/>
                  </a:cubicBezTo>
                  <a:cubicBezTo>
                    <a:pt x="4085" y="11062"/>
                    <a:pt x="644" y="11502"/>
                    <a:pt x="644" y="11502"/>
                  </a:cubicBezTo>
                  <a:lnTo>
                    <a:pt x="1" y="7526"/>
                  </a:lnTo>
                  <a:cubicBezTo>
                    <a:pt x="1" y="7526"/>
                    <a:pt x="2013" y="7073"/>
                    <a:pt x="2287" y="6811"/>
                  </a:cubicBezTo>
                  <a:cubicBezTo>
                    <a:pt x="2549" y="6561"/>
                    <a:pt x="5299" y="3323"/>
                    <a:pt x="5656" y="2835"/>
                  </a:cubicBezTo>
                  <a:cubicBezTo>
                    <a:pt x="6025" y="2346"/>
                    <a:pt x="7871" y="1918"/>
                    <a:pt x="7871" y="1918"/>
                  </a:cubicBezTo>
                  <a:cubicBezTo>
                    <a:pt x="7871" y="1918"/>
                    <a:pt x="8692" y="1644"/>
                    <a:pt x="9621" y="822"/>
                  </a:cubicBezTo>
                  <a:cubicBezTo>
                    <a:pt x="10538" y="1"/>
                    <a:pt x="11728" y="275"/>
                    <a:pt x="12181" y="691"/>
                  </a:cubicBezTo>
                  <a:cubicBezTo>
                    <a:pt x="12621" y="1108"/>
                    <a:pt x="13848" y="2251"/>
                    <a:pt x="14086" y="3037"/>
                  </a:cubicBezTo>
                  <a:cubicBezTo>
                    <a:pt x="14324" y="3823"/>
                    <a:pt x="14443" y="4680"/>
                    <a:pt x="13848" y="4454"/>
                  </a:cubicBezTo>
                  <a:cubicBezTo>
                    <a:pt x="12871" y="4085"/>
                    <a:pt x="12359" y="2025"/>
                    <a:pt x="11169" y="2287"/>
                  </a:cubicBezTo>
                  <a:cubicBezTo>
                    <a:pt x="10621" y="2406"/>
                    <a:pt x="9145" y="3644"/>
                    <a:pt x="8954" y="3799"/>
                  </a:cubicBezTo>
                  <a:cubicBezTo>
                    <a:pt x="8954" y="3799"/>
                    <a:pt x="8502" y="4906"/>
                    <a:pt x="9073" y="5561"/>
                  </a:cubicBezTo>
                  <a:lnTo>
                    <a:pt x="9073" y="556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4"/>
            <p:cNvSpPr/>
            <p:nvPr/>
          </p:nvSpPr>
          <p:spPr>
            <a:xfrm>
              <a:off x="7412763" y="3876900"/>
              <a:ext cx="37879" cy="16858"/>
            </a:xfrm>
            <a:custGeom>
              <a:avLst/>
              <a:gdLst/>
              <a:ahLst/>
              <a:cxnLst/>
              <a:rect l="l" t="t" r="r" b="b"/>
              <a:pathLst>
                <a:path w="537" h="239" extrusionOk="0">
                  <a:moveTo>
                    <a:pt x="119" y="1"/>
                  </a:moveTo>
                  <a:cubicBezTo>
                    <a:pt x="60" y="1"/>
                    <a:pt x="0" y="48"/>
                    <a:pt x="0" y="120"/>
                  </a:cubicBezTo>
                  <a:cubicBezTo>
                    <a:pt x="0" y="179"/>
                    <a:pt x="48" y="227"/>
                    <a:pt x="107" y="227"/>
                  </a:cubicBezTo>
                  <a:lnTo>
                    <a:pt x="417" y="239"/>
                  </a:lnTo>
                  <a:cubicBezTo>
                    <a:pt x="477" y="239"/>
                    <a:pt x="524" y="203"/>
                    <a:pt x="536" y="144"/>
                  </a:cubicBezTo>
                  <a:cubicBezTo>
                    <a:pt x="536" y="132"/>
                    <a:pt x="524" y="132"/>
                    <a:pt x="524" y="120"/>
                  </a:cubicBezTo>
                  <a:cubicBezTo>
                    <a:pt x="524" y="72"/>
                    <a:pt x="477" y="24"/>
                    <a:pt x="417" y="13"/>
                  </a:cubicBezTo>
                  <a:lnTo>
                    <a:pt x="119" y="1"/>
                  </a:ln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4"/>
            <p:cNvSpPr/>
            <p:nvPr/>
          </p:nvSpPr>
          <p:spPr>
            <a:xfrm>
              <a:off x="6659409" y="3817225"/>
              <a:ext cx="765967" cy="91699"/>
            </a:xfrm>
            <a:custGeom>
              <a:avLst/>
              <a:gdLst/>
              <a:ahLst/>
              <a:cxnLst/>
              <a:rect l="l" t="t" r="r" b="b"/>
              <a:pathLst>
                <a:path w="10859" h="1300" extrusionOk="0">
                  <a:moveTo>
                    <a:pt x="621" y="1"/>
                  </a:moveTo>
                  <a:cubicBezTo>
                    <a:pt x="298" y="1"/>
                    <a:pt x="36" y="247"/>
                    <a:pt x="12" y="573"/>
                  </a:cubicBezTo>
                  <a:cubicBezTo>
                    <a:pt x="0" y="906"/>
                    <a:pt x="262" y="1192"/>
                    <a:pt x="596" y="1204"/>
                  </a:cubicBezTo>
                  <a:lnTo>
                    <a:pt x="9787" y="1299"/>
                  </a:lnTo>
                  <a:lnTo>
                    <a:pt x="10597" y="1240"/>
                  </a:lnTo>
                  <a:cubicBezTo>
                    <a:pt x="10604" y="1240"/>
                    <a:pt x="10610" y="1240"/>
                    <a:pt x="10617" y="1240"/>
                  </a:cubicBezTo>
                  <a:cubicBezTo>
                    <a:pt x="10740" y="1240"/>
                    <a:pt x="10848" y="1137"/>
                    <a:pt x="10859" y="1001"/>
                  </a:cubicBezTo>
                  <a:lnTo>
                    <a:pt x="10859" y="966"/>
                  </a:lnTo>
                  <a:cubicBezTo>
                    <a:pt x="10847" y="835"/>
                    <a:pt x="10740" y="739"/>
                    <a:pt x="10609" y="728"/>
                  </a:cubicBezTo>
                  <a:lnTo>
                    <a:pt x="9752" y="585"/>
                  </a:lnTo>
                  <a:lnTo>
                    <a:pt x="643" y="1"/>
                  </a:lnTo>
                  <a:cubicBezTo>
                    <a:pt x="636" y="1"/>
                    <a:pt x="628" y="1"/>
                    <a:pt x="621" y="1"/>
                  </a:cubicBezTo>
                  <a:close/>
                </a:path>
              </a:pathLst>
            </a:custGeom>
            <a:solidFill>
              <a:srgbClr val="6453C2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4"/>
            <p:cNvSpPr/>
            <p:nvPr/>
          </p:nvSpPr>
          <p:spPr>
            <a:xfrm>
              <a:off x="6660256" y="3817225"/>
              <a:ext cx="245259" cy="86620"/>
            </a:xfrm>
            <a:custGeom>
              <a:avLst/>
              <a:gdLst/>
              <a:ahLst/>
              <a:cxnLst/>
              <a:rect l="l" t="t" r="r" b="b"/>
              <a:pathLst>
                <a:path w="3477" h="1228" extrusionOk="0">
                  <a:moveTo>
                    <a:pt x="620" y="1"/>
                  </a:moveTo>
                  <a:cubicBezTo>
                    <a:pt x="297" y="1"/>
                    <a:pt x="24" y="247"/>
                    <a:pt x="12" y="573"/>
                  </a:cubicBezTo>
                  <a:cubicBezTo>
                    <a:pt x="0" y="906"/>
                    <a:pt x="262" y="1192"/>
                    <a:pt x="596" y="1204"/>
                  </a:cubicBezTo>
                  <a:lnTo>
                    <a:pt x="3203" y="1228"/>
                  </a:lnTo>
                  <a:cubicBezTo>
                    <a:pt x="3227" y="1204"/>
                    <a:pt x="3251" y="1180"/>
                    <a:pt x="3275" y="1156"/>
                  </a:cubicBezTo>
                  <a:cubicBezTo>
                    <a:pt x="3477" y="859"/>
                    <a:pt x="3477" y="454"/>
                    <a:pt x="3263" y="168"/>
                  </a:cubicBezTo>
                  <a:lnTo>
                    <a:pt x="631" y="1"/>
                  </a:lnTo>
                  <a:lnTo>
                    <a:pt x="643" y="1"/>
                  </a:lnTo>
                  <a:cubicBezTo>
                    <a:pt x="636" y="1"/>
                    <a:pt x="628" y="1"/>
                    <a:pt x="620" y="1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4"/>
            <p:cNvSpPr/>
            <p:nvPr/>
          </p:nvSpPr>
          <p:spPr>
            <a:xfrm>
              <a:off x="6560302" y="3872598"/>
              <a:ext cx="666579" cy="428515"/>
            </a:xfrm>
            <a:custGeom>
              <a:avLst/>
              <a:gdLst/>
              <a:ahLst/>
              <a:cxnLst/>
              <a:rect l="l" t="t" r="r" b="b"/>
              <a:pathLst>
                <a:path w="9450" h="6075" extrusionOk="0">
                  <a:moveTo>
                    <a:pt x="8615" y="0"/>
                  </a:moveTo>
                  <a:cubicBezTo>
                    <a:pt x="8435" y="0"/>
                    <a:pt x="8220" y="41"/>
                    <a:pt x="7978" y="133"/>
                  </a:cubicBezTo>
                  <a:cubicBezTo>
                    <a:pt x="6906" y="538"/>
                    <a:pt x="5430" y="1288"/>
                    <a:pt x="5430" y="1288"/>
                  </a:cubicBezTo>
                  <a:cubicBezTo>
                    <a:pt x="5430" y="1288"/>
                    <a:pt x="5341" y="1311"/>
                    <a:pt x="5197" y="1311"/>
                  </a:cubicBezTo>
                  <a:cubicBezTo>
                    <a:pt x="4923" y="1311"/>
                    <a:pt x="4450" y="1229"/>
                    <a:pt x="4013" y="752"/>
                  </a:cubicBezTo>
                  <a:lnTo>
                    <a:pt x="0" y="6074"/>
                  </a:lnTo>
                  <a:cubicBezTo>
                    <a:pt x="1108" y="5705"/>
                    <a:pt x="3287" y="4229"/>
                    <a:pt x="3870" y="4062"/>
                  </a:cubicBezTo>
                  <a:cubicBezTo>
                    <a:pt x="4453" y="3895"/>
                    <a:pt x="5870" y="3622"/>
                    <a:pt x="6823" y="2979"/>
                  </a:cubicBezTo>
                  <a:cubicBezTo>
                    <a:pt x="7775" y="2324"/>
                    <a:pt x="8478" y="1776"/>
                    <a:pt x="9025" y="1050"/>
                  </a:cubicBezTo>
                  <a:cubicBezTo>
                    <a:pt x="9449" y="479"/>
                    <a:pt x="9232" y="0"/>
                    <a:pt x="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4"/>
            <p:cNvSpPr/>
            <p:nvPr/>
          </p:nvSpPr>
          <p:spPr>
            <a:xfrm>
              <a:off x="6560302" y="3853411"/>
              <a:ext cx="675326" cy="447702"/>
            </a:xfrm>
            <a:custGeom>
              <a:avLst/>
              <a:gdLst/>
              <a:ahLst/>
              <a:cxnLst/>
              <a:rect l="l" t="t" r="r" b="b"/>
              <a:pathLst>
                <a:path w="9574" h="6347" fill="none" extrusionOk="0">
                  <a:moveTo>
                    <a:pt x="0" y="6346"/>
                  </a:moveTo>
                  <a:cubicBezTo>
                    <a:pt x="1108" y="5977"/>
                    <a:pt x="3287" y="4501"/>
                    <a:pt x="3870" y="4334"/>
                  </a:cubicBezTo>
                  <a:cubicBezTo>
                    <a:pt x="4453" y="4167"/>
                    <a:pt x="5870" y="3894"/>
                    <a:pt x="6823" y="3251"/>
                  </a:cubicBezTo>
                  <a:cubicBezTo>
                    <a:pt x="7775" y="2596"/>
                    <a:pt x="8478" y="2048"/>
                    <a:pt x="9025" y="1322"/>
                  </a:cubicBezTo>
                  <a:cubicBezTo>
                    <a:pt x="9573" y="584"/>
                    <a:pt x="9049" y="0"/>
                    <a:pt x="7978" y="405"/>
                  </a:cubicBezTo>
                  <a:cubicBezTo>
                    <a:pt x="6906" y="810"/>
                    <a:pt x="5430" y="1560"/>
                    <a:pt x="5430" y="1560"/>
                  </a:cubicBezTo>
                  <a:cubicBezTo>
                    <a:pt x="5430" y="1560"/>
                    <a:pt x="4680" y="1750"/>
                    <a:pt x="4013" y="1024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4"/>
            <p:cNvSpPr/>
            <p:nvPr/>
          </p:nvSpPr>
          <p:spPr>
            <a:xfrm>
              <a:off x="7141471" y="3889456"/>
              <a:ext cx="75687" cy="90006"/>
            </a:xfrm>
            <a:custGeom>
              <a:avLst/>
              <a:gdLst/>
              <a:ahLst/>
              <a:cxnLst/>
              <a:rect l="l" t="t" r="r" b="b"/>
              <a:pathLst>
                <a:path w="1073" h="1276" extrusionOk="0">
                  <a:moveTo>
                    <a:pt x="606" y="0"/>
                  </a:moveTo>
                  <a:cubicBezTo>
                    <a:pt x="539" y="0"/>
                    <a:pt x="470" y="16"/>
                    <a:pt x="405" y="49"/>
                  </a:cubicBezTo>
                  <a:lnTo>
                    <a:pt x="1" y="251"/>
                  </a:lnTo>
                  <a:cubicBezTo>
                    <a:pt x="1" y="251"/>
                    <a:pt x="36" y="275"/>
                    <a:pt x="191" y="620"/>
                  </a:cubicBezTo>
                  <a:cubicBezTo>
                    <a:pt x="274" y="823"/>
                    <a:pt x="310" y="1049"/>
                    <a:pt x="286" y="1275"/>
                  </a:cubicBezTo>
                  <a:cubicBezTo>
                    <a:pt x="286" y="1275"/>
                    <a:pt x="1072" y="763"/>
                    <a:pt x="1013" y="370"/>
                  </a:cubicBezTo>
                  <a:cubicBezTo>
                    <a:pt x="1001" y="275"/>
                    <a:pt x="953" y="192"/>
                    <a:pt x="894" y="120"/>
                  </a:cubicBezTo>
                  <a:cubicBezTo>
                    <a:pt x="813" y="40"/>
                    <a:pt x="711" y="0"/>
                    <a:pt x="606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4"/>
            <p:cNvSpPr/>
            <p:nvPr/>
          </p:nvSpPr>
          <p:spPr>
            <a:xfrm>
              <a:off x="6172269" y="4022210"/>
              <a:ext cx="293224" cy="394798"/>
            </a:xfrm>
            <a:custGeom>
              <a:avLst/>
              <a:gdLst/>
              <a:ahLst/>
              <a:cxnLst/>
              <a:rect l="l" t="t" r="r" b="b"/>
              <a:pathLst>
                <a:path w="4157" h="5597" extrusionOk="0">
                  <a:moveTo>
                    <a:pt x="2846" y="0"/>
                  </a:moveTo>
                  <a:lnTo>
                    <a:pt x="1" y="655"/>
                  </a:lnTo>
                  <a:cubicBezTo>
                    <a:pt x="287" y="1310"/>
                    <a:pt x="525" y="1989"/>
                    <a:pt x="715" y="2679"/>
                  </a:cubicBezTo>
                  <a:cubicBezTo>
                    <a:pt x="989" y="3703"/>
                    <a:pt x="1120" y="5596"/>
                    <a:pt x="1120" y="5596"/>
                  </a:cubicBezTo>
                  <a:lnTo>
                    <a:pt x="4156" y="4858"/>
                  </a:lnTo>
                  <a:cubicBezTo>
                    <a:pt x="4156" y="4072"/>
                    <a:pt x="4108" y="3287"/>
                    <a:pt x="4001" y="2513"/>
                  </a:cubicBezTo>
                  <a:cubicBezTo>
                    <a:pt x="3835" y="1346"/>
                    <a:pt x="2846" y="0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4"/>
            <p:cNvSpPr/>
            <p:nvPr/>
          </p:nvSpPr>
          <p:spPr>
            <a:xfrm>
              <a:off x="5792700" y="4025596"/>
              <a:ext cx="608950" cy="653459"/>
            </a:xfrm>
            <a:custGeom>
              <a:avLst/>
              <a:gdLst/>
              <a:ahLst/>
              <a:cxnLst/>
              <a:rect l="l" t="t" r="r" b="b"/>
              <a:pathLst>
                <a:path w="8633" h="9264" extrusionOk="0">
                  <a:moveTo>
                    <a:pt x="7192" y="0"/>
                  </a:moveTo>
                  <a:lnTo>
                    <a:pt x="0" y="1143"/>
                  </a:lnTo>
                  <a:lnTo>
                    <a:pt x="0" y="9263"/>
                  </a:lnTo>
                  <a:lnTo>
                    <a:pt x="8501" y="5751"/>
                  </a:lnTo>
                  <a:cubicBezTo>
                    <a:pt x="8501" y="5751"/>
                    <a:pt x="8632" y="3620"/>
                    <a:pt x="8358" y="2298"/>
                  </a:cubicBezTo>
                  <a:cubicBezTo>
                    <a:pt x="8084" y="976"/>
                    <a:pt x="7192" y="0"/>
                    <a:pt x="7192" y="0"/>
                  </a:cubicBezTo>
                  <a:close/>
                </a:path>
              </a:pathLst>
            </a:custGeom>
            <a:solidFill>
              <a:srgbClr val="263238"/>
            </a:solidFill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4"/>
            <p:cNvSpPr/>
            <p:nvPr/>
          </p:nvSpPr>
          <p:spPr>
            <a:xfrm>
              <a:off x="6264675" y="4386683"/>
              <a:ext cx="44580" cy="45426"/>
            </a:xfrm>
            <a:custGeom>
              <a:avLst/>
              <a:gdLst/>
              <a:ahLst/>
              <a:cxnLst/>
              <a:rect l="l" t="t" r="r" b="b"/>
              <a:pathLst>
                <a:path w="632" h="644" extrusionOk="0">
                  <a:moveTo>
                    <a:pt x="322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1"/>
                    <a:pt x="143" y="644"/>
                    <a:pt x="310" y="644"/>
                  </a:cubicBezTo>
                  <a:cubicBezTo>
                    <a:pt x="489" y="644"/>
                    <a:pt x="631" y="501"/>
                    <a:pt x="631" y="322"/>
                  </a:cubicBezTo>
                  <a:cubicBezTo>
                    <a:pt x="631" y="144"/>
                    <a:pt x="489" y="1"/>
                    <a:pt x="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4"/>
            <p:cNvSpPr/>
            <p:nvPr/>
          </p:nvSpPr>
          <p:spPr>
            <a:xfrm>
              <a:off x="7023037" y="3975161"/>
              <a:ext cx="5149" cy="5149"/>
            </a:xfrm>
            <a:custGeom>
              <a:avLst/>
              <a:gdLst/>
              <a:ahLst/>
              <a:cxnLst/>
              <a:rect l="l" t="t" r="r" b="b"/>
              <a:pathLst>
                <a:path w="73" h="73" fill="none" extrusionOk="0">
                  <a:moveTo>
                    <a:pt x="72" y="72"/>
                  </a:moveTo>
                  <a:lnTo>
                    <a:pt x="1" y="1"/>
                  </a:ln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4"/>
            <p:cNvSpPr/>
            <p:nvPr/>
          </p:nvSpPr>
          <p:spPr>
            <a:xfrm>
              <a:off x="7036509" y="3989480"/>
              <a:ext cx="31953" cy="57982"/>
            </a:xfrm>
            <a:custGeom>
              <a:avLst/>
              <a:gdLst/>
              <a:ahLst/>
              <a:cxnLst/>
              <a:rect l="l" t="t" r="r" b="b"/>
              <a:pathLst>
                <a:path w="453" h="822" fill="none" extrusionOk="0">
                  <a:moveTo>
                    <a:pt x="298" y="822"/>
                  </a:moveTo>
                  <a:cubicBezTo>
                    <a:pt x="298" y="822"/>
                    <a:pt x="453" y="524"/>
                    <a:pt x="0" y="0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4"/>
            <p:cNvSpPr/>
            <p:nvPr/>
          </p:nvSpPr>
          <p:spPr>
            <a:xfrm>
              <a:off x="7023037" y="4002882"/>
              <a:ext cx="18551" cy="40418"/>
            </a:xfrm>
            <a:custGeom>
              <a:avLst/>
              <a:gdLst/>
              <a:ahLst/>
              <a:cxnLst/>
              <a:rect l="l" t="t" r="r" b="b"/>
              <a:pathLst>
                <a:path w="263" h="573" fill="none" extrusionOk="0">
                  <a:moveTo>
                    <a:pt x="48" y="1"/>
                  </a:moveTo>
                  <a:cubicBezTo>
                    <a:pt x="48" y="1"/>
                    <a:pt x="1" y="143"/>
                    <a:pt x="263" y="572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4"/>
            <p:cNvSpPr/>
            <p:nvPr/>
          </p:nvSpPr>
          <p:spPr>
            <a:xfrm>
              <a:off x="7046596" y="3979393"/>
              <a:ext cx="26099" cy="42040"/>
            </a:xfrm>
            <a:custGeom>
              <a:avLst/>
              <a:gdLst/>
              <a:ahLst/>
              <a:cxnLst/>
              <a:rect l="l" t="t" r="r" b="b"/>
              <a:pathLst>
                <a:path w="370" h="596" fill="none" extrusionOk="0">
                  <a:moveTo>
                    <a:pt x="0" y="0"/>
                  </a:moveTo>
                  <a:cubicBezTo>
                    <a:pt x="167" y="167"/>
                    <a:pt x="286" y="369"/>
                    <a:pt x="369" y="596"/>
                  </a:cubicBezTo>
                </a:path>
              </a:pathLst>
            </a:custGeom>
            <a:noFill/>
            <a:ln w="3875" cap="rnd" cmpd="sng">
              <a:solidFill>
                <a:srgbClr val="263238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4699D6F-1E6C-15FC-5E33-15DE109CDC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33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toryset-Stil Techie Business Meeting by Slidesgo">
  <a:themeElements>
    <a:clrScheme name="Simple Light">
      <a:dk1>
        <a:srgbClr val="000000"/>
      </a:dk1>
      <a:lt1>
        <a:srgbClr val="FFFFFF"/>
      </a:lt1>
      <a:dk2>
        <a:srgbClr val="D0CBED"/>
      </a:dk2>
      <a:lt2>
        <a:srgbClr val="6453C2"/>
      </a:lt2>
      <a:accent1>
        <a:srgbClr val="50429B"/>
      </a:accent1>
      <a:accent2>
        <a:srgbClr val="515B60"/>
      </a:accent2>
      <a:accent3>
        <a:srgbClr val="263238"/>
      </a:accent3>
      <a:accent4>
        <a:srgbClr val="969697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367</Words>
  <Application>Microsoft Office PowerPoint</Application>
  <PresentationFormat>Presentación en pantalla (16:9)</PresentationFormat>
  <Paragraphs>122</Paragraphs>
  <Slides>33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Times New Roman</vt:lpstr>
      <vt:lpstr>Archivo</vt:lpstr>
      <vt:lpstr>Symbol</vt:lpstr>
      <vt:lpstr>Space Grotesk</vt:lpstr>
      <vt:lpstr>Aptos</vt:lpstr>
      <vt:lpstr>Arial</vt:lpstr>
      <vt:lpstr>Storyset-Stil Techie Business Meeting by Slidesgo</vt:lpstr>
      <vt:lpstr>XML YAHOO! ANSWERS</vt:lpstr>
      <vt:lpstr>Introducción</vt:lpstr>
      <vt:lpstr>Introducción</vt:lpstr>
      <vt:lpstr>Presentación de PowerPoint</vt:lpstr>
      <vt:lpstr>Dataset</vt:lpstr>
      <vt:lpstr>Exploración del Dataset</vt:lpstr>
      <vt:lpstr>Presentación de PowerPoint</vt:lpstr>
      <vt:lpstr>Extracción de Categorías </vt:lpstr>
      <vt:lpstr>Desarrollo del Script de Extracción</vt:lpstr>
      <vt:lpstr>División en Archivos por Categoría</vt:lpstr>
      <vt:lpstr>Base de Datos Documental </vt:lpstr>
      <vt:lpstr>Presentación de PowerPoint</vt:lpstr>
      <vt:lpstr>Presentación de PowerPoint</vt:lpstr>
      <vt:lpstr>1º Implementación y Revisión </vt:lpstr>
      <vt:lpstr>Bloque 1 - Verificación General</vt:lpstr>
      <vt:lpstr>Bloque 2 - Verificación de Campos Supuestamente Obligatorios</vt:lpstr>
      <vt:lpstr>Bloque 3 - Verificación de Campos Opcionales</vt:lpstr>
      <vt:lpstr>Bloque 4 - Verificación de Tipos y Formatos</vt:lpstr>
      <vt:lpstr>Bloque 5 - Análisis de nbestanswers</vt:lpstr>
      <vt:lpstr>Bloque 6 - Campos Presentes pero Vacíos</vt:lpstr>
      <vt:lpstr>Esquema XSD </vt:lpstr>
      <vt:lpstr>Esquema XSD Original </vt:lpstr>
      <vt:lpstr>Esquema XSD Propuesto </vt:lpstr>
      <vt:lpstr>Desarrollo del XSLT </vt:lpstr>
      <vt:lpstr>Generación del XML de Muestra</vt:lpstr>
      <vt:lpstr>Diseño y Estrcutura del XSLT</vt:lpstr>
      <vt:lpstr>Aplicación del XSLT y Resultado</vt:lpstr>
      <vt:lpstr>Presentación de PowerPoint</vt:lpstr>
      <vt:lpstr>Presentación de PowerPoint</vt:lpstr>
      <vt:lpstr>Resultados</vt:lpstr>
      <vt:lpstr>Presentación de PowerPoint</vt:lpstr>
      <vt:lpstr>CONCLUSIONES</vt:lpstr>
      <vt:lpstr>¡¡¡Muchas Gracias!!!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LILLO GARCÍA</cp:lastModifiedBy>
  <cp:revision>1</cp:revision>
  <dcterms:modified xsi:type="dcterms:W3CDTF">2026-03-25T12:20:39Z</dcterms:modified>
</cp:coreProperties>
</file>